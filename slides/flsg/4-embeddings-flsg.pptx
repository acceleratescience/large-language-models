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59" r:id="rId2"/>
  </p:sldMasterIdLst>
  <p:notesMasterIdLst>
    <p:notesMasterId r:id="rId31"/>
  </p:notesMasterIdLst>
  <p:sldIdLst>
    <p:sldId id="296" r:id="rId3"/>
    <p:sldId id="256" r:id="rId4"/>
    <p:sldId id="257" r:id="rId5"/>
    <p:sldId id="259" r:id="rId6"/>
    <p:sldId id="260" r:id="rId7"/>
    <p:sldId id="261" r:id="rId8"/>
    <p:sldId id="262" r:id="rId9"/>
    <p:sldId id="287" r:id="rId10"/>
    <p:sldId id="288" r:id="rId11"/>
    <p:sldId id="286" r:id="rId12"/>
    <p:sldId id="264" r:id="rId13"/>
    <p:sldId id="258" r:id="rId14"/>
    <p:sldId id="266" r:id="rId15"/>
    <p:sldId id="265" r:id="rId16"/>
    <p:sldId id="267" r:id="rId17"/>
    <p:sldId id="268" r:id="rId18"/>
    <p:sldId id="269" r:id="rId19"/>
    <p:sldId id="270" r:id="rId20"/>
    <p:sldId id="271" r:id="rId21"/>
    <p:sldId id="272" r:id="rId22"/>
    <p:sldId id="291" r:id="rId23"/>
    <p:sldId id="273" r:id="rId24"/>
    <p:sldId id="274" r:id="rId25"/>
    <p:sldId id="289" r:id="rId26"/>
    <p:sldId id="290" r:id="rId27"/>
    <p:sldId id="292" r:id="rId28"/>
    <p:sldId id="294" r:id="rId29"/>
    <p:sldId id="295" r:id="rId30"/>
  </p:sldIdLst>
  <p:sldSz cx="12192000" cy="6858000"/>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9D6D4D-3534-479E-677C-8BB5280B98DF}" v="778" dt="2025-09-13T11:00:10.261"/>
    <p1510:client id="{736EB52F-BFA5-91FB-8A40-3D361C136657}" v="6" dt="2025-09-13T13:36:05.24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67" autoAdjust="0"/>
    <p:restoredTop sz="88808"/>
  </p:normalViewPr>
  <p:slideViewPr>
    <p:cSldViewPr snapToGrid="0">
      <p:cViewPr varScale="1">
        <p:scale>
          <a:sx n="105" d="100"/>
          <a:sy n="105" d="100"/>
        </p:scale>
        <p:origin x="1288"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an Daniels" userId="S::rkd43@cam.ac.uk::aaa4fbe9-f474-4140-b10b-5257398ac308" providerId="AD" clId="Web-{97C00106-6D7E-036C-48CE-D63C9A030F42}"/>
    <pc:docChg chg="addSld modSld">
      <pc:chgData name="Ryan Daniels" userId="S::rkd43@cam.ac.uk::aaa4fbe9-f474-4140-b10b-5257398ac308" providerId="AD" clId="Web-{97C00106-6D7E-036C-48CE-D63C9A030F42}" dt="2025-07-29T08:43:48.225" v="40" actId="20577"/>
      <pc:docMkLst>
        <pc:docMk/>
      </pc:docMkLst>
      <pc:sldChg chg="modSp">
        <pc:chgData name="Ryan Daniels" userId="S::rkd43@cam.ac.uk::aaa4fbe9-f474-4140-b10b-5257398ac308" providerId="AD" clId="Web-{97C00106-6D7E-036C-48CE-D63C9A030F42}" dt="2025-07-29T08:42:58.849" v="9" actId="20577"/>
        <pc:sldMkLst>
          <pc:docMk/>
          <pc:sldMk cId="109857222" sldId="256"/>
        </pc:sldMkLst>
      </pc:sldChg>
      <pc:sldChg chg="modSp new">
        <pc:chgData name="Ryan Daniels" userId="S::rkd43@cam.ac.uk::aaa4fbe9-f474-4140-b10b-5257398ac308" providerId="AD" clId="Web-{97C00106-6D7E-036C-48CE-D63C9A030F42}" dt="2025-07-29T08:43:48.225" v="40" actId="20577"/>
        <pc:sldMkLst>
          <pc:docMk/>
          <pc:sldMk cId="2453881246" sldId="257"/>
        </pc:sldMkLst>
      </pc:sldChg>
    </pc:docChg>
  </pc:docChgLst>
  <pc:docChgLst>
    <pc:chgData name="Ryan Daniels" userId="S::rkd43@cam.ac.uk::aaa4fbe9-f474-4140-b10b-5257398ac308" providerId="AD" clId="Web-{189D6D4D-3534-479E-677C-8BB5280B98DF}"/>
    <pc:docChg chg="addSld delSld modSld">
      <pc:chgData name="Ryan Daniels" userId="S::rkd43@cam.ac.uk::aaa4fbe9-f474-4140-b10b-5257398ac308" providerId="AD" clId="Web-{189D6D4D-3534-479E-677C-8BB5280B98DF}" dt="2025-09-13T11:00:10.261" v="702"/>
      <pc:docMkLst>
        <pc:docMk/>
      </pc:docMkLst>
      <pc:sldChg chg="addSp delSp modSp addAnim delAnim modAnim">
        <pc:chgData name="Ryan Daniels" userId="S::rkd43@cam.ac.uk::aaa4fbe9-f474-4140-b10b-5257398ac308" providerId="AD" clId="Web-{189D6D4D-3534-479E-677C-8BB5280B98DF}" dt="2025-09-13T09:10:58.486" v="16"/>
        <pc:sldMkLst>
          <pc:docMk/>
          <pc:sldMk cId="4019642118" sldId="259"/>
        </pc:sldMkLst>
        <pc:spChg chg="mod">
          <ac:chgData name="Ryan Daniels" userId="S::rkd43@cam.ac.uk::aaa4fbe9-f474-4140-b10b-5257398ac308" providerId="AD" clId="Web-{189D6D4D-3534-479E-677C-8BB5280B98DF}" dt="2025-09-13T09:10:50.298" v="15" actId="20577"/>
          <ac:spMkLst>
            <pc:docMk/>
            <pc:sldMk cId="4019642118" sldId="259"/>
            <ac:spMk id="3" creationId="{67770759-24B3-6ACF-AE7F-3832EE21694D}"/>
          </ac:spMkLst>
        </pc:spChg>
        <pc:spChg chg="add del mod">
          <ac:chgData name="Ryan Daniels" userId="S::rkd43@cam.ac.uk::aaa4fbe9-f474-4140-b10b-5257398ac308" providerId="AD" clId="Web-{189D6D4D-3534-479E-677C-8BB5280B98DF}" dt="2025-09-13T09:10:38.548" v="12"/>
          <ac:spMkLst>
            <pc:docMk/>
            <pc:sldMk cId="4019642118" sldId="259"/>
            <ac:spMk id="4" creationId="{537CA6A1-CC95-C982-4F60-83EB7D05B279}"/>
          </ac:spMkLst>
        </pc:spChg>
      </pc:sldChg>
      <pc:sldChg chg="delSp modSp del">
        <pc:chgData name="Ryan Daniels" userId="S::rkd43@cam.ac.uk::aaa4fbe9-f474-4140-b10b-5257398ac308" providerId="AD" clId="Web-{189D6D4D-3534-479E-677C-8BB5280B98DF}" dt="2025-09-13T10:56:21.445" v="614"/>
        <pc:sldMkLst>
          <pc:docMk/>
          <pc:sldMk cId="2704578491" sldId="276"/>
        </pc:sldMkLst>
        <pc:spChg chg="mod">
          <ac:chgData name="Ryan Daniels" userId="S::rkd43@cam.ac.uk::aaa4fbe9-f474-4140-b10b-5257398ac308" providerId="AD" clId="Web-{189D6D4D-3534-479E-677C-8BB5280B98DF}" dt="2025-09-13T09:24:42.288" v="120" actId="20577"/>
          <ac:spMkLst>
            <pc:docMk/>
            <pc:sldMk cId="2704578491" sldId="276"/>
            <ac:spMk id="3" creationId="{C49EB73C-1630-2D6E-EED3-59784E24D5ED}"/>
          </ac:spMkLst>
        </pc:spChg>
        <pc:picChg chg="del">
          <ac:chgData name="Ryan Daniels" userId="S::rkd43@cam.ac.uk::aaa4fbe9-f474-4140-b10b-5257398ac308" providerId="AD" clId="Web-{189D6D4D-3534-479E-677C-8BB5280B98DF}" dt="2025-09-13T10:56:19.492" v="613"/>
          <ac:picMkLst>
            <pc:docMk/>
            <pc:sldMk cId="2704578491" sldId="276"/>
            <ac:picMk id="4" creationId="{903C589A-81BE-C64E-64A2-E0267B229ABA}"/>
          </ac:picMkLst>
        </pc:picChg>
      </pc:sldChg>
      <pc:sldChg chg="modSp">
        <pc:chgData name="Ryan Daniels" userId="S::rkd43@cam.ac.uk::aaa4fbe9-f474-4140-b10b-5257398ac308" providerId="AD" clId="Web-{189D6D4D-3534-479E-677C-8BB5280B98DF}" dt="2025-09-13T09:11:55.706" v="17" actId="20577"/>
        <pc:sldMkLst>
          <pc:docMk/>
          <pc:sldMk cId="2107184837" sldId="287"/>
        </pc:sldMkLst>
        <pc:spChg chg="mod">
          <ac:chgData name="Ryan Daniels" userId="S::rkd43@cam.ac.uk::aaa4fbe9-f474-4140-b10b-5257398ac308" providerId="AD" clId="Web-{189D6D4D-3534-479E-677C-8BB5280B98DF}" dt="2025-09-13T09:11:55.706" v="17" actId="20577"/>
          <ac:spMkLst>
            <pc:docMk/>
            <pc:sldMk cId="2107184837" sldId="287"/>
            <ac:spMk id="3" creationId="{1FE5CE0A-316F-8413-BF5B-B780D67F62B6}"/>
          </ac:spMkLst>
        </pc:spChg>
      </pc:sldChg>
      <pc:sldChg chg="modSp">
        <pc:chgData name="Ryan Daniels" userId="S::rkd43@cam.ac.uk::aaa4fbe9-f474-4140-b10b-5257398ac308" providerId="AD" clId="Web-{189D6D4D-3534-479E-677C-8BB5280B98DF}" dt="2025-09-13T09:12:54.114" v="20" actId="1076"/>
        <pc:sldMkLst>
          <pc:docMk/>
          <pc:sldMk cId="2184979065" sldId="288"/>
        </pc:sldMkLst>
        <pc:spChg chg="mod">
          <ac:chgData name="Ryan Daniels" userId="S::rkd43@cam.ac.uk::aaa4fbe9-f474-4140-b10b-5257398ac308" providerId="AD" clId="Web-{189D6D4D-3534-479E-677C-8BB5280B98DF}" dt="2025-09-13T09:12:41.598" v="19" actId="20577"/>
          <ac:spMkLst>
            <pc:docMk/>
            <pc:sldMk cId="2184979065" sldId="288"/>
            <ac:spMk id="3" creationId="{9EE3FC8C-9135-4117-BF80-A91AC3ABD15A}"/>
          </ac:spMkLst>
        </pc:spChg>
        <pc:picChg chg="mod">
          <ac:chgData name="Ryan Daniels" userId="S::rkd43@cam.ac.uk::aaa4fbe9-f474-4140-b10b-5257398ac308" providerId="AD" clId="Web-{189D6D4D-3534-479E-677C-8BB5280B98DF}" dt="2025-09-13T09:12:54.114" v="20" actId="1076"/>
          <ac:picMkLst>
            <pc:docMk/>
            <pc:sldMk cId="2184979065" sldId="288"/>
            <ac:picMk id="25" creationId="{FE9E2C9C-F70E-9F0F-B17B-6C82A2481442}"/>
          </ac:picMkLst>
        </pc:picChg>
      </pc:sldChg>
      <pc:sldChg chg="modSp new addAnim">
        <pc:chgData name="Ryan Daniels" userId="S::rkd43@cam.ac.uk::aaa4fbe9-f474-4140-b10b-5257398ac308" providerId="AD" clId="Web-{189D6D4D-3534-479E-677C-8BB5280B98DF}" dt="2025-09-13T09:23:22.630" v="109"/>
        <pc:sldMkLst>
          <pc:docMk/>
          <pc:sldMk cId="1477124547" sldId="291"/>
        </pc:sldMkLst>
        <pc:spChg chg="mod">
          <ac:chgData name="Ryan Daniels" userId="S::rkd43@cam.ac.uk::aaa4fbe9-f474-4140-b10b-5257398ac308" providerId="AD" clId="Web-{189D6D4D-3534-479E-677C-8BB5280B98DF}" dt="2025-09-13T09:21:15.297" v="22" actId="20577"/>
          <ac:spMkLst>
            <pc:docMk/>
            <pc:sldMk cId="1477124547" sldId="291"/>
            <ac:spMk id="2" creationId="{C2982F54-ADB8-7E25-42EB-84D73593F9BC}"/>
          </ac:spMkLst>
        </pc:spChg>
        <pc:spChg chg="mod">
          <ac:chgData name="Ryan Daniels" userId="S::rkd43@cam.ac.uk::aaa4fbe9-f474-4140-b10b-5257398ac308" providerId="AD" clId="Web-{189D6D4D-3534-479E-677C-8BB5280B98DF}" dt="2025-09-13T09:23:22.568" v="108" actId="20577"/>
          <ac:spMkLst>
            <pc:docMk/>
            <pc:sldMk cId="1477124547" sldId="291"/>
            <ac:spMk id="3" creationId="{66FEF64E-E376-D236-B913-0D0C783E49C5}"/>
          </ac:spMkLst>
        </pc:spChg>
      </pc:sldChg>
      <pc:sldChg chg="modSp new">
        <pc:chgData name="Ryan Daniels" userId="S::rkd43@cam.ac.uk::aaa4fbe9-f474-4140-b10b-5257398ac308" providerId="AD" clId="Web-{189D6D4D-3534-479E-677C-8BB5280B98DF}" dt="2025-09-13T10:56:11.491" v="612" actId="20577"/>
        <pc:sldMkLst>
          <pc:docMk/>
          <pc:sldMk cId="2793535559" sldId="292"/>
        </pc:sldMkLst>
        <pc:spChg chg="mod">
          <ac:chgData name="Ryan Daniels" userId="S::rkd43@cam.ac.uk::aaa4fbe9-f474-4140-b10b-5257398ac308" providerId="AD" clId="Web-{189D6D4D-3534-479E-677C-8BB5280B98DF}" dt="2025-09-13T09:25:07.086" v="126" actId="20577"/>
          <ac:spMkLst>
            <pc:docMk/>
            <pc:sldMk cId="2793535559" sldId="292"/>
            <ac:spMk id="2" creationId="{0B24637B-412E-3B89-519E-C6FC1A581EFA}"/>
          </ac:spMkLst>
        </pc:spChg>
        <pc:spChg chg="mod">
          <ac:chgData name="Ryan Daniels" userId="S::rkd43@cam.ac.uk::aaa4fbe9-f474-4140-b10b-5257398ac308" providerId="AD" clId="Web-{189D6D4D-3534-479E-677C-8BB5280B98DF}" dt="2025-09-13T10:56:11.491" v="612" actId="20577"/>
          <ac:spMkLst>
            <pc:docMk/>
            <pc:sldMk cId="2793535559" sldId="292"/>
            <ac:spMk id="3" creationId="{5253E180-B0CD-00DE-0143-6DDB8933F632}"/>
          </ac:spMkLst>
        </pc:spChg>
      </pc:sldChg>
      <pc:sldChg chg="modSp new del">
        <pc:chgData name="Ryan Daniels" userId="S::rkd43@cam.ac.uk::aaa4fbe9-f474-4140-b10b-5257398ac308" providerId="AD" clId="Web-{189D6D4D-3534-479E-677C-8BB5280B98DF}" dt="2025-09-13T10:56:00.444" v="607"/>
        <pc:sldMkLst>
          <pc:docMk/>
          <pc:sldMk cId="4224862384" sldId="293"/>
        </pc:sldMkLst>
        <pc:spChg chg="mod">
          <ac:chgData name="Ryan Daniels" userId="S::rkd43@cam.ac.uk::aaa4fbe9-f474-4140-b10b-5257398ac308" providerId="AD" clId="Web-{189D6D4D-3534-479E-677C-8BB5280B98DF}" dt="2025-09-13T09:37:33.157" v="172" actId="20577"/>
          <ac:spMkLst>
            <pc:docMk/>
            <pc:sldMk cId="4224862384" sldId="293"/>
            <ac:spMk id="2" creationId="{40D80C2F-EBE1-EF99-941B-F26F7BA9517D}"/>
          </ac:spMkLst>
        </pc:spChg>
        <pc:spChg chg="mod">
          <ac:chgData name="Ryan Daniels" userId="S::rkd43@cam.ac.uk::aaa4fbe9-f474-4140-b10b-5257398ac308" providerId="AD" clId="Web-{189D6D4D-3534-479E-677C-8BB5280B98DF}" dt="2025-09-13T09:46:17.298" v="227" actId="20577"/>
          <ac:spMkLst>
            <pc:docMk/>
            <pc:sldMk cId="4224862384" sldId="293"/>
            <ac:spMk id="3" creationId="{64E78A18-173B-6275-9231-B11AC63FA85E}"/>
          </ac:spMkLst>
        </pc:spChg>
      </pc:sldChg>
      <pc:sldChg chg="addSp delSp modSp new addAnim modAnim">
        <pc:chgData name="Ryan Daniels" userId="S::rkd43@cam.ac.uk::aaa4fbe9-f474-4140-b10b-5257398ac308" providerId="AD" clId="Web-{189D6D4D-3534-479E-677C-8BB5280B98DF}" dt="2025-09-13T10:58:21.150" v="636" actId="1076"/>
        <pc:sldMkLst>
          <pc:docMk/>
          <pc:sldMk cId="493177301" sldId="294"/>
        </pc:sldMkLst>
        <pc:spChg chg="add mod">
          <ac:chgData name="Ryan Daniels" userId="S::rkd43@cam.ac.uk::aaa4fbe9-f474-4140-b10b-5257398ac308" providerId="AD" clId="Web-{189D6D4D-3534-479E-677C-8BB5280B98DF}" dt="2025-09-13T10:58:21.119" v="635" actId="1076"/>
          <ac:spMkLst>
            <pc:docMk/>
            <pc:sldMk cId="493177301" sldId="294"/>
            <ac:spMk id="2" creationId="{B336C61F-B207-6B82-F55B-E62237D9F40F}"/>
          </ac:spMkLst>
        </pc:spChg>
        <pc:spChg chg="del mod">
          <ac:chgData name="Ryan Daniels" userId="S::rkd43@cam.ac.uk::aaa4fbe9-f474-4140-b10b-5257398ac308" providerId="AD" clId="Web-{189D6D4D-3534-479E-677C-8BB5280B98DF}" dt="2025-09-13T10:08:31.906" v="546"/>
          <ac:spMkLst>
            <pc:docMk/>
            <pc:sldMk cId="493177301" sldId="294"/>
            <ac:spMk id="2" creationId="{B6926DF3-19D1-0685-D291-DF880F4AF054}"/>
          </ac:spMkLst>
        </pc:spChg>
        <pc:spChg chg="del">
          <ac:chgData name="Ryan Daniels" userId="S::rkd43@cam.ac.uk::aaa4fbe9-f474-4140-b10b-5257398ac308" providerId="AD" clId="Web-{189D6D4D-3534-479E-677C-8BB5280B98DF}" dt="2025-09-13T09:46:30.845" v="239"/>
          <ac:spMkLst>
            <pc:docMk/>
            <pc:sldMk cId="493177301" sldId="294"/>
            <ac:spMk id="3" creationId="{61C87598-630B-4D89-A699-A0AB9C9CAF64}"/>
          </ac:spMkLst>
        </pc:spChg>
        <pc:spChg chg="add mod">
          <ac:chgData name="Ryan Daniels" userId="S::rkd43@cam.ac.uk::aaa4fbe9-f474-4140-b10b-5257398ac308" providerId="AD" clId="Web-{189D6D4D-3534-479E-677C-8BB5280B98DF}" dt="2025-09-13T10:58:21.150" v="636" actId="1076"/>
          <ac:spMkLst>
            <pc:docMk/>
            <pc:sldMk cId="493177301" sldId="294"/>
            <ac:spMk id="3" creationId="{8C52FFCB-A001-DDD4-0D72-46C961F0E7DF}"/>
          </ac:spMkLst>
        </pc:spChg>
        <pc:spChg chg="add mod">
          <ac:chgData name="Ryan Daniels" userId="S::rkd43@cam.ac.uk::aaa4fbe9-f474-4140-b10b-5257398ac308" providerId="AD" clId="Web-{189D6D4D-3534-479E-677C-8BB5280B98DF}" dt="2025-09-13T10:58:20.744" v="626" actId="1076"/>
          <ac:spMkLst>
            <pc:docMk/>
            <pc:sldMk cId="493177301" sldId="294"/>
            <ac:spMk id="9" creationId="{62E8B88F-F7D6-CB2F-60A7-1ED416F46890}"/>
          </ac:spMkLst>
        </pc:spChg>
        <pc:spChg chg="add mod">
          <ac:chgData name="Ryan Daniels" userId="S::rkd43@cam.ac.uk::aaa4fbe9-f474-4140-b10b-5257398ac308" providerId="AD" clId="Web-{189D6D4D-3534-479E-677C-8BB5280B98DF}" dt="2025-09-13T10:58:20.775" v="627" actId="1076"/>
          <ac:spMkLst>
            <pc:docMk/>
            <pc:sldMk cId="493177301" sldId="294"/>
            <ac:spMk id="10" creationId="{B4B06024-60CD-D4E5-563D-370D5D6AB776}"/>
          </ac:spMkLst>
        </pc:spChg>
        <pc:spChg chg="add mod">
          <ac:chgData name="Ryan Daniels" userId="S::rkd43@cam.ac.uk::aaa4fbe9-f474-4140-b10b-5257398ac308" providerId="AD" clId="Web-{189D6D4D-3534-479E-677C-8BB5280B98DF}" dt="2025-09-13T10:58:20.822" v="628" actId="1076"/>
          <ac:spMkLst>
            <pc:docMk/>
            <pc:sldMk cId="493177301" sldId="294"/>
            <ac:spMk id="11" creationId="{969AE0CA-A829-616A-5C67-FD3BD9AC27C8}"/>
          </ac:spMkLst>
        </pc:spChg>
        <pc:spChg chg="add del mod">
          <ac:chgData name="Ryan Daniels" userId="S::rkd43@cam.ac.uk::aaa4fbe9-f474-4140-b10b-5257398ac308" providerId="AD" clId="Web-{189D6D4D-3534-479E-677C-8BB5280B98DF}" dt="2025-09-13T10:10:18.633" v="576"/>
          <ac:spMkLst>
            <pc:docMk/>
            <pc:sldMk cId="493177301" sldId="294"/>
            <ac:spMk id="13" creationId="{D02D9E68-1315-6C4A-E9C2-58F005821C16}"/>
          </ac:spMkLst>
        </pc:spChg>
        <pc:spChg chg="add del mod">
          <ac:chgData name="Ryan Daniels" userId="S::rkd43@cam.ac.uk::aaa4fbe9-f474-4140-b10b-5257398ac308" providerId="AD" clId="Web-{189D6D4D-3534-479E-677C-8BB5280B98DF}" dt="2025-09-13T10:08:36.578" v="547"/>
          <ac:spMkLst>
            <pc:docMk/>
            <pc:sldMk cId="493177301" sldId="294"/>
            <ac:spMk id="15" creationId="{CB59D966-20AE-B1E2-CEB7-D9548C60BEB3}"/>
          </ac:spMkLst>
        </pc:spChg>
        <pc:spChg chg="add mod">
          <ac:chgData name="Ryan Daniels" userId="S::rkd43@cam.ac.uk::aaa4fbe9-f474-4140-b10b-5257398ac308" providerId="AD" clId="Web-{189D6D4D-3534-479E-677C-8BB5280B98DF}" dt="2025-09-13T10:58:20.916" v="630" actId="1076"/>
          <ac:spMkLst>
            <pc:docMk/>
            <pc:sldMk cId="493177301" sldId="294"/>
            <ac:spMk id="16" creationId="{D284AD42-70D1-1836-AE37-8BEFAF4DA20B}"/>
          </ac:spMkLst>
        </pc:spChg>
        <pc:spChg chg="add mod">
          <ac:chgData name="Ryan Daniels" userId="S::rkd43@cam.ac.uk::aaa4fbe9-f474-4140-b10b-5257398ac308" providerId="AD" clId="Web-{189D6D4D-3534-479E-677C-8BB5280B98DF}" dt="2025-09-13T10:58:20.947" v="631" actId="1076"/>
          <ac:spMkLst>
            <pc:docMk/>
            <pc:sldMk cId="493177301" sldId="294"/>
            <ac:spMk id="17" creationId="{299F540D-9479-7184-9139-A240AF1EEBD2}"/>
          </ac:spMkLst>
        </pc:spChg>
        <pc:spChg chg="add mod">
          <ac:chgData name="Ryan Daniels" userId="S::rkd43@cam.ac.uk::aaa4fbe9-f474-4140-b10b-5257398ac308" providerId="AD" clId="Web-{189D6D4D-3534-479E-677C-8BB5280B98DF}" dt="2025-09-13T10:58:20.994" v="632" actId="1076"/>
          <ac:spMkLst>
            <pc:docMk/>
            <pc:sldMk cId="493177301" sldId="294"/>
            <ac:spMk id="18" creationId="{607DDD34-2451-536E-3FCB-4EA47B086B4C}"/>
          </ac:spMkLst>
        </pc:spChg>
        <pc:spChg chg="add mod">
          <ac:chgData name="Ryan Daniels" userId="S::rkd43@cam.ac.uk::aaa4fbe9-f474-4140-b10b-5257398ac308" providerId="AD" clId="Web-{189D6D4D-3534-479E-677C-8BB5280B98DF}" dt="2025-09-13T10:58:21.041" v="633" actId="1076"/>
          <ac:spMkLst>
            <pc:docMk/>
            <pc:sldMk cId="493177301" sldId="294"/>
            <ac:spMk id="19" creationId="{6DE3FE6A-CD94-88BF-F3BF-7330239A7D84}"/>
          </ac:spMkLst>
        </pc:spChg>
        <pc:spChg chg="add mod">
          <ac:chgData name="Ryan Daniels" userId="S::rkd43@cam.ac.uk::aaa4fbe9-f474-4140-b10b-5257398ac308" providerId="AD" clId="Web-{189D6D4D-3534-479E-677C-8BB5280B98DF}" dt="2025-09-13T10:58:21.072" v="634" actId="1076"/>
          <ac:spMkLst>
            <pc:docMk/>
            <pc:sldMk cId="493177301" sldId="294"/>
            <ac:spMk id="20" creationId="{FA658F95-58AD-4EA5-41B1-97CEB34B386D}"/>
          </ac:spMkLst>
        </pc:spChg>
        <pc:spChg chg="add del mod">
          <ac:chgData name="Ryan Daniels" userId="S::rkd43@cam.ac.uk::aaa4fbe9-f474-4140-b10b-5257398ac308" providerId="AD" clId="Web-{189D6D4D-3534-479E-677C-8BB5280B98DF}" dt="2025-09-13T10:54:13.864" v="592"/>
          <ac:spMkLst>
            <pc:docMk/>
            <pc:sldMk cId="493177301" sldId="294"/>
            <ac:spMk id="21" creationId="{071987B9-55F9-B160-31AC-7993DB4D7F49}"/>
          </ac:spMkLst>
        </pc:spChg>
        <pc:graphicFrameChg chg="add mod modGraphic">
          <ac:chgData name="Ryan Daniels" userId="S::rkd43@cam.ac.uk::aaa4fbe9-f474-4140-b10b-5257398ac308" providerId="AD" clId="Web-{189D6D4D-3534-479E-677C-8BB5280B98DF}" dt="2025-09-13T10:58:20.603" v="623" actId="1076"/>
          <ac:graphicFrameMkLst>
            <pc:docMk/>
            <pc:sldMk cId="493177301" sldId="294"/>
            <ac:graphicFrameMk id="4" creationId="{655635D9-C3F7-1009-AD1A-FD648A95C5A1}"/>
          </ac:graphicFrameMkLst>
        </pc:graphicFrameChg>
        <pc:graphicFrameChg chg="add mod modGraphic">
          <ac:chgData name="Ryan Daniels" userId="S::rkd43@cam.ac.uk::aaa4fbe9-f474-4140-b10b-5257398ac308" providerId="AD" clId="Web-{189D6D4D-3534-479E-677C-8BB5280B98DF}" dt="2025-09-13T10:58:20.650" v="624" actId="1076"/>
          <ac:graphicFrameMkLst>
            <pc:docMk/>
            <pc:sldMk cId="493177301" sldId="294"/>
            <ac:graphicFrameMk id="5" creationId="{953A6063-1BC4-9CD8-AE41-EA17FC0BD353}"/>
          </ac:graphicFrameMkLst>
        </pc:graphicFrameChg>
        <pc:graphicFrameChg chg="add del mod modGraphic">
          <ac:chgData name="Ryan Daniels" userId="S::rkd43@cam.ac.uk::aaa4fbe9-f474-4140-b10b-5257398ac308" providerId="AD" clId="Web-{189D6D4D-3534-479E-677C-8BB5280B98DF}" dt="2025-09-13T09:58:06.202" v="364"/>
          <ac:graphicFrameMkLst>
            <pc:docMk/>
            <pc:sldMk cId="493177301" sldId="294"/>
            <ac:graphicFrameMk id="6" creationId="{4804BE98-F5A5-651C-A1F7-DA4F080825E8}"/>
          </ac:graphicFrameMkLst>
        </pc:graphicFrameChg>
        <pc:graphicFrameChg chg="add mod modGraphic">
          <ac:chgData name="Ryan Daniels" userId="S::rkd43@cam.ac.uk::aaa4fbe9-f474-4140-b10b-5257398ac308" providerId="AD" clId="Web-{189D6D4D-3534-479E-677C-8BB5280B98DF}" dt="2025-09-13T10:58:20.697" v="625" actId="1076"/>
          <ac:graphicFrameMkLst>
            <pc:docMk/>
            <pc:sldMk cId="493177301" sldId="294"/>
            <ac:graphicFrameMk id="8" creationId="{54BF714A-279B-18E7-C999-5B5EC01DAE3C}"/>
          </ac:graphicFrameMkLst>
        </pc:graphicFrameChg>
        <pc:graphicFrameChg chg="add mod">
          <ac:chgData name="Ryan Daniels" userId="S::rkd43@cam.ac.uk::aaa4fbe9-f474-4140-b10b-5257398ac308" providerId="AD" clId="Web-{189D6D4D-3534-479E-677C-8BB5280B98DF}" dt="2025-09-13T10:58:20.869" v="629" actId="1076"/>
          <ac:graphicFrameMkLst>
            <pc:docMk/>
            <pc:sldMk cId="493177301" sldId="294"/>
            <ac:graphicFrameMk id="12" creationId="{C1D52326-DCFB-BB6D-07DF-C991AEDAB075}"/>
          </ac:graphicFrameMkLst>
        </pc:graphicFrameChg>
      </pc:sldChg>
      <pc:sldChg chg="modSp new addAnim modAnim">
        <pc:chgData name="Ryan Daniels" userId="S::rkd43@cam.ac.uk::aaa4fbe9-f474-4140-b10b-5257398ac308" providerId="AD" clId="Web-{189D6D4D-3534-479E-677C-8BB5280B98DF}" dt="2025-09-13T11:00:10.261" v="702"/>
        <pc:sldMkLst>
          <pc:docMk/>
          <pc:sldMk cId="2713179645" sldId="295"/>
        </pc:sldMkLst>
        <pc:spChg chg="mod">
          <ac:chgData name="Ryan Daniels" userId="S::rkd43@cam.ac.uk::aaa4fbe9-f474-4140-b10b-5257398ac308" providerId="AD" clId="Web-{189D6D4D-3534-479E-677C-8BB5280B98DF}" dt="2025-09-13T10:58:35.900" v="640" actId="20577"/>
          <ac:spMkLst>
            <pc:docMk/>
            <pc:sldMk cId="2713179645" sldId="295"/>
            <ac:spMk id="2" creationId="{B51CB59A-BE75-E9E2-725F-1FBE52E8CA49}"/>
          </ac:spMkLst>
        </pc:spChg>
        <pc:spChg chg="mod">
          <ac:chgData name="Ryan Daniels" userId="S::rkd43@cam.ac.uk::aaa4fbe9-f474-4140-b10b-5257398ac308" providerId="AD" clId="Web-{189D6D4D-3534-479E-677C-8BB5280B98DF}" dt="2025-09-13T11:00:01.401" v="700" actId="20577"/>
          <ac:spMkLst>
            <pc:docMk/>
            <pc:sldMk cId="2713179645" sldId="295"/>
            <ac:spMk id="3" creationId="{EBF0863C-1BE6-D429-C26B-BD4041593978}"/>
          </ac:spMkLst>
        </pc:spChg>
      </pc:sldChg>
    </pc:docChg>
  </pc:docChgLst>
  <pc:docChgLst>
    <pc:chgData name="Ryan Daniels" userId="S::rkd43@cam.ac.uk::aaa4fbe9-f474-4140-b10b-5257398ac308" providerId="AD" clId="Web-{322AC7E7-3D1F-207D-9EA8-71662C853C36}"/>
    <pc:docChg chg="addSld modSld sldOrd">
      <pc:chgData name="Ryan Daniels" userId="S::rkd43@cam.ac.uk::aaa4fbe9-f474-4140-b10b-5257398ac308" providerId="AD" clId="Web-{322AC7E7-3D1F-207D-9EA8-71662C853C36}" dt="2025-07-30T12:35:04.163" v="1266" actId="20577"/>
      <pc:docMkLst>
        <pc:docMk/>
      </pc:docMkLst>
      <pc:sldChg chg="addSp delSp modSp">
        <pc:chgData name="Ryan Daniels" userId="S::rkd43@cam.ac.uk::aaa4fbe9-f474-4140-b10b-5257398ac308" providerId="AD" clId="Web-{322AC7E7-3D1F-207D-9EA8-71662C853C36}" dt="2025-07-30T09:05:45.023" v="36"/>
        <pc:sldMkLst>
          <pc:docMk/>
          <pc:sldMk cId="109857222" sldId="256"/>
        </pc:sldMkLst>
      </pc:sldChg>
      <pc:sldChg chg="modSp">
        <pc:chgData name="Ryan Daniels" userId="S::rkd43@cam.ac.uk::aaa4fbe9-f474-4140-b10b-5257398ac308" providerId="AD" clId="Web-{322AC7E7-3D1F-207D-9EA8-71662C853C36}" dt="2025-07-30T12:35:04.163" v="1266" actId="20577"/>
        <pc:sldMkLst>
          <pc:docMk/>
          <pc:sldMk cId="2453881246" sldId="257"/>
        </pc:sldMkLst>
      </pc:sldChg>
      <pc:sldChg chg="modSp new">
        <pc:chgData name="Ryan Daniels" userId="S::rkd43@cam.ac.uk::aaa4fbe9-f474-4140-b10b-5257398ac308" providerId="AD" clId="Web-{322AC7E7-3D1F-207D-9EA8-71662C853C36}" dt="2025-07-30T10:59:59.939" v="366" actId="20577"/>
        <pc:sldMkLst>
          <pc:docMk/>
          <pc:sldMk cId="2867066340" sldId="258"/>
        </pc:sldMkLst>
      </pc:sldChg>
      <pc:sldChg chg="modSp new">
        <pc:chgData name="Ryan Daniels" userId="S::rkd43@cam.ac.uk::aaa4fbe9-f474-4140-b10b-5257398ac308" providerId="AD" clId="Web-{322AC7E7-3D1F-207D-9EA8-71662C853C36}" dt="2025-07-30T10:02:48.723" v="226" actId="20577"/>
        <pc:sldMkLst>
          <pc:docMk/>
          <pc:sldMk cId="4019642118" sldId="259"/>
        </pc:sldMkLst>
      </pc:sldChg>
      <pc:sldChg chg="addSp delSp modSp new">
        <pc:chgData name="Ryan Daniels" userId="S::rkd43@cam.ac.uk::aaa4fbe9-f474-4140-b10b-5257398ac308" providerId="AD" clId="Web-{322AC7E7-3D1F-207D-9EA8-71662C853C36}" dt="2025-07-30T10:52:04.266" v="282" actId="1076"/>
        <pc:sldMkLst>
          <pc:docMk/>
          <pc:sldMk cId="381968099" sldId="260"/>
        </pc:sldMkLst>
      </pc:sldChg>
      <pc:sldChg chg="addSp delSp modSp add replId">
        <pc:chgData name="Ryan Daniels" userId="S::rkd43@cam.ac.uk::aaa4fbe9-f474-4140-b10b-5257398ac308" providerId="AD" clId="Web-{322AC7E7-3D1F-207D-9EA8-71662C853C36}" dt="2025-07-30T10:52:08.422" v="283" actId="1076"/>
        <pc:sldMkLst>
          <pc:docMk/>
          <pc:sldMk cId="4215539975" sldId="261"/>
        </pc:sldMkLst>
      </pc:sldChg>
      <pc:sldChg chg="addSp delSp modSp add replId">
        <pc:chgData name="Ryan Daniels" userId="S::rkd43@cam.ac.uk::aaa4fbe9-f474-4140-b10b-5257398ac308" providerId="AD" clId="Web-{322AC7E7-3D1F-207D-9EA8-71662C853C36}" dt="2025-07-30T10:52:58.955" v="298" actId="1076"/>
        <pc:sldMkLst>
          <pc:docMk/>
          <pc:sldMk cId="3314154756" sldId="262"/>
        </pc:sldMkLst>
      </pc:sldChg>
      <pc:sldChg chg="add replId">
        <pc:chgData name="Ryan Daniels" userId="S::rkd43@cam.ac.uk::aaa4fbe9-f474-4140-b10b-5257398ac308" providerId="AD" clId="Web-{322AC7E7-3D1F-207D-9EA8-71662C853C36}" dt="2025-07-30T10:53:38.284" v="299"/>
        <pc:sldMkLst>
          <pc:docMk/>
          <pc:sldMk cId="3614989744" sldId="263"/>
        </pc:sldMkLst>
      </pc:sldChg>
      <pc:sldChg chg="delSp modSp add replId">
        <pc:chgData name="Ryan Daniels" userId="S::rkd43@cam.ac.uk::aaa4fbe9-f474-4140-b10b-5257398ac308" providerId="AD" clId="Web-{322AC7E7-3D1F-207D-9EA8-71662C853C36}" dt="2025-07-30T10:56:51.054" v="320" actId="20577"/>
        <pc:sldMkLst>
          <pc:docMk/>
          <pc:sldMk cId="345400715" sldId="264"/>
        </pc:sldMkLst>
      </pc:sldChg>
      <pc:sldChg chg="addSp delSp modSp new">
        <pc:chgData name="Ryan Daniels" userId="S::rkd43@cam.ac.uk::aaa4fbe9-f474-4140-b10b-5257398ac308" providerId="AD" clId="Web-{322AC7E7-3D1F-207D-9EA8-71662C853C36}" dt="2025-07-30T11:08:06.510" v="539" actId="1076"/>
        <pc:sldMkLst>
          <pc:docMk/>
          <pc:sldMk cId="2117504624" sldId="265"/>
        </pc:sldMkLst>
      </pc:sldChg>
      <pc:sldChg chg="addSp delSp modSp new ord addAnim">
        <pc:chgData name="Ryan Daniels" userId="S::rkd43@cam.ac.uk::aaa4fbe9-f474-4140-b10b-5257398ac308" providerId="AD" clId="Web-{322AC7E7-3D1F-207D-9EA8-71662C853C36}" dt="2025-07-30T11:07:47.540" v="535"/>
        <pc:sldMkLst>
          <pc:docMk/>
          <pc:sldMk cId="949410371" sldId="266"/>
        </pc:sldMkLst>
      </pc:sldChg>
      <pc:sldChg chg="modSp new">
        <pc:chgData name="Ryan Daniels" userId="S::rkd43@cam.ac.uk::aaa4fbe9-f474-4140-b10b-5257398ac308" providerId="AD" clId="Web-{322AC7E7-3D1F-207D-9EA8-71662C853C36}" dt="2025-07-30T11:11:37.782" v="568" actId="20577"/>
        <pc:sldMkLst>
          <pc:docMk/>
          <pc:sldMk cId="1207116668" sldId="267"/>
        </pc:sldMkLst>
      </pc:sldChg>
      <pc:sldChg chg="modSp new">
        <pc:chgData name="Ryan Daniels" userId="S::rkd43@cam.ac.uk::aaa4fbe9-f474-4140-b10b-5257398ac308" providerId="AD" clId="Web-{322AC7E7-3D1F-207D-9EA8-71662C853C36}" dt="2025-07-30T11:22:07.371" v="700" actId="20577"/>
        <pc:sldMkLst>
          <pc:docMk/>
          <pc:sldMk cId="2007794258" sldId="268"/>
        </pc:sldMkLst>
      </pc:sldChg>
      <pc:sldChg chg="addSp modSp add replId addAnim">
        <pc:chgData name="Ryan Daniels" userId="S::rkd43@cam.ac.uk::aaa4fbe9-f474-4140-b10b-5257398ac308" providerId="AD" clId="Web-{322AC7E7-3D1F-207D-9EA8-71662C853C36}" dt="2025-07-30T11:46:58.525" v="877"/>
        <pc:sldMkLst>
          <pc:docMk/>
          <pc:sldMk cId="1992118204" sldId="269"/>
        </pc:sldMkLst>
      </pc:sldChg>
      <pc:sldChg chg="addSp delSp modSp new addAnim">
        <pc:chgData name="Ryan Daniels" userId="S::rkd43@cam.ac.uk::aaa4fbe9-f474-4140-b10b-5257398ac308" providerId="AD" clId="Web-{322AC7E7-3D1F-207D-9EA8-71662C853C36}" dt="2025-07-30T11:47:23.213" v="880"/>
        <pc:sldMkLst>
          <pc:docMk/>
          <pc:sldMk cId="3554544442" sldId="270"/>
        </pc:sldMkLst>
      </pc:sldChg>
      <pc:sldChg chg="addSp delSp modSp new">
        <pc:chgData name="Ryan Daniels" userId="S::rkd43@cam.ac.uk::aaa4fbe9-f474-4140-b10b-5257398ac308" providerId="AD" clId="Web-{322AC7E7-3D1F-207D-9EA8-71662C853C36}" dt="2025-07-30T11:50:39.465" v="894" actId="1076"/>
        <pc:sldMkLst>
          <pc:docMk/>
          <pc:sldMk cId="3956270430" sldId="271"/>
        </pc:sldMkLst>
      </pc:sldChg>
      <pc:sldChg chg="modSp new">
        <pc:chgData name="Ryan Daniels" userId="S::rkd43@cam.ac.uk::aaa4fbe9-f474-4140-b10b-5257398ac308" providerId="AD" clId="Web-{322AC7E7-3D1F-207D-9EA8-71662C853C36}" dt="2025-07-30T12:04:45.264" v="1020" actId="20577"/>
        <pc:sldMkLst>
          <pc:docMk/>
          <pc:sldMk cId="267141784" sldId="272"/>
        </pc:sldMkLst>
      </pc:sldChg>
      <pc:sldChg chg="modSp new">
        <pc:chgData name="Ryan Daniels" userId="S::rkd43@cam.ac.uk::aaa4fbe9-f474-4140-b10b-5257398ac308" providerId="AD" clId="Web-{322AC7E7-3D1F-207D-9EA8-71662C853C36}" dt="2025-07-30T12:06:04.546" v="1068" actId="20577"/>
        <pc:sldMkLst>
          <pc:docMk/>
          <pc:sldMk cId="3391349917" sldId="273"/>
        </pc:sldMkLst>
      </pc:sldChg>
      <pc:sldChg chg="addSp modSp new">
        <pc:chgData name="Ryan Daniels" userId="S::rkd43@cam.ac.uk::aaa4fbe9-f474-4140-b10b-5257398ac308" providerId="AD" clId="Web-{322AC7E7-3D1F-207D-9EA8-71662C853C36}" dt="2025-07-30T12:16:29.664" v="1110" actId="1076"/>
        <pc:sldMkLst>
          <pc:docMk/>
          <pc:sldMk cId="3025598983" sldId="274"/>
        </pc:sldMkLst>
      </pc:sldChg>
      <pc:sldChg chg="modSp new">
        <pc:chgData name="Ryan Daniels" userId="S::rkd43@cam.ac.uk::aaa4fbe9-f474-4140-b10b-5257398ac308" providerId="AD" clId="Web-{322AC7E7-3D1F-207D-9EA8-71662C853C36}" dt="2025-07-30T12:18:56.107" v="1211" actId="20577"/>
        <pc:sldMkLst>
          <pc:docMk/>
          <pc:sldMk cId="1035996628" sldId="275"/>
        </pc:sldMkLst>
      </pc:sldChg>
      <pc:sldChg chg="modSp new mod modShow">
        <pc:chgData name="Ryan Daniels" userId="S::rkd43@cam.ac.uk::aaa4fbe9-f474-4140-b10b-5257398ac308" providerId="AD" clId="Web-{322AC7E7-3D1F-207D-9EA8-71662C853C36}" dt="2025-07-30T12:30:42.011" v="1258"/>
        <pc:sldMkLst>
          <pc:docMk/>
          <pc:sldMk cId="2704578491" sldId="276"/>
        </pc:sldMkLst>
      </pc:sldChg>
      <pc:sldChg chg="addSp delSp modSp new">
        <pc:chgData name="Ryan Daniels" userId="S::rkd43@cam.ac.uk::aaa4fbe9-f474-4140-b10b-5257398ac308" providerId="AD" clId="Web-{322AC7E7-3D1F-207D-9EA8-71662C853C36}" dt="2025-07-30T12:31:10.794" v="1265" actId="1076"/>
        <pc:sldMkLst>
          <pc:docMk/>
          <pc:sldMk cId="1883872821" sldId="277"/>
        </pc:sldMkLst>
      </pc:sldChg>
    </pc:docChg>
  </pc:docChgLst>
  <pc:docChgLst>
    <pc:chgData name="Ryan Daniels" userId="S::rkd43@cam.ac.uk::aaa4fbe9-f474-4140-b10b-5257398ac308" providerId="AD" clId="Web-{5FB06A33-2E2E-A888-B9BF-EF47A6C86F6E}"/>
    <pc:docChg chg="addSld delSld modSld">
      <pc:chgData name="Ryan Daniels" userId="S::rkd43@cam.ac.uk::aaa4fbe9-f474-4140-b10b-5257398ac308" providerId="AD" clId="Web-{5FB06A33-2E2E-A888-B9BF-EF47A6C86F6E}" dt="2025-09-09T13:36:45.410" v="415"/>
      <pc:docMkLst>
        <pc:docMk/>
      </pc:docMkLst>
      <pc:sldChg chg="modSp">
        <pc:chgData name="Ryan Daniels" userId="S::rkd43@cam.ac.uk::aaa4fbe9-f474-4140-b10b-5257398ac308" providerId="AD" clId="Web-{5FB06A33-2E2E-A888-B9BF-EF47A6C86F6E}" dt="2025-09-09T12:07:03.372" v="5" actId="20577"/>
        <pc:sldMkLst>
          <pc:docMk/>
          <pc:sldMk cId="1035996628" sldId="275"/>
        </pc:sldMkLst>
        <pc:spChg chg="mod">
          <ac:chgData name="Ryan Daniels" userId="S::rkd43@cam.ac.uk::aaa4fbe9-f474-4140-b10b-5257398ac308" providerId="AD" clId="Web-{5FB06A33-2E2E-A888-B9BF-EF47A6C86F6E}" dt="2025-09-09T12:07:03.372" v="5" actId="20577"/>
          <ac:spMkLst>
            <pc:docMk/>
            <pc:sldMk cId="1035996628" sldId="275"/>
            <ac:spMk id="3" creationId="{26BBA0D6-9CEE-5A43-8FE6-1F4021FBCAFD}"/>
          </ac:spMkLst>
        </pc:spChg>
      </pc:sldChg>
      <pc:sldChg chg="addSp modSp">
        <pc:chgData name="Ryan Daniels" userId="S::rkd43@cam.ac.uk::aaa4fbe9-f474-4140-b10b-5257398ac308" providerId="AD" clId="Web-{5FB06A33-2E2E-A888-B9BF-EF47A6C86F6E}" dt="2025-09-09T13:36:41.284" v="414" actId="1076"/>
        <pc:sldMkLst>
          <pc:docMk/>
          <pc:sldMk cId="2704578491" sldId="276"/>
        </pc:sldMkLst>
      </pc:sldChg>
      <pc:sldChg chg="delSp del">
        <pc:chgData name="Ryan Daniels" userId="S::rkd43@cam.ac.uk::aaa4fbe9-f474-4140-b10b-5257398ac308" providerId="AD" clId="Web-{5FB06A33-2E2E-A888-B9BF-EF47A6C86F6E}" dt="2025-09-09T13:36:45.410" v="415"/>
        <pc:sldMkLst>
          <pc:docMk/>
          <pc:sldMk cId="1883872821" sldId="277"/>
        </pc:sldMkLst>
      </pc:sldChg>
      <pc:sldChg chg="addSp delSp modSp new">
        <pc:chgData name="Ryan Daniels" userId="S::rkd43@cam.ac.uk::aaa4fbe9-f474-4140-b10b-5257398ac308" providerId="AD" clId="Web-{5FB06A33-2E2E-A888-B9BF-EF47A6C86F6E}" dt="2025-09-09T12:14:34.893" v="29" actId="1076"/>
        <pc:sldMkLst>
          <pc:docMk/>
          <pc:sldMk cId="3990571063" sldId="289"/>
        </pc:sldMkLst>
        <pc:spChg chg="mod">
          <ac:chgData name="Ryan Daniels" userId="S::rkd43@cam.ac.uk::aaa4fbe9-f474-4140-b10b-5257398ac308" providerId="AD" clId="Web-{5FB06A33-2E2E-A888-B9BF-EF47A6C86F6E}" dt="2025-09-09T12:13:20.063" v="12" actId="20577"/>
          <ac:spMkLst>
            <pc:docMk/>
            <pc:sldMk cId="3990571063" sldId="289"/>
            <ac:spMk id="2" creationId="{6DE8872B-321F-9DAD-F0ED-568E1E6FEE20}"/>
          </ac:spMkLst>
        </pc:spChg>
        <pc:spChg chg="add mod">
          <ac:chgData name="Ryan Daniels" userId="S::rkd43@cam.ac.uk::aaa4fbe9-f474-4140-b10b-5257398ac308" providerId="AD" clId="Web-{5FB06A33-2E2E-A888-B9BF-EF47A6C86F6E}" dt="2025-09-09T12:14:34.893" v="29" actId="1076"/>
          <ac:spMkLst>
            <pc:docMk/>
            <pc:sldMk cId="3990571063" sldId="289"/>
            <ac:spMk id="6" creationId="{5B6F17E1-285D-FC02-0564-C4D597EFE081}"/>
          </ac:spMkLst>
        </pc:spChg>
        <pc:picChg chg="add mod">
          <ac:chgData name="Ryan Daniels" userId="S::rkd43@cam.ac.uk::aaa4fbe9-f474-4140-b10b-5257398ac308" providerId="AD" clId="Web-{5FB06A33-2E2E-A888-B9BF-EF47A6C86F6E}" dt="2025-09-09T12:14:19.501" v="21" actId="1076"/>
          <ac:picMkLst>
            <pc:docMk/>
            <pc:sldMk cId="3990571063" sldId="289"/>
            <ac:picMk id="5" creationId="{C29A7DFC-A7F5-DDF8-3267-659E608CB9EF}"/>
          </ac:picMkLst>
        </pc:picChg>
      </pc:sldChg>
      <pc:sldChg chg="addSp delSp modSp new">
        <pc:chgData name="Ryan Daniels" userId="S::rkd43@cam.ac.uk::aaa4fbe9-f474-4140-b10b-5257398ac308" providerId="AD" clId="Web-{5FB06A33-2E2E-A888-B9BF-EF47A6C86F6E}" dt="2025-09-09T12:21:33.355" v="409" actId="1076"/>
        <pc:sldMkLst>
          <pc:docMk/>
          <pc:sldMk cId="3927874872" sldId="290"/>
        </pc:sldMkLst>
        <pc:spChg chg="mod">
          <ac:chgData name="Ryan Daniels" userId="S::rkd43@cam.ac.uk::aaa4fbe9-f474-4140-b10b-5257398ac308" providerId="AD" clId="Web-{5FB06A33-2E2E-A888-B9BF-EF47A6C86F6E}" dt="2025-09-09T12:15:40.646" v="34" actId="20577"/>
          <ac:spMkLst>
            <pc:docMk/>
            <pc:sldMk cId="3927874872" sldId="290"/>
            <ac:spMk id="2" creationId="{ADB96252-F3CA-60E3-8ABF-99A14B1C17BF}"/>
          </ac:spMkLst>
        </pc:spChg>
        <pc:spChg chg="add mod">
          <ac:chgData name="Ryan Daniels" userId="S::rkd43@cam.ac.uk::aaa4fbe9-f474-4140-b10b-5257398ac308" providerId="AD" clId="Web-{5FB06A33-2E2E-A888-B9BF-EF47A6C86F6E}" dt="2025-09-09T12:21:24.918" v="404" actId="14100"/>
          <ac:spMkLst>
            <pc:docMk/>
            <pc:sldMk cId="3927874872" sldId="290"/>
            <ac:spMk id="6" creationId="{DFBC5676-CEF5-25D8-9E2C-A75C6794EE4B}"/>
          </ac:spMkLst>
        </pc:spChg>
        <pc:spChg chg="add mod">
          <ac:chgData name="Ryan Daniels" userId="S::rkd43@cam.ac.uk::aaa4fbe9-f474-4140-b10b-5257398ac308" providerId="AD" clId="Web-{5FB06A33-2E2E-A888-B9BF-EF47A6C86F6E}" dt="2025-09-09T12:21:33.355" v="409" actId="1076"/>
          <ac:spMkLst>
            <pc:docMk/>
            <pc:sldMk cId="3927874872" sldId="290"/>
            <ac:spMk id="7" creationId="{6F9DB712-71EB-1064-40C9-4B3477EED38A}"/>
          </ac:spMkLst>
        </pc:spChg>
        <pc:graphicFrameChg chg="add mod modGraphic">
          <ac:chgData name="Ryan Daniels" userId="S::rkd43@cam.ac.uk::aaa4fbe9-f474-4140-b10b-5257398ac308" providerId="AD" clId="Web-{5FB06A33-2E2E-A888-B9BF-EF47A6C86F6E}" dt="2025-09-09T12:20:32.074" v="379" actId="1076"/>
          <ac:graphicFrameMkLst>
            <pc:docMk/>
            <pc:sldMk cId="3927874872" sldId="290"/>
            <ac:graphicFrameMk id="4" creationId="{CD91162D-9315-7F7F-17E8-9BD601A493DA}"/>
          </ac:graphicFrameMkLst>
        </pc:graphicFrameChg>
        <pc:graphicFrameChg chg="add mod modGraphic">
          <ac:chgData name="Ryan Daniels" userId="S::rkd43@cam.ac.uk::aaa4fbe9-f474-4140-b10b-5257398ac308" providerId="AD" clId="Web-{5FB06A33-2E2E-A888-B9BF-EF47A6C86F6E}" dt="2025-09-09T12:20:37.730" v="380" actId="1076"/>
          <ac:graphicFrameMkLst>
            <pc:docMk/>
            <pc:sldMk cId="3927874872" sldId="290"/>
            <ac:graphicFrameMk id="5" creationId="{16A0A5D4-9CFB-BF19-B7E4-6925ACF1C489}"/>
          </ac:graphicFrameMkLst>
        </pc:graphicFrameChg>
      </pc:sldChg>
    </pc:docChg>
  </pc:docChgLst>
  <pc:docChgLst>
    <pc:chgData name="Ryan Daniels" userId="S::rkd43@cam.ac.uk::aaa4fbe9-f474-4140-b10b-5257398ac308" providerId="AD" clId="Web-{C6910A1E-EBE7-FFC2-D63D-F23023DD8B7A}"/>
    <pc:docChg chg="addSld delSld modSld addMainMaster">
      <pc:chgData name="Ryan Daniels" userId="S::rkd43@cam.ac.uk::aaa4fbe9-f474-4140-b10b-5257398ac308" providerId="AD" clId="Web-{C6910A1E-EBE7-FFC2-D63D-F23023DD8B7A}" dt="2025-09-05T12:54:05.596" v="409"/>
      <pc:docMkLst>
        <pc:docMk/>
      </pc:docMkLst>
      <pc:sldChg chg="modSp">
        <pc:chgData name="Ryan Daniels" userId="S::rkd43@cam.ac.uk::aaa4fbe9-f474-4140-b10b-5257398ac308" providerId="AD" clId="Web-{C6910A1E-EBE7-FFC2-D63D-F23023DD8B7A}" dt="2025-09-05T12:54:05.596" v="409"/>
        <pc:sldMkLst>
          <pc:docMk/>
          <pc:sldMk cId="109857222" sldId="256"/>
        </pc:sldMkLst>
        <pc:spChg chg="mod">
          <ac:chgData name="Ryan Daniels" userId="S::rkd43@cam.ac.uk::aaa4fbe9-f474-4140-b10b-5257398ac308" providerId="AD" clId="Web-{C6910A1E-EBE7-FFC2-D63D-F23023DD8B7A}" dt="2025-09-05T12:54:05.549" v="407"/>
          <ac:spMkLst>
            <pc:docMk/>
            <pc:sldMk cId="109857222" sldId="256"/>
            <ac:spMk id="30" creationId="{F565E465-14D7-AC96-4BB8-C8E857DBA7A2}"/>
          </ac:spMkLst>
        </pc:spChg>
        <pc:spChg chg="mod">
          <ac:chgData name="Ryan Daniels" userId="S::rkd43@cam.ac.uk::aaa4fbe9-f474-4140-b10b-5257398ac308" providerId="AD" clId="Web-{C6910A1E-EBE7-FFC2-D63D-F23023DD8B7A}" dt="2025-09-05T12:54:05.549" v="408"/>
          <ac:spMkLst>
            <pc:docMk/>
            <pc:sldMk cId="109857222" sldId="256"/>
            <ac:spMk id="37" creationId="{B3483E34-C09F-DF87-AF53-2A6AFB5409B4}"/>
          </ac:spMkLst>
        </pc:spChg>
        <pc:spChg chg="mod">
          <ac:chgData name="Ryan Daniels" userId="S::rkd43@cam.ac.uk::aaa4fbe9-f474-4140-b10b-5257398ac308" providerId="AD" clId="Web-{C6910A1E-EBE7-FFC2-D63D-F23023DD8B7A}" dt="2025-09-05T12:54:05.596" v="409"/>
          <ac:spMkLst>
            <pc:docMk/>
            <pc:sldMk cId="109857222" sldId="256"/>
            <ac:spMk id="42" creationId="{924D63B4-71D9-DAC8-54D5-0543F2073663}"/>
          </ac:spMkLst>
        </pc:spChg>
      </pc:sldChg>
      <pc:sldChg chg="modSp">
        <pc:chgData name="Ryan Daniels" userId="S::rkd43@cam.ac.uk::aaa4fbe9-f474-4140-b10b-5257398ac308" providerId="AD" clId="Web-{C6910A1E-EBE7-FFC2-D63D-F23023DD8B7A}" dt="2025-09-05T11:42:20.469" v="326" actId="20577"/>
        <pc:sldMkLst>
          <pc:docMk/>
          <pc:sldMk cId="2867066340" sldId="258"/>
        </pc:sldMkLst>
        <pc:spChg chg="mod">
          <ac:chgData name="Ryan Daniels" userId="S::rkd43@cam.ac.uk::aaa4fbe9-f474-4140-b10b-5257398ac308" providerId="AD" clId="Web-{C6910A1E-EBE7-FFC2-D63D-F23023DD8B7A}" dt="2025-09-05T11:42:20.469" v="326" actId="20577"/>
          <ac:spMkLst>
            <pc:docMk/>
            <pc:sldMk cId="2867066340" sldId="258"/>
            <ac:spMk id="3" creationId="{237FBAAB-CDA1-22BF-507B-D3D60BD0D132}"/>
          </ac:spMkLst>
        </pc:spChg>
      </pc:sldChg>
      <pc:sldChg chg="modSp addAnim">
        <pc:chgData name="Ryan Daniels" userId="S::rkd43@cam.ac.uk::aaa4fbe9-f474-4140-b10b-5257398ac308" providerId="AD" clId="Web-{C6910A1E-EBE7-FFC2-D63D-F23023DD8B7A}" dt="2025-09-05T12:35:23.907" v="329" actId="20577"/>
        <pc:sldMkLst>
          <pc:docMk/>
          <pc:sldMk cId="4019642118" sldId="259"/>
        </pc:sldMkLst>
        <pc:spChg chg="mod">
          <ac:chgData name="Ryan Daniels" userId="S::rkd43@cam.ac.uk::aaa4fbe9-f474-4140-b10b-5257398ac308" providerId="AD" clId="Web-{C6910A1E-EBE7-FFC2-D63D-F23023DD8B7A}" dt="2025-09-05T12:35:23.907" v="329" actId="20577"/>
          <ac:spMkLst>
            <pc:docMk/>
            <pc:sldMk cId="4019642118" sldId="259"/>
            <ac:spMk id="3" creationId="{67770759-24B3-6ACF-AE7F-3832EE21694D}"/>
          </ac:spMkLst>
        </pc:spChg>
      </pc:sldChg>
      <pc:sldChg chg="addSp delSp modSp">
        <pc:chgData name="Ryan Daniels" userId="S::rkd43@cam.ac.uk::aaa4fbe9-f474-4140-b10b-5257398ac308" providerId="AD" clId="Web-{C6910A1E-EBE7-FFC2-D63D-F23023DD8B7A}" dt="2025-09-05T11:24:33.246" v="137"/>
        <pc:sldMkLst>
          <pc:docMk/>
          <pc:sldMk cId="381968099" sldId="260"/>
        </pc:sldMkLst>
        <pc:spChg chg="mod">
          <ac:chgData name="Ryan Daniels" userId="S::rkd43@cam.ac.uk::aaa4fbe9-f474-4140-b10b-5257398ac308" providerId="AD" clId="Web-{C6910A1E-EBE7-FFC2-D63D-F23023DD8B7A}" dt="2025-09-05T10:40:33.054" v="3" actId="20577"/>
          <ac:spMkLst>
            <pc:docMk/>
            <pc:sldMk cId="381968099" sldId="260"/>
            <ac:spMk id="3" creationId="{7FA640CD-7010-35B2-A656-D450E9B28868}"/>
          </ac:spMkLst>
        </pc:spChg>
        <pc:grpChg chg="add">
          <ac:chgData name="Ryan Daniels" userId="S::rkd43@cam.ac.uk::aaa4fbe9-f474-4140-b10b-5257398ac308" providerId="AD" clId="Web-{C6910A1E-EBE7-FFC2-D63D-F23023DD8B7A}" dt="2025-09-05T11:24:33.246" v="137"/>
          <ac:grpSpMkLst>
            <pc:docMk/>
            <pc:sldMk cId="381968099" sldId="260"/>
            <ac:grpSpMk id="18" creationId="{54A30038-88E0-8EDF-2B73-BD87DDDABA85}"/>
          </ac:grpSpMkLst>
        </pc:grpChg>
      </pc:sldChg>
      <pc:sldChg chg="addSp delSp modSp">
        <pc:chgData name="Ryan Daniels" userId="S::rkd43@cam.ac.uk::aaa4fbe9-f474-4140-b10b-5257398ac308" providerId="AD" clId="Web-{C6910A1E-EBE7-FFC2-D63D-F23023DD8B7A}" dt="2025-09-05T12:38:55.070" v="360"/>
        <pc:sldMkLst>
          <pc:docMk/>
          <pc:sldMk cId="4215539975" sldId="261"/>
        </pc:sldMkLst>
        <pc:spChg chg="mod">
          <ac:chgData name="Ryan Daniels" userId="S::rkd43@cam.ac.uk::aaa4fbe9-f474-4140-b10b-5257398ac308" providerId="AD" clId="Web-{C6910A1E-EBE7-FFC2-D63D-F23023DD8B7A}" dt="2025-09-05T10:41:00.398" v="8" actId="20577"/>
          <ac:spMkLst>
            <pc:docMk/>
            <pc:sldMk cId="4215539975" sldId="261"/>
            <ac:spMk id="3" creationId="{76766735-0309-177E-1CA9-F47F41B5AFF8}"/>
          </ac:spMkLst>
        </pc:spChg>
        <pc:spChg chg="topLvl">
          <ac:chgData name="Ryan Daniels" userId="S::rkd43@cam.ac.uk::aaa4fbe9-f474-4140-b10b-5257398ac308" providerId="AD" clId="Web-{C6910A1E-EBE7-FFC2-D63D-F23023DD8B7A}" dt="2025-09-05T12:38:55.070" v="360"/>
          <ac:spMkLst>
            <pc:docMk/>
            <pc:sldMk cId="4215539975" sldId="261"/>
            <ac:spMk id="8" creationId="{BBE2BABC-30B3-C26E-76CD-F37C4DFAA5E8}"/>
          </ac:spMkLst>
        </pc:spChg>
        <pc:spChg chg="topLvl">
          <ac:chgData name="Ryan Daniels" userId="S::rkd43@cam.ac.uk::aaa4fbe9-f474-4140-b10b-5257398ac308" providerId="AD" clId="Web-{C6910A1E-EBE7-FFC2-D63D-F23023DD8B7A}" dt="2025-09-05T12:38:55.070" v="360"/>
          <ac:spMkLst>
            <pc:docMk/>
            <pc:sldMk cId="4215539975" sldId="261"/>
            <ac:spMk id="9" creationId="{80F003A8-79F7-6B98-9144-F72037EEDAD6}"/>
          </ac:spMkLst>
        </pc:spChg>
        <pc:spChg chg="mod topLvl">
          <ac:chgData name="Ryan Daniels" userId="S::rkd43@cam.ac.uk::aaa4fbe9-f474-4140-b10b-5257398ac308" providerId="AD" clId="Web-{C6910A1E-EBE7-FFC2-D63D-F23023DD8B7A}" dt="2025-09-05T12:38:55.070" v="360"/>
          <ac:spMkLst>
            <pc:docMk/>
            <pc:sldMk cId="4215539975" sldId="261"/>
            <ac:spMk id="12" creationId="{CD428300-1448-C97B-83B7-000438C8A294}"/>
          </ac:spMkLst>
        </pc:spChg>
        <pc:cxnChg chg="topLvl">
          <ac:chgData name="Ryan Daniels" userId="S::rkd43@cam.ac.uk::aaa4fbe9-f474-4140-b10b-5257398ac308" providerId="AD" clId="Web-{C6910A1E-EBE7-FFC2-D63D-F23023DD8B7A}" dt="2025-09-05T12:38:55.070" v="360"/>
          <ac:cxnSpMkLst>
            <pc:docMk/>
            <pc:sldMk cId="4215539975" sldId="261"/>
            <ac:cxnSpMk id="7" creationId="{11DFA739-65C2-8589-7FED-D57ADD256953}"/>
          </ac:cxnSpMkLst>
        </pc:cxnChg>
        <pc:cxnChg chg="topLvl">
          <ac:chgData name="Ryan Daniels" userId="S::rkd43@cam.ac.uk::aaa4fbe9-f474-4140-b10b-5257398ac308" providerId="AD" clId="Web-{C6910A1E-EBE7-FFC2-D63D-F23023DD8B7A}" dt="2025-09-05T12:38:55.070" v="360"/>
          <ac:cxnSpMkLst>
            <pc:docMk/>
            <pc:sldMk cId="4215539975" sldId="261"/>
            <ac:cxnSpMk id="10" creationId="{49EABDBA-A95D-E416-E4FB-1C218E45FAAA}"/>
          </ac:cxnSpMkLst>
        </pc:cxnChg>
        <pc:cxnChg chg="topLvl">
          <ac:chgData name="Ryan Daniels" userId="S::rkd43@cam.ac.uk::aaa4fbe9-f474-4140-b10b-5257398ac308" providerId="AD" clId="Web-{C6910A1E-EBE7-FFC2-D63D-F23023DD8B7A}" dt="2025-09-05T12:38:55.070" v="360"/>
          <ac:cxnSpMkLst>
            <pc:docMk/>
            <pc:sldMk cId="4215539975" sldId="261"/>
            <ac:cxnSpMk id="11" creationId="{078E6EB0-2178-1FA9-88AB-A3EFD634971F}"/>
          </ac:cxnSpMkLst>
        </pc:cxnChg>
        <pc:cxnChg chg="topLvl">
          <ac:chgData name="Ryan Daniels" userId="S::rkd43@cam.ac.uk::aaa4fbe9-f474-4140-b10b-5257398ac308" providerId="AD" clId="Web-{C6910A1E-EBE7-FFC2-D63D-F23023DD8B7A}" dt="2025-09-05T12:38:55.070" v="360"/>
          <ac:cxnSpMkLst>
            <pc:docMk/>
            <pc:sldMk cId="4215539975" sldId="261"/>
            <ac:cxnSpMk id="13" creationId="{D0B88657-4E9C-5809-E8BF-49C687AE6A6C}"/>
          </ac:cxnSpMkLst>
        </pc:cxnChg>
        <pc:cxnChg chg="topLvl">
          <ac:chgData name="Ryan Daniels" userId="S::rkd43@cam.ac.uk::aaa4fbe9-f474-4140-b10b-5257398ac308" providerId="AD" clId="Web-{C6910A1E-EBE7-FFC2-D63D-F23023DD8B7A}" dt="2025-09-05T12:38:55.070" v="360"/>
          <ac:cxnSpMkLst>
            <pc:docMk/>
            <pc:sldMk cId="4215539975" sldId="261"/>
            <ac:cxnSpMk id="14" creationId="{EC8533F3-6551-CC33-2390-3A437D651E25}"/>
          </ac:cxnSpMkLst>
        </pc:cxnChg>
        <pc:cxnChg chg="topLvl">
          <ac:chgData name="Ryan Daniels" userId="S::rkd43@cam.ac.uk::aaa4fbe9-f474-4140-b10b-5257398ac308" providerId="AD" clId="Web-{C6910A1E-EBE7-FFC2-D63D-F23023DD8B7A}" dt="2025-09-05T12:38:55.070" v="360"/>
          <ac:cxnSpMkLst>
            <pc:docMk/>
            <pc:sldMk cId="4215539975" sldId="261"/>
            <ac:cxnSpMk id="16" creationId="{718EDB0A-1EF9-886A-40E9-B1ABB8FA44FF}"/>
          </ac:cxnSpMkLst>
        </pc:cxnChg>
      </pc:sldChg>
      <pc:sldChg chg="addSp delSp modSp">
        <pc:chgData name="Ryan Daniels" userId="S::rkd43@cam.ac.uk::aaa4fbe9-f474-4140-b10b-5257398ac308" providerId="AD" clId="Web-{C6910A1E-EBE7-FFC2-D63D-F23023DD8B7A}" dt="2025-09-05T11:25:49.341" v="144"/>
        <pc:sldMkLst>
          <pc:docMk/>
          <pc:sldMk cId="3314154756" sldId="262"/>
        </pc:sldMkLst>
        <pc:spChg chg="mod">
          <ac:chgData name="Ryan Daniels" userId="S::rkd43@cam.ac.uk::aaa4fbe9-f474-4140-b10b-5257398ac308" providerId="AD" clId="Web-{C6910A1E-EBE7-FFC2-D63D-F23023DD8B7A}" dt="2025-09-05T10:41:18.992" v="13" actId="14100"/>
          <ac:spMkLst>
            <pc:docMk/>
            <pc:sldMk cId="3314154756" sldId="262"/>
            <ac:spMk id="3" creationId="{3B3BC31E-B6A0-CE31-88E6-2F83ED0A7057}"/>
          </ac:spMkLst>
        </pc:spChg>
        <pc:grpChg chg="add">
          <ac:chgData name="Ryan Daniels" userId="S::rkd43@cam.ac.uk::aaa4fbe9-f474-4140-b10b-5257398ac308" providerId="AD" clId="Web-{C6910A1E-EBE7-FFC2-D63D-F23023DD8B7A}" dt="2025-09-05T11:25:49.341" v="144"/>
          <ac:grpSpMkLst>
            <pc:docMk/>
            <pc:sldMk cId="3314154756" sldId="262"/>
            <ac:grpSpMk id="23" creationId="{42E61793-7DF2-4378-6940-178B09B32624}"/>
          </ac:grpSpMkLst>
        </pc:grpChg>
      </pc:sldChg>
      <pc:sldChg chg="addSp delSp modSp del">
        <pc:chgData name="Ryan Daniels" userId="S::rkd43@cam.ac.uk::aaa4fbe9-f474-4140-b10b-5257398ac308" providerId="AD" clId="Web-{C6910A1E-EBE7-FFC2-D63D-F23023DD8B7A}" dt="2025-09-05T11:07:18.993" v="81"/>
        <pc:sldMkLst>
          <pc:docMk/>
          <pc:sldMk cId="3614989744" sldId="263"/>
        </pc:sldMkLst>
      </pc:sldChg>
      <pc:sldChg chg="modSp">
        <pc:chgData name="Ryan Daniels" userId="S::rkd43@cam.ac.uk::aaa4fbe9-f474-4140-b10b-5257398ac308" providerId="AD" clId="Web-{C6910A1E-EBE7-FFC2-D63D-F23023DD8B7A}" dt="2025-09-05T12:47:10.471" v="406" actId="20577"/>
        <pc:sldMkLst>
          <pc:docMk/>
          <pc:sldMk cId="3391349917" sldId="273"/>
        </pc:sldMkLst>
        <pc:spChg chg="mod">
          <ac:chgData name="Ryan Daniels" userId="S::rkd43@cam.ac.uk::aaa4fbe9-f474-4140-b10b-5257398ac308" providerId="AD" clId="Web-{C6910A1E-EBE7-FFC2-D63D-F23023DD8B7A}" dt="2025-09-05T12:47:10.471" v="406" actId="20577"/>
          <ac:spMkLst>
            <pc:docMk/>
            <pc:sldMk cId="3391349917" sldId="273"/>
            <ac:spMk id="3" creationId="{F62EF272-B4DB-1449-C5B9-C2484B3E3C89}"/>
          </ac:spMkLst>
        </pc:spChg>
      </pc:sldChg>
      <pc:sldChg chg="addSp delSp modSp new del">
        <pc:chgData name="Ryan Daniels" userId="S::rkd43@cam.ac.uk::aaa4fbe9-f474-4140-b10b-5257398ac308" providerId="AD" clId="Web-{C6910A1E-EBE7-FFC2-D63D-F23023DD8B7A}" dt="2025-09-05T11:26:46.123" v="171"/>
        <pc:sldMkLst>
          <pc:docMk/>
          <pc:sldMk cId="1621206488" sldId="278"/>
        </pc:sldMkLst>
      </pc:sldChg>
      <pc:sldChg chg="addSp delSp modSp add del replId">
        <pc:chgData name="Ryan Daniels" userId="S::rkd43@cam.ac.uk::aaa4fbe9-f474-4140-b10b-5257398ac308" providerId="AD" clId="Web-{C6910A1E-EBE7-FFC2-D63D-F23023DD8B7A}" dt="2025-09-05T12:44:22.481" v="402"/>
        <pc:sldMkLst>
          <pc:docMk/>
          <pc:sldMk cId="1837983492" sldId="279"/>
        </pc:sldMkLst>
      </pc:sldChg>
      <pc:sldChg chg="addSp modSp add del">
        <pc:chgData name="Ryan Daniels" userId="S::rkd43@cam.ac.uk::aaa4fbe9-f474-4140-b10b-5257398ac308" providerId="AD" clId="Web-{C6910A1E-EBE7-FFC2-D63D-F23023DD8B7A}" dt="2025-09-05T11:26:54.123" v="176"/>
        <pc:sldMkLst>
          <pc:docMk/>
          <pc:sldMk cId="871749574" sldId="280"/>
        </pc:sldMkLst>
      </pc:sldChg>
      <pc:sldChg chg="addSp modSp add del">
        <pc:chgData name="Ryan Daniels" userId="S::rkd43@cam.ac.uk::aaa4fbe9-f474-4140-b10b-5257398ac308" providerId="AD" clId="Web-{C6910A1E-EBE7-FFC2-D63D-F23023DD8B7A}" dt="2025-09-05T11:21:37.526" v="99"/>
        <pc:sldMkLst>
          <pc:docMk/>
          <pc:sldMk cId="3164457108" sldId="280"/>
        </pc:sldMkLst>
      </pc:sldChg>
      <pc:sldChg chg="add del">
        <pc:chgData name="Ryan Daniels" userId="S::rkd43@cam.ac.uk::aaa4fbe9-f474-4140-b10b-5257398ac308" providerId="AD" clId="Web-{C6910A1E-EBE7-FFC2-D63D-F23023DD8B7A}" dt="2025-09-05T11:21:37.526" v="98"/>
        <pc:sldMkLst>
          <pc:docMk/>
          <pc:sldMk cId="872193462" sldId="281"/>
        </pc:sldMkLst>
      </pc:sldChg>
      <pc:sldChg chg="modSp add del">
        <pc:chgData name="Ryan Daniels" userId="S::rkd43@cam.ac.uk::aaa4fbe9-f474-4140-b10b-5257398ac308" providerId="AD" clId="Web-{C6910A1E-EBE7-FFC2-D63D-F23023DD8B7A}" dt="2025-09-05T11:26:54.123" v="175"/>
        <pc:sldMkLst>
          <pc:docMk/>
          <pc:sldMk cId="1936986507" sldId="281"/>
        </pc:sldMkLst>
      </pc:sldChg>
      <pc:sldChg chg="add del">
        <pc:chgData name="Ryan Daniels" userId="S::rkd43@cam.ac.uk::aaa4fbe9-f474-4140-b10b-5257398ac308" providerId="AD" clId="Web-{C6910A1E-EBE7-FFC2-D63D-F23023DD8B7A}" dt="2025-09-05T11:21:37.526" v="97"/>
        <pc:sldMkLst>
          <pc:docMk/>
          <pc:sldMk cId="1524700509" sldId="282"/>
        </pc:sldMkLst>
      </pc:sldChg>
      <pc:sldChg chg="modSp add del">
        <pc:chgData name="Ryan Daniels" userId="S::rkd43@cam.ac.uk::aaa4fbe9-f474-4140-b10b-5257398ac308" providerId="AD" clId="Web-{C6910A1E-EBE7-FFC2-D63D-F23023DD8B7A}" dt="2025-09-05T11:26:54.123" v="174"/>
        <pc:sldMkLst>
          <pc:docMk/>
          <pc:sldMk cId="3476679305" sldId="282"/>
        </pc:sldMkLst>
      </pc:sldChg>
      <pc:sldChg chg="add del">
        <pc:chgData name="Ryan Daniels" userId="S::rkd43@cam.ac.uk::aaa4fbe9-f474-4140-b10b-5257398ac308" providerId="AD" clId="Web-{C6910A1E-EBE7-FFC2-D63D-F23023DD8B7A}" dt="2025-09-05T11:21:37.510" v="96"/>
        <pc:sldMkLst>
          <pc:docMk/>
          <pc:sldMk cId="1250665147" sldId="283"/>
        </pc:sldMkLst>
      </pc:sldChg>
      <pc:sldChg chg="modSp add del">
        <pc:chgData name="Ryan Daniels" userId="S::rkd43@cam.ac.uk::aaa4fbe9-f474-4140-b10b-5257398ac308" providerId="AD" clId="Web-{C6910A1E-EBE7-FFC2-D63D-F23023DD8B7A}" dt="2025-09-05T11:26:54.107" v="173"/>
        <pc:sldMkLst>
          <pc:docMk/>
          <pc:sldMk cId="2818913520" sldId="283"/>
        </pc:sldMkLst>
      </pc:sldChg>
      <pc:sldChg chg="modSp add del">
        <pc:chgData name="Ryan Daniels" userId="S::rkd43@cam.ac.uk::aaa4fbe9-f474-4140-b10b-5257398ac308" providerId="AD" clId="Web-{C6910A1E-EBE7-FFC2-D63D-F23023DD8B7A}" dt="2025-09-05T11:26:54.107" v="172"/>
        <pc:sldMkLst>
          <pc:docMk/>
          <pc:sldMk cId="1170092988" sldId="284"/>
        </pc:sldMkLst>
      </pc:sldChg>
      <pc:sldChg chg="add del">
        <pc:chgData name="Ryan Daniels" userId="S::rkd43@cam.ac.uk::aaa4fbe9-f474-4140-b10b-5257398ac308" providerId="AD" clId="Web-{C6910A1E-EBE7-FFC2-D63D-F23023DD8B7A}" dt="2025-09-05T11:21:37.510" v="95"/>
        <pc:sldMkLst>
          <pc:docMk/>
          <pc:sldMk cId="1491160617" sldId="284"/>
        </pc:sldMkLst>
      </pc:sldChg>
      <pc:sldChg chg="addSp delSp add del replId">
        <pc:chgData name="Ryan Daniels" userId="S::rkd43@cam.ac.uk::aaa4fbe9-f474-4140-b10b-5257398ac308" providerId="AD" clId="Web-{C6910A1E-EBE7-FFC2-D63D-F23023DD8B7A}" dt="2025-09-05T12:44:22.481" v="401"/>
        <pc:sldMkLst>
          <pc:docMk/>
          <pc:sldMk cId="2812028894" sldId="285"/>
        </pc:sldMkLst>
      </pc:sldChg>
      <pc:sldChg chg="addSp delSp modSp add replId addAnim delAnim">
        <pc:chgData name="Ryan Daniels" userId="S::rkd43@cam.ac.uk::aaa4fbe9-f474-4140-b10b-5257398ac308" providerId="AD" clId="Web-{C6910A1E-EBE7-FFC2-D63D-F23023DD8B7A}" dt="2025-09-05T11:41:14.179" v="317"/>
        <pc:sldMkLst>
          <pc:docMk/>
          <pc:sldMk cId="208803299" sldId="286"/>
        </pc:sldMkLst>
        <pc:spChg chg="add mod ord">
          <ac:chgData name="Ryan Daniels" userId="S::rkd43@cam.ac.uk::aaa4fbe9-f474-4140-b10b-5257398ac308" providerId="AD" clId="Web-{C6910A1E-EBE7-FFC2-D63D-F23023DD8B7A}" dt="2025-09-05T11:30:55.313" v="207"/>
          <ac:spMkLst>
            <pc:docMk/>
            <pc:sldMk cId="208803299" sldId="286"/>
            <ac:spMk id="4" creationId="{BA74D062-1FE6-92DF-D3BD-E6ECC325FD79}"/>
          </ac:spMkLst>
        </pc:spChg>
        <pc:spChg chg="add mod ord">
          <ac:chgData name="Ryan Daniels" userId="S::rkd43@cam.ac.uk::aaa4fbe9-f474-4140-b10b-5257398ac308" providerId="AD" clId="Web-{C6910A1E-EBE7-FFC2-D63D-F23023DD8B7A}" dt="2025-09-05T11:37:16.467" v="272" actId="1076"/>
          <ac:spMkLst>
            <pc:docMk/>
            <pc:sldMk cId="208803299" sldId="286"/>
            <ac:spMk id="5" creationId="{16C9448F-C867-8A29-B3F7-1D1BF3E5705D}"/>
          </ac:spMkLst>
        </pc:spChg>
        <pc:spChg chg="add mod">
          <ac:chgData name="Ryan Daniels" userId="S::rkd43@cam.ac.uk::aaa4fbe9-f474-4140-b10b-5257398ac308" providerId="AD" clId="Web-{C6910A1E-EBE7-FFC2-D63D-F23023DD8B7A}" dt="2025-09-05T11:35:06.065" v="261" actId="20577"/>
          <ac:spMkLst>
            <pc:docMk/>
            <pc:sldMk cId="208803299" sldId="286"/>
            <ac:spMk id="6" creationId="{BEB5F659-D94B-DAFA-9574-B1AAE0E9D1E6}"/>
          </ac:spMkLst>
        </pc:spChg>
        <pc:spChg chg="topLvl">
          <ac:chgData name="Ryan Daniels" userId="S::rkd43@cam.ac.uk::aaa4fbe9-f474-4140-b10b-5257398ac308" providerId="AD" clId="Web-{C6910A1E-EBE7-FFC2-D63D-F23023DD8B7A}" dt="2025-09-05T11:37:36.780" v="274"/>
          <ac:spMkLst>
            <pc:docMk/>
            <pc:sldMk cId="208803299" sldId="286"/>
            <ac:spMk id="9" creationId="{D48CA7B3-2A6C-3070-F1A7-2FB90B311B4B}"/>
          </ac:spMkLst>
        </pc:spChg>
        <pc:spChg chg="topLvl">
          <ac:chgData name="Ryan Daniels" userId="S::rkd43@cam.ac.uk::aaa4fbe9-f474-4140-b10b-5257398ac308" providerId="AD" clId="Web-{C6910A1E-EBE7-FFC2-D63D-F23023DD8B7A}" dt="2025-09-05T11:37:36.780" v="274"/>
          <ac:spMkLst>
            <pc:docMk/>
            <pc:sldMk cId="208803299" sldId="286"/>
            <ac:spMk id="10" creationId="{CD9A5DDD-0853-A42E-9CF0-D80BFAC0A201}"/>
          </ac:spMkLst>
        </pc:spChg>
        <pc:spChg chg="topLvl">
          <ac:chgData name="Ryan Daniels" userId="S::rkd43@cam.ac.uk::aaa4fbe9-f474-4140-b10b-5257398ac308" providerId="AD" clId="Web-{C6910A1E-EBE7-FFC2-D63D-F23023DD8B7A}" dt="2025-09-05T11:37:36.780" v="274"/>
          <ac:spMkLst>
            <pc:docMk/>
            <pc:sldMk cId="208803299" sldId="286"/>
            <ac:spMk id="13" creationId="{246852EB-8D2A-EE56-D709-8F27103EEBEF}"/>
          </ac:spMkLst>
        </pc:spChg>
        <pc:spChg chg="topLvl">
          <ac:chgData name="Ryan Daniels" userId="S::rkd43@cam.ac.uk::aaa4fbe9-f474-4140-b10b-5257398ac308" providerId="AD" clId="Web-{C6910A1E-EBE7-FFC2-D63D-F23023DD8B7A}" dt="2025-09-05T11:37:36.780" v="274"/>
          <ac:spMkLst>
            <pc:docMk/>
            <pc:sldMk cId="208803299" sldId="286"/>
            <ac:spMk id="14" creationId="{57B90F29-AED9-3218-795E-537CD90AC971}"/>
          </ac:spMkLst>
        </pc:spChg>
        <pc:spChg chg="add mod">
          <ac:chgData name="Ryan Daniels" userId="S::rkd43@cam.ac.uk::aaa4fbe9-f474-4140-b10b-5257398ac308" providerId="AD" clId="Web-{C6910A1E-EBE7-FFC2-D63D-F23023DD8B7A}" dt="2025-09-05T11:37:20.733" v="273" actId="1076"/>
          <ac:spMkLst>
            <pc:docMk/>
            <pc:sldMk cId="208803299" sldId="286"/>
            <ac:spMk id="25" creationId="{832AFF85-DB34-785E-C44E-5D92A6C40068}"/>
          </ac:spMkLst>
        </pc:spChg>
        <pc:spChg chg="add mod ord">
          <ac:chgData name="Ryan Daniels" userId="S::rkd43@cam.ac.uk::aaa4fbe9-f474-4140-b10b-5257398ac308" providerId="AD" clId="Web-{C6910A1E-EBE7-FFC2-D63D-F23023DD8B7A}" dt="2025-09-05T11:40:05.878" v="298" actId="1076"/>
          <ac:spMkLst>
            <pc:docMk/>
            <pc:sldMk cId="208803299" sldId="286"/>
            <ac:spMk id="29" creationId="{CFE25335-4D4C-25B1-1EB3-B8014FDEAE47}"/>
          </ac:spMkLst>
        </pc:spChg>
        <pc:spChg chg="add mod">
          <ac:chgData name="Ryan Daniels" userId="S::rkd43@cam.ac.uk::aaa4fbe9-f474-4140-b10b-5257398ac308" providerId="AD" clId="Web-{C6910A1E-EBE7-FFC2-D63D-F23023DD8B7A}" dt="2025-09-05T11:40:43.207" v="314" actId="1076"/>
          <ac:spMkLst>
            <pc:docMk/>
            <pc:sldMk cId="208803299" sldId="286"/>
            <ac:spMk id="31" creationId="{CA7B63CF-28A1-A53F-18DD-3792227088DB}"/>
          </ac:spMkLst>
        </pc:spChg>
        <pc:cxnChg chg="topLvl">
          <ac:chgData name="Ryan Daniels" userId="S::rkd43@cam.ac.uk::aaa4fbe9-f474-4140-b10b-5257398ac308" providerId="AD" clId="Web-{C6910A1E-EBE7-FFC2-D63D-F23023DD8B7A}" dt="2025-09-05T11:37:36.780" v="274"/>
          <ac:cxnSpMkLst>
            <pc:docMk/>
            <pc:sldMk cId="208803299" sldId="286"/>
            <ac:cxnSpMk id="8" creationId="{D18BF232-B32E-9CC0-1082-6F54661EF8B8}"/>
          </ac:cxnSpMkLst>
        </pc:cxnChg>
        <pc:cxnChg chg="topLvl">
          <ac:chgData name="Ryan Daniels" userId="S::rkd43@cam.ac.uk::aaa4fbe9-f474-4140-b10b-5257398ac308" providerId="AD" clId="Web-{C6910A1E-EBE7-FFC2-D63D-F23023DD8B7A}" dt="2025-09-05T11:37:36.780" v="274"/>
          <ac:cxnSpMkLst>
            <pc:docMk/>
            <pc:sldMk cId="208803299" sldId="286"/>
            <ac:cxnSpMk id="12" creationId="{F88CD167-94C8-49E3-0301-F340C14D3E46}"/>
          </ac:cxnSpMkLst>
        </pc:cxnChg>
        <pc:cxnChg chg="topLvl">
          <ac:chgData name="Ryan Daniels" userId="S::rkd43@cam.ac.uk::aaa4fbe9-f474-4140-b10b-5257398ac308" providerId="AD" clId="Web-{C6910A1E-EBE7-FFC2-D63D-F23023DD8B7A}" dt="2025-09-05T11:37:36.780" v="274"/>
          <ac:cxnSpMkLst>
            <pc:docMk/>
            <pc:sldMk cId="208803299" sldId="286"/>
            <ac:cxnSpMk id="23" creationId="{1A03887B-DC57-B954-059E-784A1B19A718}"/>
          </ac:cxnSpMkLst>
        </pc:cxnChg>
        <pc:cxnChg chg="add">
          <ac:chgData name="Ryan Daniels" userId="S::rkd43@cam.ac.uk::aaa4fbe9-f474-4140-b10b-5257398ac308" providerId="AD" clId="Web-{C6910A1E-EBE7-FFC2-D63D-F23023DD8B7A}" dt="2025-09-05T11:38:33.642" v="281"/>
          <ac:cxnSpMkLst>
            <pc:docMk/>
            <pc:sldMk cId="208803299" sldId="286"/>
            <ac:cxnSpMk id="27" creationId="{F147015C-DF63-5286-B5AD-519586E406EA}"/>
          </ac:cxnSpMkLst>
        </pc:cxnChg>
      </pc:sldChg>
      <pc:sldChg chg="addSp delSp modSp add replId">
        <pc:chgData name="Ryan Daniels" userId="S::rkd43@cam.ac.uk::aaa4fbe9-f474-4140-b10b-5257398ac308" providerId="AD" clId="Web-{C6910A1E-EBE7-FFC2-D63D-F23023DD8B7A}" dt="2025-09-05T12:40:23.291" v="370" actId="20577"/>
        <pc:sldMkLst>
          <pc:docMk/>
          <pc:sldMk cId="2107184837" sldId="287"/>
        </pc:sldMkLst>
        <pc:spChg chg="mod">
          <ac:chgData name="Ryan Daniels" userId="S::rkd43@cam.ac.uk::aaa4fbe9-f474-4140-b10b-5257398ac308" providerId="AD" clId="Web-{C6910A1E-EBE7-FFC2-D63D-F23023DD8B7A}" dt="2025-09-05T12:39:39.212" v="362" actId="20577"/>
          <ac:spMkLst>
            <pc:docMk/>
            <pc:sldMk cId="2107184837" sldId="287"/>
            <ac:spMk id="3" creationId="{1FE5CE0A-316F-8413-BF5B-B780D67F62B6}"/>
          </ac:spMkLst>
        </pc:spChg>
        <pc:spChg chg="topLvl">
          <ac:chgData name="Ryan Daniels" userId="S::rkd43@cam.ac.uk::aaa4fbe9-f474-4140-b10b-5257398ac308" providerId="AD" clId="Web-{C6910A1E-EBE7-FFC2-D63D-F23023DD8B7A}" dt="2025-09-05T12:36:44.878" v="333"/>
          <ac:spMkLst>
            <pc:docMk/>
            <pc:sldMk cId="2107184837" sldId="287"/>
            <ac:spMk id="9" creationId="{D6B71E0D-0424-ED13-1C94-5BFADCCA1AC6}"/>
          </ac:spMkLst>
        </pc:spChg>
        <pc:spChg chg="topLvl">
          <ac:chgData name="Ryan Daniels" userId="S::rkd43@cam.ac.uk::aaa4fbe9-f474-4140-b10b-5257398ac308" providerId="AD" clId="Web-{C6910A1E-EBE7-FFC2-D63D-F23023DD8B7A}" dt="2025-09-05T12:36:44.878" v="333"/>
          <ac:spMkLst>
            <pc:docMk/>
            <pc:sldMk cId="2107184837" sldId="287"/>
            <ac:spMk id="10" creationId="{A99FFDE7-9A3A-2373-B775-46823076A827}"/>
          </ac:spMkLst>
        </pc:spChg>
        <pc:spChg chg="add del mod topLvl">
          <ac:chgData name="Ryan Daniels" userId="S::rkd43@cam.ac.uk::aaa4fbe9-f474-4140-b10b-5257398ac308" providerId="AD" clId="Web-{C6910A1E-EBE7-FFC2-D63D-F23023DD8B7A}" dt="2025-09-05T12:40:21.713" v="369" actId="20577"/>
          <ac:spMkLst>
            <pc:docMk/>
            <pc:sldMk cId="2107184837" sldId="287"/>
            <ac:spMk id="13" creationId="{FD31A98A-D681-9219-E74D-9D94C39C7E71}"/>
          </ac:spMkLst>
        </pc:spChg>
        <pc:spChg chg="add del mod topLvl">
          <ac:chgData name="Ryan Daniels" userId="S::rkd43@cam.ac.uk::aaa4fbe9-f474-4140-b10b-5257398ac308" providerId="AD" clId="Web-{C6910A1E-EBE7-FFC2-D63D-F23023DD8B7A}" dt="2025-09-05T12:40:23.291" v="370" actId="20577"/>
          <ac:spMkLst>
            <pc:docMk/>
            <pc:sldMk cId="2107184837" sldId="287"/>
            <ac:spMk id="14" creationId="{24391474-77F4-D1CD-C8CD-63D71CDDE159}"/>
          </ac:spMkLst>
        </pc:spChg>
        <pc:spChg chg="add del topLvl">
          <ac:chgData name="Ryan Daniels" userId="S::rkd43@cam.ac.uk::aaa4fbe9-f474-4140-b10b-5257398ac308" providerId="AD" clId="Web-{C6910A1E-EBE7-FFC2-D63D-F23023DD8B7A}" dt="2025-09-05T12:37:44.660" v="345"/>
          <ac:spMkLst>
            <pc:docMk/>
            <pc:sldMk cId="2107184837" sldId="287"/>
            <ac:spMk id="19" creationId="{660DA9ED-45B5-8DC9-15AF-8CE2294DEEF5}"/>
          </ac:spMkLst>
        </pc:spChg>
        <pc:spChg chg="add del topLvl">
          <ac:chgData name="Ryan Daniels" userId="S::rkd43@cam.ac.uk::aaa4fbe9-f474-4140-b10b-5257398ac308" providerId="AD" clId="Web-{C6910A1E-EBE7-FFC2-D63D-F23023DD8B7A}" dt="2025-09-05T12:37:47.363" v="346"/>
          <ac:spMkLst>
            <pc:docMk/>
            <pc:sldMk cId="2107184837" sldId="287"/>
            <ac:spMk id="20" creationId="{F38D9023-45FB-B965-9FCD-AF38D9B13512}"/>
          </ac:spMkLst>
        </pc:spChg>
        <pc:picChg chg="add">
          <ac:chgData name="Ryan Daniels" userId="S::rkd43@cam.ac.uk::aaa4fbe9-f474-4140-b10b-5257398ac308" providerId="AD" clId="Web-{C6910A1E-EBE7-FFC2-D63D-F23023DD8B7A}" dt="2025-09-05T12:38:28.756" v="357"/>
          <ac:picMkLst>
            <pc:docMk/>
            <pc:sldMk cId="2107184837" sldId="287"/>
            <ac:picMk id="5" creationId="{224A28F0-BCAF-A0B6-5464-817E3669E48D}"/>
          </ac:picMkLst>
        </pc:picChg>
        <pc:picChg chg="add mod">
          <ac:chgData name="Ryan Daniels" userId="S::rkd43@cam.ac.uk::aaa4fbe9-f474-4140-b10b-5257398ac308" providerId="AD" clId="Web-{C6910A1E-EBE7-FFC2-D63D-F23023DD8B7A}" dt="2025-09-05T12:38:39.616" v="359" actId="1076"/>
          <ac:picMkLst>
            <pc:docMk/>
            <pc:sldMk cId="2107184837" sldId="287"/>
            <ac:picMk id="7" creationId="{E97A4457-AFDA-93D4-6B48-52F530CE37F2}"/>
          </ac:picMkLst>
        </pc:picChg>
        <pc:cxnChg chg="topLvl">
          <ac:chgData name="Ryan Daniels" userId="S::rkd43@cam.ac.uk::aaa4fbe9-f474-4140-b10b-5257398ac308" providerId="AD" clId="Web-{C6910A1E-EBE7-FFC2-D63D-F23023DD8B7A}" dt="2025-09-05T12:36:44.878" v="333"/>
          <ac:cxnSpMkLst>
            <pc:docMk/>
            <pc:sldMk cId="2107184837" sldId="287"/>
            <ac:cxnSpMk id="8" creationId="{EB684BC3-A1B1-7C8E-8035-619C6364C0A4}"/>
          </ac:cxnSpMkLst>
        </pc:cxnChg>
        <pc:cxnChg chg="topLvl">
          <ac:chgData name="Ryan Daniels" userId="S::rkd43@cam.ac.uk::aaa4fbe9-f474-4140-b10b-5257398ac308" providerId="AD" clId="Web-{C6910A1E-EBE7-FFC2-D63D-F23023DD8B7A}" dt="2025-09-05T12:36:44.878" v="333"/>
          <ac:cxnSpMkLst>
            <pc:docMk/>
            <pc:sldMk cId="2107184837" sldId="287"/>
            <ac:cxnSpMk id="22" creationId="{6509AF2C-6F88-7F95-C18A-59333118BFA9}"/>
          </ac:cxnSpMkLst>
        </pc:cxnChg>
      </pc:sldChg>
      <pc:sldChg chg="addSp delSp modSp add replId">
        <pc:chgData name="Ryan Daniels" userId="S::rkd43@cam.ac.uk::aaa4fbe9-f474-4140-b10b-5257398ac308" providerId="AD" clId="Web-{C6910A1E-EBE7-FFC2-D63D-F23023DD8B7A}" dt="2025-09-05T12:42:47.964" v="400" actId="1076"/>
        <pc:sldMkLst>
          <pc:docMk/>
          <pc:sldMk cId="2184979065" sldId="288"/>
        </pc:sldMkLst>
        <pc:spChg chg="mod">
          <ac:chgData name="Ryan Daniels" userId="S::rkd43@cam.ac.uk::aaa4fbe9-f474-4140-b10b-5257398ac308" providerId="AD" clId="Web-{C6910A1E-EBE7-FFC2-D63D-F23023DD8B7A}" dt="2025-09-05T12:40:29.838" v="371" actId="20577"/>
          <ac:spMkLst>
            <pc:docMk/>
            <pc:sldMk cId="2184979065" sldId="288"/>
            <ac:spMk id="13" creationId="{269D7F45-F51E-8165-55CF-BB33CE7EFCF3}"/>
          </ac:spMkLst>
        </pc:spChg>
        <pc:spChg chg="mod">
          <ac:chgData name="Ryan Daniels" userId="S::rkd43@cam.ac.uk::aaa4fbe9-f474-4140-b10b-5257398ac308" providerId="AD" clId="Web-{C6910A1E-EBE7-FFC2-D63D-F23023DD8B7A}" dt="2025-09-05T12:40:35.135" v="374" actId="20577"/>
          <ac:spMkLst>
            <pc:docMk/>
            <pc:sldMk cId="2184979065" sldId="288"/>
            <ac:spMk id="14" creationId="{B67B0968-58D3-F4FC-45FA-90DAAB13EF2B}"/>
          </ac:spMkLst>
        </pc:spChg>
        <pc:spChg chg="add mod">
          <ac:chgData name="Ryan Daniels" userId="S::rkd43@cam.ac.uk::aaa4fbe9-f474-4140-b10b-5257398ac308" providerId="AD" clId="Web-{C6910A1E-EBE7-FFC2-D63D-F23023DD8B7A}" dt="2025-09-05T12:41:41.823" v="393" actId="1076"/>
          <ac:spMkLst>
            <pc:docMk/>
            <pc:sldMk cId="2184979065" sldId="288"/>
            <ac:spMk id="16" creationId="{B50C4028-D2A3-3844-0A47-87400578F265}"/>
          </ac:spMkLst>
        </pc:spChg>
        <pc:picChg chg="add mod">
          <ac:chgData name="Ryan Daniels" userId="S::rkd43@cam.ac.uk::aaa4fbe9-f474-4140-b10b-5257398ac308" providerId="AD" clId="Web-{C6910A1E-EBE7-FFC2-D63D-F23023DD8B7A}" dt="2025-09-05T12:42:47.964" v="400" actId="1076"/>
          <ac:picMkLst>
            <pc:docMk/>
            <pc:sldMk cId="2184979065" sldId="288"/>
            <ac:picMk id="25" creationId="{FE9E2C9C-F70E-9F0F-B17B-6C82A2481442}"/>
          </ac:picMkLst>
        </pc:picChg>
        <pc:cxnChg chg="add">
          <ac:chgData name="Ryan Daniels" userId="S::rkd43@cam.ac.uk::aaa4fbe9-f474-4140-b10b-5257398ac308" providerId="AD" clId="Web-{C6910A1E-EBE7-FFC2-D63D-F23023DD8B7A}" dt="2025-09-05T12:40:07.931" v="364"/>
          <ac:cxnSpMkLst>
            <pc:docMk/>
            <pc:sldMk cId="2184979065" sldId="288"/>
            <ac:cxnSpMk id="6" creationId="{47DD117B-DCDC-5D5C-897B-FB5DA62F0EC2}"/>
          </ac:cxnSpMkLst>
        </pc:cxnChg>
        <pc:cxnChg chg="add">
          <ac:chgData name="Ryan Daniels" userId="S::rkd43@cam.ac.uk::aaa4fbe9-f474-4140-b10b-5257398ac308" providerId="AD" clId="Web-{C6910A1E-EBE7-FFC2-D63D-F23023DD8B7A}" dt="2025-09-05T12:40:07.962" v="366"/>
          <ac:cxnSpMkLst>
            <pc:docMk/>
            <pc:sldMk cId="2184979065" sldId="288"/>
            <ac:cxnSpMk id="18" creationId="{7EF5BE93-5092-D135-6BC4-FFDE9CE8AF7D}"/>
          </ac:cxnSpMkLst>
        </pc:cxnChg>
        <pc:cxnChg chg="add">
          <ac:chgData name="Ryan Daniels" userId="S::rkd43@cam.ac.uk::aaa4fbe9-f474-4140-b10b-5257398ac308" providerId="AD" clId="Web-{C6910A1E-EBE7-FFC2-D63D-F23023DD8B7A}" dt="2025-09-05T12:40:07.978" v="367"/>
          <ac:cxnSpMkLst>
            <pc:docMk/>
            <pc:sldMk cId="2184979065" sldId="288"/>
            <ac:cxnSpMk id="23" creationId="{5720B2C9-45DB-9708-8796-30C02442AE91}"/>
          </ac:cxnSpMkLst>
        </pc:cxnChg>
      </pc:sldChg>
      <pc:sldMasterChg chg="add addSldLayout">
        <pc:chgData name="Ryan Daniels" userId="S::rkd43@cam.ac.uk::aaa4fbe9-f474-4140-b10b-5257398ac308" providerId="AD" clId="Web-{C6910A1E-EBE7-FFC2-D63D-F23023DD8B7A}" dt="2025-09-05T11:21:58.932" v="100"/>
        <pc:sldMasterMkLst>
          <pc:docMk/>
          <pc:sldMasterMk cId="0" sldId="2147483659"/>
        </pc:sldMasterMkLst>
        <pc:sldLayoutChg chg="add">
          <pc:chgData name="Ryan Daniels" userId="S::rkd43@cam.ac.uk::aaa4fbe9-f474-4140-b10b-5257398ac308" providerId="AD" clId="Web-{C6910A1E-EBE7-FFC2-D63D-F23023DD8B7A}" dt="2025-09-05T11:21:58.932" v="100"/>
          <pc:sldLayoutMkLst>
            <pc:docMk/>
            <pc:sldMasterMk cId="0" sldId="2147483659"/>
            <pc:sldLayoutMk cId="0" sldId="2147483648"/>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49"/>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0"/>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1"/>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2"/>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3"/>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4"/>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5"/>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6"/>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7"/>
          </pc:sldLayoutMkLst>
        </pc:sldLayoutChg>
        <pc:sldLayoutChg chg="add">
          <pc:chgData name="Ryan Daniels" userId="S::rkd43@cam.ac.uk::aaa4fbe9-f474-4140-b10b-5257398ac308" providerId="AD" clId="Web-{C6910A1E-EBE7-FFC2-D63D-F23023DD8B7A}" dt="2025-09-05T11:21:58.932" v="100"/>
          <pc:sldLayoutMkLst>
            <pc:docMk/>
            <pc:sldMasterMk cId="0" sldId="2147483659"/>
            <pc:sldLayoutMk cId="0" sldId="2147483658"/>
          </pc:sldLayoutMkLst>
        </pc:sldLayoutChg>
      </pc:sldMasterChg>
    </pc:docChg>
  </pc:docChgLst>
  <pc:docChgLst>
    <pc:chgData clId="Web-{322AC7E7-3D1F-207D-9EA8-71662C853C36}"/>
    <pc:docChg chg="modSld">
      <pc:chgData name="" userId="" providerId="" clId="Web-{322AC7E7-3D1F-207D-9EA8-71662C853C36}" dt="2025-07-30T08:52:14.013" v="0"/>
      <pc:docMkLst>
        <pc:docMk/>
      </pc:docMkLst>
      <pc:sldChg chg="addSp">
        <pc:chgData name="" userId="" providerId="" clId="Web-{322AC7E7-3D1F-207D-9EA8-71662C853C36}" dt="2025-07-30T08:52:14.013" v="0"/>
        <pc:sldMkLst>
          <pc:docMk/>
          <pc:sldMk cId="109857222" sldId="256"/>
        </pc:sldMkLst>
      </pc:sldChg>
    </pc:docChg>
  </pc:docChgLst>
  <pc:docChgLst>
    <pc:chgData name="Ryan Daniels" userId="S::rkd43@cam.ac.uk::aaa4fbe9-f474-4140-b10b-5257398ac308" providerId="AD" clId="Web-{736EB52F-BFA5-91FB-8A40-3D361C136657}"/>
    <pc:docChg chg="modSld">
      <pc:chgData name="Ryan Daniels" userId="S::rkd43@cam.ac.uk::aaa4fbe9-f474-4140-b10b-5257398ac308" providerId="AD" clId="Web-{736EB52F-BFA5-91FB-8A40-3D361C136657}" dt="2025-09-13T13:36:05.240" v="5" actId="20577"/>
      <pc:docMkLst>
        <pc:docMk/>
      </pc:docMkLst>
      <pc:sldChg chg="modSp">
        <pc:chgData name="Ryan Daniels" userId="S::rkd43@cam.ac.uk::aaa4fbe9-f474-4140-b10b-5257398ac308" providerId="AD" clId="Web-{736EB52F-BFA5-91FB-8A40-3D361C136657}" dt="2025-09-13T13:36:05.240" v="5" actId="20577"/>
        <pc:sldMkLst>
          <pc:docMk/>
          <pc:sldMk cId="2713179645" sldId="295"/>
        </pc:sldMkLst>
        <pc:spChg chg="mod">
          <ac:chgData name="Ryan Daniels" userId="S::rkd43@cam.ac.uk::aaa4fbe9-f474-4140-b10b-5257398ac308" providerId="AD" clId="Web-{736EB52F-BFA5-91FB-8A40-3D361C136657}" dt="2025-09-13T13:36:05.240" v="5" actId="20577"/>
          <ac:spMkLst>
            <pc:docMk/>
            <pc:sldMk cId="2713179645" sldId="295"/>
            <ac:spMk id="3" creationId="{EBF0863C-1BE6-D429-C26B-BD4041593978}"/>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A276A98-A9C8-45C4-9495-B7E0D02675F4}" type="datetimeFigureOut">
              <a:t>5/6/26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944F51A-1069-4F0F-9839-0B9DFD816C48}" type="slidenum">
              <a:t>‹#›</a:t>
            </a:fld>
            <a:endParaRPr lang="en-GB"/>
          </a:p>
        </p:txBody>
      </p:sp>
    </p:spTree>
    <p:extLst>
      <p:ext uri="{BB962C8B-B14F-4D97-AF65-F5344CB8AC3E}">
        <p14:creationId xmlns:p14="http://schemas.microsoft.com/office/powerpoint/2010/main" val="31264445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[TIMINGS]</a:t>
            </a:r>
          </a:p>
          <a:p>
            <a:endParaRPr lang="en-US" dirty="0"/>
          </a:p>
          <a:p>
            <a:r>
              <a:rPr lang="en-US" dirty="0"/>
              <a:t>Practice: 40m</a:t>
            </a:r>
          </a:p>
          <a:p>
            <a:r>
              <a:rPr lang="en-US" dirty="0"/>
              <a:t>Target: 45m</a:t>
            </a:r>
          </a:p>
          <a:p>
            <a:endParaRPr lang="en-US" dirty="0"/>
          </a:p>
          <a:p>
            <a:r>
              <a:rPr lang="en-US" dirty="0"/>
              <a:t>Start time: 12:10</a:t>
            </a:r>
          </a:p>
          <a:p>
            <a:r>
              <a:rPr lang="en-US" dirty="0"/>
              <a:t>LUNCH: 12:30 – 13:30</a:t>
            </a:r>
          </a:p>
          <a:p>
            <a:r>
              <a:rPr lang="en-US" dirty="0"/>
              <a:t>End time: 13:55</a:t>
            </a:r>
          </a:p>
          <a:p>
            <a:endParaRPr lang="en-US" dirty="0"/>
          </a:p>
          <a:p>
            <a:r>
              <a:rPr lang="en-US" dirty="0"/>
              <a:t>---</a:t>
            </a:r>
          </a:p>
          <a:p>
            <a:endParaRPr lang="en-US" dirty="0"/>
          </a:p>
          <a:p>
            <a:endParaRPr lang="en-US" dirty="0"/>
          </a:p>
          <a:p>
            <a:r>
              <a:rPr lang="en-US" dirty="0"/>
              <a:t>T-SNE is just a ML algorithm used for dimension reduction, much like PCA but preserves local structure rather than global structure. PCA destroys local structures. T-SNE destroys global structure so adjacent clusters carry no meaning but within-cluster membership is meaningful.</a:t>
            </a:r>
          </a:p>
        </p:txBody>
      </p:sp>
      <p:sp>
        <p:nvSpPr>
          <p:cNvPr id="4" name="Slide Number Placeholder 3"/>
          <p:cNvSpPr>
            <a:spLocks noGrp="1"/>
          </p:cNvSpPr>
          <p:nvPr>
            <p:ph type="sldNum" sz="quarter" idx="5"/>
          </p:nvPr>
        </p:nvSpPr>
        <p:spPr/>
        <p:txBody>
          <a:bodyPr/>
          <a:lstStyle/>
          <a:p>
            <a:fld id="{6944F51A-1069-4F0F-9839-0B9DFD816C48}" type="slidenum">
              <a:rPr lang="en-GB" smtClean="0"/>
              <a:t>1</a:t>
            </a:fld>
            <a:endParaRPr lang="en-GB"/>
          </a:p>
        </p:txBody>
      </p:sp>
    </p:spTree>
    <p:extLst>
      <p:ext uri="{BB962C8B-B14F-4D97-AF65-F5344CB8AC3E}">
        <p14:creationId xmlns:p14="http://schemas.microsoft.com/office/powerpoint/2010/main" val="20846122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see a couple of improvements on this, though both of the following methods have been superseded by a simpler approach.</a:t>
            </a:r>
          </a:p>
        </p:txBody>
      </p:sp>
      <p:sp>
        <p:nvSpPr>
          <p:cNvPr id="4" name="Slide Number Placeholder 3"/>
          <p:cNvSpPr>
            <a:spLocks noGrp="1"/>
          </p:cNvSpPr>
          <p:nvPr>
            <p:ph type="sldNum" sz="quarter" idx="5"/>
          </p:nvPr>
        </p:nvSpPr>
        <p:spPr/>
        <p:txBody>
          <a:bodyPr/>
          <a:lstStyle/>
          <a:p>
            <a:fld id="{6944F51A-1069-4F0F-9839-0B9DFD816C48}" type="slidenum">
              <a:rPr lang="en-GB" smtClean="0"/>
              <a:t>15</a:t>
            </a:fld>
            <a:endParaRPr lang="en-GB"/>
          </a:p>
        </p:txBody>
      </p:sp>
    </p:spTree>
    <p:extLst>
      <p:ext uri="{BB962C8B-B14F-4D97-AF65-F5344CB8AC3E}">
        <p14:creationId xmlns:p14="http://schemas.microsoft.com/office/powerpoint/2010/main" val="30054130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944F51A-1069-4F0F-9839-0B9DFD816C48}" type="slidenum">
              <a:rPr lang="en-GB" smtClean="0"/>
              <a:t>21</a:t>
            </a:fld>
            <a:endParaRPr lang="en-GB"/>
          </a:p>
        </p:txBody>
      </p:sp>
    </p:spTree>
    <p:extLst>
      <p:ext uri="{BB962C8B-B14F-4D97-AF65-F5344CB8AC3E}">
        <p14:creationId xmlns:p14="http://schemas.microsoft.com/office/powerpoint/2010/main" val="34628994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an autoencoder-style architecture on </a:t>
            </a:r>
            <a:r>
              <a:rPr lang="en-US" dirty="0" err="1"/>
              <a:t>continous</a:t>
            </a:r>
            <a:r>
              <a:rPr lang="en-US" dirty="0"/>
              <a:t> bag of words task: Given the surrounding context, predict the masked word.</a:t>
            </a:r>
          </a:p>
          <a:p>
            <a:endParaRPr lang="en-US" dirty="0"/>
          </a:p>
          <a:p>
            <a:r>
              <a:rPr lang="en-US" dirty="0"/>
              <a:t>d = embedding dimension</a:t>
            </a:r>
          </a:p>
          <a:p>
            <a:endParaRPr lang="en-US" dirty="0"/>
          </a:p>
          <a:p>
            <a:r>
              <a:rPr lang="en-US" dirty="0"/>
              <a:t>Weights are adjusted via backpropagation. </a:t>
            </a:r>
          </a:p>
          <a:p>
            <a:endParaRPr lang="en-US" dirty="0"/>
          </a:p>
          <a:p>
            <a:r>
              <a:rPr lang="en-US" dirty="0"/>
              <a:t>Once trained, throw away the task and the weight matrix is the embedding table</a:t>
            </a:r>
          </a:p>
          <a:p>
            <a:endParaRPr lang="en-US" dirty="0"/>
          </a:p>
          <a:p>
            <a:r>
              <a:rPr lang="en-GB" dirty="0"/>
              <a:t>Because words that appear in similar contexts get pulled toward each other in vector space during training. "King" and "queen" appear near similar words ("throne", "royal", "reign"), so their vectors end up close together.</a:t>
            </a:r>
            <a:endParaRPr lang="en-US" dirty="0"/>
          </a:p>
          <a:p>
            <a:endParaRPr lang="en-US" dirty="0"/>
          </a:p>
          <a:p>
            <a:endParaRPr lang="en-US" dirty="0"/>
          </a:p>
        </p:txBody>
      </p:sp>
      <p:sp>
        <p:nvSpPr>
          <p:cNvPr id="4" name="Slide Number Placeholder 3"/>
          <p:cNvSpPr>
            <a:spLocks noGrp="1"/>
          </p:cNvSpPr>
          <p:nvPr>
            <p:ph type="sldNum" sz="quarter" idx="5"/>
          </p:nvPr>
        </p:nvSpPr>
        <p:spPr/>
        <p:txBody>
          <a:bodyPr/>
          <a:lstStyle/>
          <a:p>
            <a:fld id="{6944F51A-1069-4F0F-9839-0B9DFD816C48}" type="slidenum">
              <a:rPr lang="en-GB" smtClean="0"/>
              <a:t>24</a:t>
            </a:fld>
            <a:endParaRPr lang="en-GB"/>
          </a:p>
        </p:txBody>
      </p:sp>
    </p:spTree>
    <p:extLst>
      <p:ext uri="{BB962C8B-B14F-4D97-AF65-F5344CB8AC3E}">
        <p14:creationId xmlns:p14="http://schemas.microsoft.com/office/powerpoint/2010/main" val="352826014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Typical embedding size: 750 - 1500</a:t>
            </a:r>
          </a:p>
        </p:txBody>
      </p:sp>
      <p:sp>
        <p:nvSpPr>
          <p:cNvPr id="4" name="Slide Number Placeholder 3"/>
          <p:cNvSpPr>
            <a:spLocks noGrp="1"/>
          </p:cNvSpPr>
          <p:nvPr>
            <p:ph type="sldNum" sz="quarter" idx="5"/>
          </p:nvPr>
        </p:nvSpPr>
        <p:spPr/>
        <p:txBody>
          <a:bodyPr/>
          <a:lstStyle/>
          <a:p>
            <a:fld id="{6944F51A-1069-4F0F-9839-0B9DFD816C48}" type="slidenum">
              <a:rPr lang="en-GB" smtClean="0"/>
              <a:t>25</a:t>
            </a:fld>
            <a:endParaRPr lang="en-GB"/>
          </a:p>
        </p:txBody>
      </p:sp>
    </p:spTree>
    <p:extLst>
      <p:ext uri="{BB962C8B-B14F-4D97-AF65-F5344CB8AC3E}">
        <p14:creationId xmlns:p14="http://schemas.microsoft.com/office/powerpoint/2010/main" val="22377285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need positional embeddings as the transformer architecture does not natively encode order.</a:t>
            </a:r>
          </a:p>
          <a:p>
            <a:endParaRPr lang="en-US" dirty="0"/>
          </a:p>
          <a:p>
            <a:r>
              <a:rPr lang="en-US" dirty="0"/>
              <a:t>Without positional embeddings</a:t>
            </a:r>
          </a:p>
          <a:p>
            <a:endParaRPr lang="en-US" dirty="0"/>
          </a:p>
          <a:p>
            <a:r>
              <a:rPr lang="en-US" dirty="0"/>
              <a:t>“The cat sat on the mat” would be embedded identically to “The mat sat on the cat”, which the transformer architecture wouldn’t discriminate during training.</a:t>
            </a:r>
          </a:p>
        </p:txBody>
      </p:sp>
      <p:sp>
        <p:nvSpPr>
          <p:cNvPr id="4" name="Slide Number Placeholder 3"/>
          <p:cNvSpPr>
            <a:spLocks noGrp="1"/>
          </p:cNvSpPr>
          <p:nvPr>
            <p:ph type="sldNum" sz="quarter" idx="5"/>
          </p:nvPr>
        </p:nvSpPr>
        <p:spPr/>
        <p:txBody>
          <a:bodyPr/>
          <a:lstStyle/>
          <a:p>
            <a:fld id="{6944F51A-1069-4F0F-9839-0B9DFD816C48}" type="slidenum">
              <a:rPr lang="en-GB" smtClean="0"/>
              <a:t>27</a:t>
            </a:fld>
            <a:endParaRPr lang="en-GB"/>
          </a:p>
        </p:txBody>
      </p:sp>
    </p:spTree>
    <p:extLst>
      <p:ext uri="{BB962C8B-B14F-4D97-AF65-F5344CB8AC3E}">
        <p14:creationId xmlns:p14="http://schemas.microsoft.com/office/powerpoint/2010/main" val="175077667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GB"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GB"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Date Placeholder 4"/>
          <p:cNvSpPr>
            <a:spLocks noGrp="1"/>
          </p:cNvSpPr>
          <p:nvPr>
            <p:ph type="dt" sz="half" idx="10"/>
          </p:nvPr>
        </p:nvSpPr>
        <p:spPr/>
        <p:txBody>
          <a:bodyPr/>
          <a:lstStyle/>
          <a:p>
            <a:fld id="{846CE7D5-CF57-46EF-B807-FDD0502418D4}" type="datetimeFigureOut">
              <a:rPr lang="en-GB" smtClean="0"/>
              <a:t>06/05/2026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GB"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7" name="Date Placeholder 6"/>
          <p:cNvSpPr>
            <a:spLocks noGrp="1"/>
          </p:cNvSpPr>
          <p:nvPr>
            <p:ph type="dt" sz="half" idx="10"/>
          </p:nvPr>
        </p:nvSpPr>
        <p:spPr/>
        <p:txBody>
          <a:bodyPr/>
          <a:lstStyle/>
          <a:p>
            <a:fld id="{846CE7D5-CF57-46EF-B807-FDD0502418D4}" type="datetimeFigureOut">
              <a:rPr lang="en-GB" smtClean="0"/>
              <a:t>06/05/2026</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Date Placeholder 2"/>
          <p:cNvSpPr>
            <a:spLocks noGrp="1"/>
          </p:cNvSpPr>
          <p:nvPr>
            <p:ph type="dt" sz="half" idx="10"/>
          </p:nvPr>
        </p:nvSpPr>
        <p:spPr/>
        <p:txBody>
          <a:bodyPr/>
          <a:lstStyle/>
          <a:p>
            <a:fld id="{846CE7D5-CF57-46EF-B807-FDD0502418D4}" type="datetimeFigureOut">
              <a:rPr lang="en-GB" smtClean="0"/>
              <a:t>06/05/2026</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GB" smtClean="0"/>
              <a:t>06/05/2026</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GB"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GB"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GB" smtClean="0"/>
              <a:t>06/05/2026</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GB"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10"/>
          </p:nvPr>
        </p:nvSpPr>
        <p:spPr/>
        <p:txBody>
          <a:bodyPr/>
          <a:lstStyle/>
          <a:p>
            <a:fld id="{846CE7D5-CF57-46EF-B807-FDD0502418D4}" type="datetimeFigureOut">
              <a:rPr lang="en-GB" smtClean="0"/>
              <a:t>06/05/2026</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30EA680-D336-4FF7-8B7A-9848BB0A1C32}" type="slidenum">
              <a:rPr lang="en-GB" smtClean="0"/>
              <a:t>‹#›</a:t>
            </a:fld>
            <a:endParaRPr lang="en-GB"/>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415611" y="992767"/>
            <a:ext cx="11360800" cy="27368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6933"/>
            </a:lvl1pPr>
            <a:lvl2pPr lvl="1" algn="ctr">
              <a:spcBef>
                <a:spcPts val="0"/>
              </a:spcBef>
              <a:spcAft>
                <a:spcPts val="0"/>
              </a:spcAft>
              <a:buSzPts val="5200"/>
              <a:buNone/>
              <a:defRPr sz="6933"/>
            </a:lvl2pPr>
            <a:lvl3pPr lvl="2" algn="ctr">
              <a:spcBef>
                <a:spcPts val="0"/>
              </a:spcBef>
              <a:spcAft>
                <a:spcPts val="0"/>
              </a:spcAft>
              <a:buSzPts val="5200"/>
              <a:buNone/>
              <a:defRPr sz="6933"/>
            </a:lvl3pPr>
            <a:lvl4pPr lvl="3" algn="ctr">
              <a:spcBef>
                <a:spcPts val="0"/>
              </a:spcBef>
              <a:spcAft>
                <a:spcPts val="0"/>
              </a:spcAft>
              <a:buSzPts val="5200"/>
              <a:buNone/>
              <a:defRPr sz="6933"/>
            </a:lvl4pPr>
            <a:lvl5pPr lvl="4" algn="ctr">
              <a:spcBef>
                <a:spcPts val="0"/>
              </a:spcBef>
              <a:spcAft>
                <a:spcPts val="0"/>
              </a:spcAft>
              <a:buSzPts val="5200"/>
              <a:buNone/>
              <a:defRPr sz="6933"/>
            </a:lvl5pPr>
            <a:lvl6pPr lvl="5" algn="ctr">
              <a:spcBef>
                <a:spcPts val="0"/>
              </a:spcBef>
              <a:spcAft>
                <a:spcPts val="0"/>
              </a:spcAft>
              <a:buSzPts val="5200"/>
              <a:buNone/>
              <a:defRPr sz="6933"/>
            </a:lvl6pPr>
            <a:lvl7pPr lvl="6" algn="ctr">
              <a:spcBef>
                <a:spcPts val="0"/>
              </a:spcBef>
              <a:spcAft>
                <a:spcPts val="0"/>
              </a:spcAft>
              <a:buSzPts val="5200"/>
              <a:buNone/>
              <a:defRPr sz="6933"/>
            </a:lvl7pPr>
            <a:lvl8pPr lvl="7" algn="ctr">
              <a:spcBef>
                <a:spcPts val="0"/>
              </a:spcBef>
              <a:spcAft>
                <a:spcPts val="0"/>
              </a:spcAft>
              <a:buSzPts val="5200"/>
              <a:buNone/>
              <a:defRPr sz="6933"/>
            </a:lvl8pPr>
            <a:lvl9pPr lvl="8" algn="ctr">
              <a:spcBef>
                <a:spcPts val="0"/>
              </a:spcBef>
              <a:spcAft>
                <a:spcPts val="0"/>
              </a:spcAft>
              <a:buSzPts val="5200"/>
              <a:buNone/>
              <a:defRPr sz="6933"/>
            </a:lvl9pPr>
          </a:lstStyle>
          <a:p>
            <a:endParaRPr/>
          </a:p>
        </p:txBody>
      </p:sp>
      <p:sp>
        <p:nvSpPr>
          <p:cNvPr id="11" name="Google Shape;11;p2"/>
          <p:cNvSpPr txBox="1">
            <a:spLocks noGrp="1"/>
          </p:cNvSpPr>
          <p:nvPr>
            <p:ph type="subTitle" idx="1"/>
          </p:nvPr>
        </p:nvSpPr>
        <p:spPr>
          <a:xfrm>
            <a:off x="415600" y="3778833"/>
            <a:ext cx="11360800" cy="105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3733"/>
            </a:lvl1pPr>
            <a:lvl2pPr lvl="1" algn="ctr">
              <a:lnSpc>
                <a:spcPct val="100000"/>
              </a:lnSpc>
              <a:spcBef>
                <a:spcPts val="0"/>
              </a:spcBef>
              <a:spcAft>
                <a:spcPts val="0"/>
              </a:spcAft>
              <a:buSzPts val="2800"/>
              <a:buNone/>
              <a:defRPr sz="3733"/>
            </a:lvl2pPr>
            <a:lvl3pPr lvl="2" algn="ctr">
              <a:lnSpc>
                <a:spcPct val="100000"/>
              </a:lnSpc>
              <a:spcBef>
                <a:spcPts val="0"/>
              </a:spcBef>
              <a:spcAft>
                <a:spcPts val="0"/>
              </a:spcAft>
              <a:buSzPts val="2800"/>
              <a:buNone/>
              <a:defRPr sz="3733"/>
            </a:lvl3pPr>
            <a:lvl4pPr lvl="3" algn="ctr">
              <a:lnSpc>
                <a:spcPct val="100000"/>
              </a:lnSpc>
              <a:spcBef>
                <a:spcPts val="0"/>
              </a:spcBef>
              <a:spcAft>
                <a:spcPts val="0"/>
              </a:spcAft>
              <a:buSzPts val="2800"/>
              <a:buNone/>
              <a:defRPr sz="3733"/>
            </a:lvl4pPr>
            <a:lvl5pPr lvl="4" algn="ctr">
              <a:lnSpc>
                <a:spcPct val="100000"/>
              </a:lnSpc>
              <a:spcBef>
                <a:spcPts val="0"/>
              </a:spcBef>
              <a:spcAft>
                <a:spcPts val="0"/>
              </a:spcAft>
              <a:buSzPts val="2800"/>
              <a:buNone/>
              <a:defRPr sz="3733"/>
            </a:lvl5pPr>
            <a:lvl6pPr lvl="5" algn="ctr">
              <a:lnSpc>
                <a:spcPct val="100000"/>
              </a:lnSpc>
              <a:spcBef>
                <a:spcPts val="0"/>
              </a:spcBef>
              <a:spcAft>
                <a:spcPts val="0"/>
              </a:spcAft>
              <a:buSzPts val="2800"/>
              <a:buNone/>
              <a:defRPr sz="3733"/>
            </a:lvl6pPr>
            <a:lvl7pPr lvl="6" algn="ctr">
              <a:lnSpc>
                <a:spcPct val="100000"/>
              </a:lnSpc>
              <a:spcBef>
                <a:spcPts val="0"/>
              </a:spcBef>
              <a:spcAft>
                <a:spcPts val="0"/>
              </a:spcAft>
              <a:buSzPts val="2800"/>
              <a:buNone/>
              <a:defRPr sz="3733"/>
            </a:lvl7pPr>
            <a:lvl8pPr lvl="7" algn="ctr">
              <a:lnSpc>
                <a:spcPct val="100000"/>
              </a:lnSpc>
              <a:spcBef>
                <a:spcPts val="0"/>
              </a:spcBef>
              <a:spcAft>
                <a:spcPts val="0"/>
              </a:spcAft>
              <a:buSzPts val="2800"/>
              <a:buNone/>
              <a:defRPr sz="3733"/>
            </a:lvl8pPr>
            <a:lvl9pPr lvl="8" algn="ctr">
              <a:lnSpc>
                <a:spcPct val="100000"/>
              </a:lnSpc>
              <a:spcBef>
                <a:spcPts val="0"/>
              </a:spcBef>
              <a:spcAft>
                <a:spcPts val="0"/>
              </a:spcAft>
              <a:buSzPts val="2800"/>
              <a:buNone/>
              <a:defRPr sz="3733"/>
            </a:lvl9pPr>
          </a:lstStyle>
          <a:p>
            <a:endParaRPr/>
          </a:p>
        </p:txBody>
      </p:sp>
      <p:sp>
        <p:nvSpPr>
          <p:cNvPr id="12" name="Google Shape;12;p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415600" y="2867800"/>
            <a:ext cx="113608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4800"/>
            </a:lvl1pPr>
            <a:lvl2pPr lvl="1" algn="ctr">
              <a:spcBef>
                <a:spcPts val="0"/>
              </a:spcBef>
              <a:spcAft>
                <a:spcPts val="0"/>
              </a:spcAft>
              <a:buSzPts val="3600"/>
              <a:buNone/>
              <a:defRPr sz="4800"/>
            </a:lvl2pPr>
            <a:lvl3pPr lvl="2" algn="ctr">
              <a:spcBef>
                <a:spcPts val="0"/>
              </a:spcBef>
              <a:spcAft>
                <a:spcPts val="0"/>
              </a:spcAft>
              <a:buSzPts val="3600"/>
              <a:buNone/>
              <a:defRPr sz="4800"/>
            </a:lvl3pPr>
            <a:lvl4pPr lvl="3" algn="ctr">
              <a:spcBef>
                <a:spcPts val="0"/>
              </a:spcBef>
              <a:spcAft>
                <a:spcPts val="0"/>
              </a:spcAft>
              <a:buSzPts val="3600"/>
              <a:buNone/>
              <a:defRPr sz="4800"/>
            </a:lvl4pPr>
            <a:lvl5pPr lvl="4" algn="ctr">
              <a:spcBef>
                <a:spcPts val="0"/>
              </a:spcBef>
              <a:spcAft>
                <a:spcPts val="0"/>
              </a:spcAft>
              <a:buSzPts val="3600"/>
              <a:buNone/>
              <a:defRPr sz="4800"/>
            </a:lvl5pPr>
            <a:lvl6pPr lvl="5" algn="ctr">
              <a:spcBef>
                <a:spcPts val="0"/>
              </a:spcBef>
              <a:spcAft>
                <a:spcPts val="0"/>
              </a:spcAft>
              <a:buSzPts val="3600"/>
              <a:buNone/>
              <a:defRPr sz="4800"/>
            </a:lvl6pPr>
            <a:lvl7pPr lvl="6" algn="ctr">
              <a:spcBef>
                <a:spcPts val="0"/>
              </a:spcBef>
              <a:spcAft>
                <a:spcPts val="0"/>
              </a:spcAft>
              <a:buSzPts val="3600"/>
              <a:buNone/>
              <a:defRPr sz="4800"/>
            </a:lvl7pPr>
            <a:lvl8pPr lvl="7" algn="ctr">
              <a:spcBef>
                <a:spcPts val="0"/>
              </a:spcBef>
              <a:spcAft>
                <a:spcPts val="0"/>
              </a:spcAft>
              <a:buSzPts val="3600"/>
              <a:buNone/>
              <a:defRPr sz="4800"/>
            </a:lvl8pPr>
            <a:lvl9pPr lvl="8" algn="ctr">
              <a:spcBef>
                <a:spcPts val="0"/>
              </a:spcBef>
              <a:spcAft>
                <a:spcPts val="0"/>
              </a:spcAft>
              <a:buSzPts val="3600"/>
              <a:buNone/>
              <a:defRPr sz="4800"/>
            </a:lvl9pPr>
          </a:lstStyle>
          <a:p>
            <a:endParaRPr/>
          </a:p>
        </p:txBody>
      </p:sp>
      <p:sp>
        <p:nvSpPr>
          <p:cNvPr id="15" name="Google Shape;15;p3"/>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415600" y="1536633"/>
            <a:ext cx="11360800" cy="4555200"/>
          </a:xfrm>
          <a:prstGeom prst="rect">
            <a:avLst/>
          </a:prstGeom>
        </p:spPr>
        <p:txBody>
          <a:bodyPr spcFirstLastPara="1" wrap="square" lIns="91425" tIns="91425" rIns="91425" bIns="91425" anchor="t"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4156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3" name="Google Shape;23;p5"/>
          <p:cNvSpPr txBox="1">
            <a:spLocks noGrp="1"/>
          </p:cNvSpPr>
          <p:nvPr>
            <p:ph type="body" idx="2"/>
          </p:nvPr>
        </p:nvSpPr>
        <p:spPr>
          <a:xfrm>
            <a:off x="6443200" y="1536633"/>
            <a:ext cx="5333200" cy="4555200"/>
          </a:xfrm>
          <a:prstGeom prst="rect">
            <a:avLst/>
          </a:prstGeom>
        </p:spPr>
        <p:txBody>
          <a:bodyPr spcFirstLastPara="1" wrap="square" lIns="91425" tIns="91425" rIns="91425" bIns="91425" anchor="t" anchorCtr="0">
            <a:normAutofit/>
          </a:bodyPr>
          <a:lstStyle>
            <a:lvl1pPr marL="609585" lvl="0" indent="-423323">
              <a:spcBef>
                <a:spcPts val="0"/>
              </a:spcBef>
              <a:spcAft>
                <a:spcPts val="0"/>
              </a:spcAft>
              <a:buSzPts val="1400"/>
              <a:buChar char="●"/>
              <a:defRPr sz="1867"/>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24" name="Google Shape;24;p5"/>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415600" y="593367"/>
            <a:ext cx="11360800" cy="7636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415600" y="740800"/>
            <a:ext cx="3744000" cy="10076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3200"/>
            </a:lvl1pPr>
            <a:lvl2pPr lvl="1">
              <a:spcBef>
                <a:spcPts val="0"/>
              </a:spcBef>
              <a:spcAft>
                <a:spcPts val="0"/>
              </a:spcAft>
              <a:buSzPts val="2400"/>
              <a:buNone/>
              <a:defRPr sz="3200"/>
            </a:lvl2pPr>
            <a:lvl3pPr lvl="2">
              <a:spcBef>
                <a:spcPts val="0"/>
              </a:spcBef>
              <a:spcAft>
                <a:spcPts val="0"/>
              </a:spcAft>
              <a:buSzPts val="2400"/>
              <a:buNone/>
              <a:defRPr sz="3200"/>
            </a:lvl3pPr>
            <a:lvl4pPr lvl="3">
              <a:spcBef>
                <a:spcPts val="0"/>
              </a:spcBef>
              <a:spcAft>
                <a:spcPts val="0"/>
              </a:spcAft>
              <a:buSzPts val="2400"/>
              <a:buNone/>
              <a:defRPr sz="3200"/>
            </a:lvl4pPr>
            <a:lvl5pPr lvl="4">
              <a:spcBef>
                <a:spcPts val="0"/>
              </a:spcBef>
              <a:spcAft>
                <a:spcPts val="0"/>
              </a:spcAft>
              <a:buSzPts val="2400"/>
              <a:buNone/>
              <a:defRPr sz="3200"/>
            </a:lvl5pPr>
            <a:lvl6pPr lvl="5">
              <a:spcBef>
                <a:spcPts val="0"/>
              </a:spcBef>
              <a:spcAft>
                <a:spcPts val="0"/>
              </a:spcAft>
              <a:buSzPts val="2400"/>
              <a:buNone/>
              <a:defRPr sz="3200"/>
            </a:lvl6pPr>
            <a:lvl7pPr lvl="6">
              <a:spcBef>
                <a:spcPts val="0"/>
              </a:spcBef>
              <a:spcAft>
                <a:spcPts val="0"/>
              </a:spcAft>
              <a:buSzPts val="2400"/>
              <a:buNone/>
              <a:defRPr sz="3200"/>
            </a:lvl7pPr>
            <a:lvl8pPr lvl="7">
              <a:spcBef>
                <a:spcPts val="0"/>
              </a:spcBef>
              <a:spcAft>
                <a:spcPts val="0"/>
              </a:spcAft>
              <a:buSzPts val="2400"/>
              <a:buNone/>
              <a:defRPr sz="3200"/>
            </a:lvl8pPr>
            <a:lvl9pPr lvl="8">
              <a:spcBef>
                <a:spcPts val="0"/>
              </a:spcBef>
              <a:spcAft>
                <a:spcPts val="0"/>
              </a:spcAft>
              <a:buSzPts val="2400"/>
              <a:buNone/>
              <a:defRPr sz="3200"/>
            </a:lvl9pPr>
          </a:lstStyle>
          <a:p>
            <a:endParaRPr/>
          </a:p>
        </p:txBody>
      </p:sp>
      <p:sp>
        <p:nvSpPr>
          <p:cNvPr id="30" name="Google Shape;30;p7"/>
          <p:cNvSpPr txBox="1">
            <a:spLocks noGrp="1"/>
          </p:cNvSpPr>
          <p:nvPr>
            <p:ph type="body" idx="1"/>
          </p:nvPr>
        </p:nvSpPr>
        <p:spPr>
          <a:xfrm>
            <a:off x="415600" y="1852800"/>
            <a:ext cx="3744000" cy="4239200"/>
          </a:xfrm>
          <a:prstGeom prst="rect">
            <a:avLst/>
          </a:prstGeom>
        </p:spPr>
        <p:txBody>
          <a:bodyPr spcFirstLastPara="1" wrap="square" lIns="91425" tIns="91425" rIns="91425" bIns="91425" anchor="t" anchorCtr="0">
            <a:normAutofit/>
          </a:bodyPr>
          <a:lstStyle>
            <a:lvl1pPr marL="609585" lvl="0" indent="-406390">
              <a:spcBef>
                <a:spcPts val="0"/>
              </a:spcBef>
              <a:spcAft>
                <a:spcPts val="0"/>
              </a:spcAft>
              <a:buSzPts val="1200"/>
              <a:buChar char="●"/>
              <a:defRPr sz="1600"/>
            </a:lvl1pPr>
            <a:lvl2pPr marL="1219170" lvl="1" indent="-406390">
              <a:spcBef>
                <a:spcPts val="0"/>
              </a:spcBef>
              <a:spcAft>
                <a:spcPts val="0"/>
              </a:spcAft>
              <a:buSzPts val="1200"/>
              <a:buChar char="○"/>
              <a:defRPr sz="1600"/>
            </a:lvl2pPr>
            <a:lvl3pPr marL="1828754" lvl="2" indent="-406390">
              <a:spcBef>
                <a:spcPts val="0"/>
              </a:spcBef>
              <a:spcAft>
                <a:spcPts val="0"/>
              </a:spcAft>
              <a:buSzPts val="1200"/>
              <a:buChar char="■"/>
              <a:defRPr sz="1600"/>
            </a:lvl3pPr>
            <a:lvl4pPr marL="2438339" lvl="3" indent="-406390">
              <a:spcBef>
                <a:spcPts val="0"/>
              </a:spcBef>
              <a:spcAft>
                <a:spcPts val="0"/>
              </a:spcAft>
              <a:buSzPts val="1200"/>
              <a:buChar char="●"/>
              <a:defRPr sz="1600"/>
            </a:lvl4pPr>
            <a:lvl5pPr marL="3047924" lvl="4" indent="-406390">
              <a:spcBef>
                <a:spcPts val="0"/>
              </a:spcBef>
              <a:spcAft>
                <a:spcPts val="0"/>
              </a:spcAft>
              <a:buSzPts val="1200"/>
              <a:buChar char="○"/>
              <a:defRPr sz="1600"/>
            </a:lvl5pPr>
            <a:lvl6pPr marL="3657509" lvl="5" indent="-406390">
              <a:spcBef>
                <a:spcPts val="0"/>
              </a:spcBef>
              <a:spcAft>
                <a:spcPts val="0"/>
              </a:spcAft>
              <a:buSzPts val="1200"/>
              <a:buChar char="■"/>
              <a:defRPr sz="1600"/>
            </a:lvl6pPr>
            <a:lvl7pPr marL="4267093" lvl="6" indent="-406390">
              <a:spcBef>
                <a:spcPts val="0"/>
              </a:spcBef>
              <a:spcAft>
                <a:spcPts val="0"/>
              </a:spcAft>
              <a:buSzPts val="1200"/>
              <a:buChar char="●"/>
              <a:defRPr sz="1600"/>
            </a:lvl7pPr>
            <a:lvl8pPr marL="4876678" lvl="7" indent="-406390">
              <a:spcBef>
                <a:spcPts val="0"/>
              </a:spcBef>
              <a:spcAft>
                <a:spcPts val="0"/>
              </a:spcAft>
              <a:buSzPts val="1200"/>
              <a:buChar char="○"/>
              <a:defRPr sz="1600"/>
            </a:lvl8pPr>
            <a:lvl9pPr marL="5486263" lvl="8" indent="-406390">
              <a:spcBef>
                <a:spcPts val="0"/>
              </a:spcBef>
              <a:spcAft>
                <a:spcPts val="0"/>
              </a:spcAft>
              <a:buSzPts val="1200"/>
              <a:buChar char="■"/>
              <a:defRPr sz="1600"/>
            </a:lvl9pPr>
          </a:lstStyle>
          <a:p>
            <a:endParaRPr/>
          </a:p>
        </p:txBody>
      </p:sp>
      <p:sp>
        <p:nvSpPr>
          <p:cNvPr id="31" name="Google Shape;31;p7"/>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653667" y="600200"/>
            <a:ext cx="8490400" cy="54544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6400"/>
            </a:lvl1pPr>
            <a:lvl2pPr lvl="1">
              <a:spcBef>
                <a:spcPts val="0"/>
              </a:spcBef>
              <a:spcAft>
                <a:spcPts val="0"/>
              </a:spcAft>
              <a:buSzPts val="4800"/>
              <a:buNone/>
              <a:defRPr sz="6400"/>
            </a:lvl2pPr>
            <a:lvl3pPr lvl="2">
              <a:spcBef>
                <a:spcPts val="0"/>
              </a:spcBef>
              <a:spcAft>
                <a:spcPts val="0"/>
              </a:spcAft>
              <a:buSzPts val="4800"/>
              <a:buNone/>
              <a:defRPr sz="6400"/>
            </a:lvl3pPr>
            <a:lvl4pPr lvl="3">
              <a:spcBef>
                <a:spcPts val="0"/>
              </a:spcBef>
              <a:spcAft>
                <a:spcPts val="0"/>
              </a:spcAft>
              <a:buSzPts val="4800"/>
              <a:buNone/>
              <a:defRPr sz="6400"/>
            </a:lvl4pPr>
            <a:lvl5pPr lvl="4">
              <a:spcBef>
                <a:spcPts val="0"/>
              </a:spcBef>
              <a:spcAft>
                <a:spcPts val="0"/>
              </a:spcAft>
              <a:buSzPts val="4800"/>
              <a:buNone/>
              <a:defRPr sz="6400"/>
            </a:lvl5pPr>
            <a:lvl6pPr lvl="5">
              <a:spcBef>
                <a:spcPts val="0"/>
              </a:spcBef>
              <a:spcAft>
                <a:spcPts val="0"/>
              </a:spcAft>
              <a:buSzPts val="4800"/>
              <a:buNone/>
              <a:defRPr sz="6400"/>
            </a:lvl6pPr>
            <a:lvl7pPr lvl="6">
              <a:spcBef>
                <a:spcPts val="0"/>
              </a:spcBef>
              <a:spcAft>
                <a:spcPts val="0"/>
              </a:spcAft>
              <a:buSzPts val="4800"/>
              <a:buNone/>
              <a:defRPr sz="6400"/>
            </a:lvl7pPr>
            <a:lvl8pPr lvl="7">
              <a:spcBef>
                <a:spcPts val="0"/>
              </a:spcBef>
              <a:spcAft>
                <a:spcPts val="0"/>
              </a:spcAft>
              <a:buSzPts val="4800"/>
              <a:buNone/>
              <a:defRPr sz="6400"/>
            </a:lvl8pPr>
            <a:lvl9pPr lvl="8">
              <a:spcBef>
                <a:spcPts val="0"/>
              </a:spcBef>
              <a:spcAft>
                <a:spcPts val="0"/>
              </a:spcAft>
              <a:buSzPts val="4800"/>
              <a:buNone/>
              <a:defRPr sz="6400"/>
            </a:lvl9pPr>
          </a:lstStyle>
          <a:p>
            <a:endParaRPr/>
          </a:p>
        </p:txBody>
      </p:sp>
      <p:sp>
        <p:nvSpPr>
          <p:cNvPr id="34" name="Google Shape;34;p8"/>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6096000" y="-167"/>
            <a:ext cx="6096000" cy="6858000"/>
          </a:xfrm>
          <a:prstGeom prst="rect">
            <a:avLst/>
          </a:prstGeom>
          <a:solidFill>
            <a:schemeClr val="lt2"/>
          </a:solidFill>
          <a:ln>
            <a:noFill/>
          </a:ln>
        </p:spPr>
        <p:txBody>
          <a:bodyPr spcFirstLastPara="1" wrap="square" lIns="121900" tIns="121900" rIns="121900" bIns="121900" anchor="ctr" anchorCtr="0">
            <a:noAutofit/>
          </a:bodyPr>
          <a:lstStyle/>
          <a:p>
            <a:pPr marL="0" lvl="0" indent="0" algn="l" rtl="0">
              <a:spcBef>
                <a:spcPts val="0"/>
              </a:spcBef>
              <a:spcAft>
                <a:spcPts val="0"/>
              </a:spcAft>
              <a:buNone/>
            </a:pPr>
            <a:endParaRPr sz="1867"/>
          </a:p>
        </p:txBody>
      </p:sp>
      <p:sp>
        <p:nvSpPr>
          <p:cNvPr id="37" name="Google Shape;37;p9"/>
          <p:cNvSpPr txBox="1">
            <a:spLocks noGrp="1"/>
          </p:cNvSpPr>
          <p:nvPr>
            <p:ph type="title"/>
          </p:nvPr>
        </p:nvSpPr>
        <p:spPr>
          <a:xfrm>
            <a:off x="354000" y="1644233"/>
            <a:ext cx="5393600" cy="19764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5600"/>
            </a:lvl1pPr>
            <a:lvl2pPr lvl="1" algn="ctr">
              <a:spcBef>
                <a:spcPts val="0"/>
              </a:spcBef>
              <a:spcAft>
                <a:spcPts val="0"/>
              </a:spcAft>
              <a:buSzPts val="4200"/>
              <a:buNone/>
              <a:defRPr sz="5600"/>
            </a:lvl2pPr>
            <a:lvl3pPr lvl="2" algn="ctr">
              <a:spcBef>
                <a:spcPts val="0"/>
              </a:spcBef>
              <a:spcAft>
                <a:spcPts val="0"/>
              </a:spcAft>
              <a:buSzPts val="4200"/>
              <a:buNone/>
              <a:defRPr sz="5600"/>
            </a:lvl3pPr>
            <a:lvl4pPr lvl="3" algn="ctr">
              <a:spcBef>
                <a:spcPts val="0"/>
              </a:spcBef>
              <a:spcAft>
                <a:spcPts val="0"/>
              </a:spcAft>
              <a:buSzPts val="4200"/>
              <a:buNone/>
              <a:defRPr sz="5600"/>
            </a:lvl4pPr>
            <a:lvl5pPr lvl="4" algn="ctr">
              <a:spcBef>
                <a:spcPts val="0"/>
              </a:spcBef>
              <a:spcAft>
                <a:spcPts val="0"/>
              </a:spcAft>
              <a:buSzPts val="4200"/>
              <a:buNone/>
              <a:defRPr sz="5600"/>
            </a:lvl5pPr>
            <a:lvl6pPr lvl="5" algn="ctr">
              <a:spcBef>
                <a:spcPts val="0"/>
              </a:spcBef>
              <a:spcAft>
                <a:spcPts val="0"/>
              </a:spcAft>
              <a:buSzPts val="4200"/>
              <a:buNone/>
              <a:defRPr sz="5600"/>
            </a:lvl6pPr>
            <a:lvl7pPr lvl="6" algn="ctr">
              <a:spcBef>
                <a:spcPts val="0"/>
              </a:spcBef>
              <a:spcAft>
                <a:spcPts val="0"/>
              </a:spcAft>
              <a:buSzPts val="4200"/>
              <a:buNone/>
              <a:defRPr sz="5600"/>
            </a:lvl7pPr>
            <a:lvl8pPr lvl="7" algn="ctr">
              <a:spcBef>
                <a:spcPts val="0"/>
              </a:spcBef>
              <a:spcAft>
                <a:spcPts val="0"/>
              </a:spcAft>
              <a:buSzPts val="4200"/>
              <a:buNone/>
              <a:defRPr sz="5600"/>
            </a:lvl8pPr>
            <a:lvl9pPr lvl="8" algn="ctr">
              <a:spcBef>
                <a:spcPts val="0"/>
              </a:spcBef>
              <a:spcAft>
                <a:spcPts val="0"/>
              </a:spcAft>
              <a:buSzPts val="4200"/>
              <a:buNone/>
              <a:defRPr sz="5600"/>
            </a:lvl9pPr>
          </a:lstStyle>
          <a:p>
            <a:endParaRPr/>
          </a:p>
        </p:txBody>
      </p:sp>
      <p:sp>
        <p:nvSpPr>
          <p:cNvPr id="38" name="Google Shape;38;p9"/>
          <p:cNvSpPr txBox="1">
            <a:spLocks noGrp="1"/>
          </p:cNvSpPr>
          <p:nvPr>
            <p:ph type="subTitle" idx="1"/>
          </p:nvPr>
        </p:nvSpPr>
        <p:spPr>
          <a:xfrm>
            <a:off x="354000" y="3737433"/>
            <a:ext cx="5393600" cy="16468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800"/>
            </a:lvl1pPr>
            <a:lvl2pPr lvl="1" algn="ctr">
              <a:lnSpc>
                <a:spcPct val="100000"/>
              </a:lnSpc>
              <a:spcBef>
                <a:spcPts val="0"/>
              </a:spcBef>
              <a:spcAft>
                <a:spcPts val="0"/>
              </a:spcAft>
              <a:buSzPts val="2100"/>
              <a:buNone/>
              <a:defRPr sz="2800"/>
            </a:lvl2pPr>
            <a:lvl3pPr lvl="2" algn="ctr">
              <a:lnSpc>
                <a:spcPct val="100000"/>
              </a:lnSpc>
              <a:spcBef>
                <a:spcPts val="0"/>
              </a:spcBef>
              <a:spcAft>
                <a:spcPts val="0"/>
              </a:spcAft>
              <a:buSzPts val="2100"/>
              <a:buNone/>
              <a:defRPr sz="2800"/>
            </a:lvl3pPr>
            <a:lvl4pPr lvl="3" algn="ctr">
              <a:lnSpc>
                <a:spcPct val="100000"/>
              </a:lnSpc>
              <a:spcBef>
                <a:spcPts val="0"/>
              </a:spcBef>
              <a:spcAft>
                <a:spcPts val="0"/>
              </a:spcAft>
              <a:buSzPts val="2100"/>
              <a:buNone/>
              <a:defRPr sz="2800"/>
            </a:lvl4pPr>
            <a:lvl5pPr lvl="4" algn="ctr">
              <a:lnSpc>
                <a:spcPct val="100000"/>
              </a:lnSpc>
              <a:spcBef>
                <a:spcPts val="0"/>
              </a:spcBef>
              <a:spcAft>
                <a:spcPts val="0"/>
              </a:spcAft>
              <a:buSzPts val="2100"/>
              <a:buNone/>
              <a:defRPr sz="2800"/>
            </a:lvl5pPr>
            <a:lvl6pPr lvl="5" algn="ctr">
              <a:lnSpc>
                <a:spcPct val="100000"/>
              </a:lnSpc>
              <a:spcBef>
                <a:spcPts val="0"/>
              </a:spcBef>
              <a:spcAft>
                <a:spcPts val="0"/>
              </a:spcAft>
              <a:buSzPts val="2100"/>
              <a:buNone/>
              <a:defRPr sz="2800"/>
            </a:lvl6pPr>
            <a:lvl7pPr lvl="6" algn="ctr">
              <a:lnSpc>
                <a:spcPct val="100000"/>
              </a:lnSpc>
              <a:spcBef>
                <a:spcPts val="0"/>
              </a:spcBef>
              <a:spcAft>
                <a:spcPts val="0"/>
              </a:spcAft>
              <a:buSzPts val="2100"/>
              <a:buNone/>
              <a:defRPr sz="2800"/>
            </a:lvl7pPr>
            <a:lvl8pPr lvl="7" algn="ctr">
              <a:lnSpc>
                <a:spcPct val="100000"/>
              </a:lnSpc>
              <a:spcBef>
                <a:spcPts val="0"/>
              </a:spcBef>
              <a:spcAft>
                <a:spcPts val="0"/>
              </a:spcAft>
              <a:buSzPts val="2100"/>
              <a:buNone/>
              <a:defRPr sz="2800"/>
            </a:lvl8pPr>
            <a:lvl9pPr lvl="8" algn="ctr">
              <a:lnSpc>
                <a:spcPct val="100000"/>
              </a:lnSpc>
              <a:spcBef>
                <a:spcPts val="0"/>
              </a:spcBef>
              <a:spcAft>
                <a:spcPts val="0"/>
              </a:spcAft>
              <a:buSzPts val="2100"/>
              <a:buNone/>
              <a:defRPr sz="2800"/>
            </a:lvl9pPr>
          </a:lstStyle>
          <a:p>
            <a:endParaRPr/>
          </a:p>
        </p:txBody>
      </p:sp>
      <p:sp>
        <p:nvSpPr>
          <p:cNvPr id="39" name="Google Shape;39;p9"/>
          <p:cNvSpPr txBox="1">
            <a:spLocks noGrp="1"/>
          </p:cNvSpPr>
          <p:nvPr>
            <p:ph type="body" idx="2"/>
          </p:nvPr>
        </p:nvSpPr>
        <p:spPr>
          <a:xfrm>
            <a:off x="6586000" y="965433"/>
            <a:ext cx="5116000" cy="4926800"/>
          </a:xfrm>
          <a:prstGeom prst="rect">
            <a:avLst/>
          </a:prstGeom>
        </p:spPr>
        <p:txBody>
          <a:bodyPr spcFirstLastPara="1" wrap="square" lIns="91425" tIns="91425" rIns="91425" bIns="91425" anchor="ctr" anchorCtr="0">
            <a:normAutofit/>
          </a:bodyPr>
          <a:lstStyle>
            <a:lvl1pPr marL="609585" lvl="0" indent="-457189">
              <a:spcBef>
                <a:spcPts val="0"/>
              </a:spcBef>
              <a:spcAft>
                <a:spcPts val="0"/>
              </a:spcAft>
              <a:buSzPts val="1800"/>
              <a:buChar char="●"/>
              <a:defRPr/>
            </a:lvl1pPr>
            <a:lvl2pPr marL="1219170" lvl="1" indent="-423323">
              <a:spcBef>
                <a:spcPts val="0"/>
              </a:spcBef>
              <a:spcAft>
                <a:spcPts val="0"/>
              </a:spcAft>
              <a:buSzPts val="1400"/>
              <a:buChar char="○"/>
              <a:defRPr/>
            </a:lvl2pPr>
            <a:lvl3pPr marL="1828754" lvl="2" indent="-423323">
              <a:spcBef>
                <a:spcPts val="0"/>
              </a:spcBef>
              <a:spcAft>
                <a:spcPts val="0"/>
              </a:spcAft>
              <a:buSzPts val="1400"/>
              <a:buChar char="■"/>
              <a:defRPr/>
            </a:lvl3pPr>
            <a:lvl4pPr marL="2438339" lvl="3" indent="-423323">
              <a:spcBef>
                <a:spcPts val="0"/>
              </a:spcBef>
              <a:spcAft>
                <a:spcPts val="0"/>
              </a:spcAft>
              <a:buSzPts val="1400"/>
              <a:buChar char="●"/>
              <a:defRPr/>
            </a:lvl4pPr>
            <a:lvl5pPr marL="3047924" lvl="4" indent="-423323">
              <a:spcBef>
                <a:spcPts val="0"/>
              </a:spcBef>
              <a:spcAft>
                <a:spcPts val="0"/>
              </a:spcAft>
              <a:buSzPts val="1400"/>
              <a:buChar char="○"/>
              <a:defRPr/>
            </a:lvl5pPr>
            <a:lvl6pPr marL="3657509" lvl="5" indent="-423323">
              <a:spcBef>
                <a:spcPts val="0"/>
              </a:spcBef>
              <a:spcAft>
                <a:spcPts val="0"/>
              </a:spcAft>
              <a:buSzPts val="1400"/>
              <a:buChar char="■"/>
              <a:defRPr/>
            </a:lvl6pPr>
            <a:lvl7pPr marL="4267093" lvl="6" indent="-423323">
              <a:spcBef>
                <a:spcPts val="0"/>
              </a:spcBef>
              <a:spcAft>
                <a:spcPts val="0"/>
              </a:spcAft>
              <a:buSzPts val="1400"/>
              <a:buChar char="●"/>
              <a:defRPr/>
            </a:lvl7pPr>
            <a:lvl8pPr marL="4876678" lvl="7" indent="-423323">
              <a:spcBef>
                <a:spcPts val="0"/>
              </a:spcBef>
              <a:spcAft>
                <a:spcPts val="0"/>
              </a:spcAft>
              <a:buSzPts val="1400"/>
              <a:buChar char="○"/>
              <a:defRPr/>
            </a:lvl8pPr>
            <a:lvl9pPr marL="5486263" lvl="8" indent="-423323">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415600" y="5640767"/>
            <a:ext cx="7998400" cy="806800"/>
          </a:xfrm>
          <a:prstGeom prst="rect">
            <a:avLst/>
          </a:prstGeom>
        </p:spPr>
        <p:txBody>
          <a:bodyPr spcFirstLastPara="1" wrap="square" lIns="91425" tIns="91425" rIns="91425" bIns="91425" anchor="ctr" anchorCtr="0">
            <a:normAutofit/>
          </a:bodyPr>
          <a:lstStyle>
            <a:lvl1pPr marL="609585" lvl="0" indent="-304792">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415600" y="1474833"/>
            <a:ext cx="11360800" cy="26180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6000"/>
            </a:lvl1pPr>
            <a:lvl2pPr lvl="1" algn="ctr">
              <a:spcBef>
                <a:spcPts val="0"/>
              </a:spcBef>
              <a:spcAft>
                <a:spcPts val="0"/>
              </a:spcAft>
              <a:buSzPts val="12000"/>
              <a:buNone/>
              <a:defRPr sz="16000"/>
            </a:lvl2pPr>
            <a:lvl3pPr lvl="2" algn="ctr">
              <a:spcBef>
                <a:spcPts val="0"/>
              </a:spcBef>
              <a:spcAft>
                <a:spcPts val="0"/>
              </a:spcAft>
              <a:buSzPts val="12000"/>
              <a:buNone/>
              <a:defRPr sz="16000"/>
            </a:lvl3pPr>
            <a:lvl4pPr lvl="3" algn="ctr">
              <a:spcBef>
                <a:spcPts val="0"/>
              </a:spcBef>
              <a:spcAft>
                <a:spcPts val="0"/>
              </a:spcAft>
              <a:buSzPts val="12000"/>
              <a:buNone/>
              <a:defRPr sz="16000"/>
            </a:lvl4pPr>
            <a:lvl5pPr lvl="4" algn="ctr">
              <a:spcBef>
                <a:spcPts val="0"/>
              </a:spcBef>
              <a:spcAft>
                <a:spcPts val="0"/>
              </a:spcAft>
              <a:buSzPts val="12000"/>
              <a:buNone/>
              <a:defRPr sz="16000"/>
            </a:lvl5pPr>
            <a:lvl6pPr lvl="5" algn="ctr">
              <a:spcBef>
                <a:spcPts val="0"/>
              </a:spcBef>
              <a:spcAft>
                <a:spcPts val="0"/>
              </a:spcAft>
              <a:buSzPts val="12000"/>
              <a:buNone/>
              <a:defRPr sz="16000"/>
            </a:lvl6pPr>
            <a:lvl7pPr lvl="6" algn="ctr">
              <a:spcBef>
                <a:spcPts val="0"/>
              </a:spcBef>
              <a:spcAft>
                <a:spcPts val="0"/>
              </a:spcAft>
              <a:buSzPts val="12000"/>
              <a:buNone/>
              <a:defRPr sz="16000"/>
            </a:lvl7pPr>
            <a:lvl8pPr lvl="7" algn="ctr">
              <a:spcBef>
                <a:spcPts val="0"/>
              </a:spcBef>
              <a:spcAft>
                <a:spcPts val="0"/>
              </a:spcAft>
              <a:buSzPts val="12000"/>
              <a:buNone/>
              <a:defRPr sz="16000"/>
            </a:lvl8pPr>
            <a:lvl9pPr lvl="8" algn="ctr">
              <a:spcBef>
                <a:spcPts val="0"/>
              </a:spcBef>
              <a:spcAft>
                <a:spcPts val="0"/>
              </a:spcAft>
              <a:buSzPts val="12000"/>
              <a:buNone/>
              <a:defRPr sz="16000"/>
            </a:lvl9pPr>
          </a:lstStyle>
          <a:p>
            <a:r>
              <a:t>xx%</a:t>
            </a:r>
          </a:p>
        </p:txBody>
      </p:sp>
      <p:sp>
        <p:nvSpPr>
          <p:cNvPr id="46" name="Google Shape;46;p11"/>
          <p:cNvSpPr txBox="1">
            <a:spLocks noGrp="1"/>
          </p:cNvSpPr>
          <p:nvPr>
            <p:ph type="body" idx="1"/>
          </p:nvPr>
        </p:nvSpPr>
        <p:spPr>
          <a:xfrm>
            <a:off x="415600" y="4202967"/>
            <a:ext cx="11360800" cy="1734400"/>
          </a:xfrm>
          <a:prstGeom prst="rect">
            <a:avLst/>
          </a:prstGeom>
        </p:spPr>
        <p:txBody>
          <a:bodyPr spcFirstLastPara="1" wrap="square" lIns="91425" tIns="91425" rIns="91425" bIns="91425" anchor="t" anchorCtr="0">
            <a:normAutofit/>
          </a:bodyPr>
          <a:lstStyle>
            <a:lvl1pPr marL="609585" lvl="0" indent="-457189" algn="ctr">
              <a:spcBef>
                <a:spcPts val="0"/>
              </a:spcBef>
              <a:spcAft>
                <a:spcPts val="0"/>
              </a:spcAft>
              <a:buSzPts val="1800"/>
              <a:buChar char="●"/>
              <a:defRPr/>
            </a:lvl1pPr>
            <a:lvl2pPr marL="1219170" lvl="1" indent="-423323" algn="ctr">
              <a:spcBef>
                <a:spcPts val="0"/>
              </a:spcBef>
              <a:spcAft>
                <a:spcPts val="0"/>
              </a:spcAft>
              <a:buSzPts val="1400"/>
              <a:buChar char="○"/>
              <a:defRPr/>
            </a:lvl2pPr>
            <a:lvl3pPr marL="1828754" lvl="2" indent="-423323" algn="ctr">
              <a:spcBef>
                <a:spcPts val="0"/>
              </a:spcBef>
              <a:spcAft>
                <a:spcPts val="0"/>
              </a:spcAft>
              <a:buSzPts val="1400"/>
              <a:buChar char="■"/>
              <a:defRPr/>
            </a:lvl3pPr>
            <a:lvl4pPr marL="2438339" lvl="3" indent="-423323" algn="ctr">
              <a:spcBef>
                <a:spcPts val="0"/>
              </a:spcBef>
              <a:spcAft>
                <a:spcPts val="0"/>
              </a:spcAft>
              <a:buSzPts val="1400"/>
              <a:buChar char="●"/>
              <a:defRPr/>
            </a:lvl4pPr>
            <a:lvl5pPr marL="3047924" lvl="4" indent="-423323" algn="ctr">
              <a:spcBef>
                <a:spcPts val="0"/>
              </a:spcBef>
              <a:spcAft>
                <a:spcPts val="0"/>
              </a:spcAft>
              <a:buSzPts val="1400"/>
              <a:buChar char="○"/>
              <a:defRPr/>
            </a:lvl5pPr>
            <a:lvl6pPr marL="3657509" lvl="5" indent="-423323" algn="ctr">
              <a:spcBef>
                <a:spcPts val="0"/>
              </a:spcBef>
              <a:spcAft>
                <a:spcPts val="0"/>
              </a:spcAft>
              <a:buSzPts val="1400"/>
              <a:buChar char="■"/>
              <a:defRPr/>
            </a:lvl6pPr>
            <a:lvl7pPr marL="4267093" lvl="6" indent="-423323" algn="ctr">
              <a:spcBef>
                <a:spcPts val="0"/>
              </a:spcBef>
              <a:spcAft>
                <a:spcPts val="0"/>
              </a:spcAft>
              <a:buSzPts val="1400"/>
              <a:buChar char="●"/>
              <a:defRPr/>
            </a:lvl7pPr>
            <a:lvl8pPr marL="4876678" lvl="7" indent="-423323" algn="ctr">
              <a:spcBef>
                <a:spcPts val="0"/>
              </a:spcBef>
              <a:spcAft>
                <a:spcPts val="0"/>
              </a:spcAft>
              <a:buSzPts val="1400"/>
              <a:buChar char="○"/>
              <a:defRPr/>
            </a:lvl8pPr>
            <a:lvl9pPr marL="5486263" lvl="8" indent="-423323"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11296611" y="6217623"/>
            <a:ext cx="7316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GB"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GB"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GB" smtClean="0"/>
              <a:t>06/05/2026</a:t>
            </a:fld>
            <a:endParaRPr lang="en-GB"/>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GB" smtClean="0"/>
              <a:t>‹#›</a:t>
            </a:fld>
            <a:endParaRPr lang="en-GB"/>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15600" y="593367"/>
            <a:ext cx="11360800" cy="7636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415600" y="1536633"/>
            <a:ext cx="11360800" cy="45552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lvl="0" algn="r">
              <a:buNone/>
              <a:defRPr sz="1333">
                <a:solidFill>
                  <a:schemeClr val="dk2"/>
                </a:solidFill>
              </a:defRPr>
            </a:lvl1pPr>
            <a:lvl2pPr lvl="1" algn="r">
              <a:buNone/>
              <a:defRPr sz="1333">
                <a:solidFill>
                  <a:schemeClr val="dk2"/>
                </a:solidFill>
              </a:defRPr>
            </a:lvl2pPr>
            <a:lvl3pPr lvl="2" algn="r">
              <a:buNone/>
              <a:defRPr sz="1333">
                <a:solidFill>
                  <a:schemeClr val="dk2"/>
                </a:solidFill>
              </a:defRPr>
            </a:lvl3pPr>
            <a:lvl4pPr lvl="3" algn="r">
              <a:buNone/>
              <a:defRPr sz="1333">
                <a:solidFill>
                  <a:schemeClr val="dk2"/>
                </a:solidFill>
              </a:defRPr>
            </a:lvl4pPr>
            <a:lvl5pPr lvl="4" algn="r">
              <a:buNone/>
              <a:defRPr sz="1333">
                <a:solidFill>
                  <a:schemeClr val="dk2"/>
                </a:solidFill>
              </a:defRPr>
            </a:lvl5pPr>
            <a:lvl6pPr lvl="5" algn="r">
              <a:buNone/>
              <a:defRPr sz="1333">
                <a:solidFill>
                  <a:schemeClr val="dk2"/>
                </a:solidFill>
              </a:defRPr>
            </a:lvl6pPr>
            <a:lvl7pPr lvl="6" algn="r">
              <a:buNone/>
              <a:defRPr sz="1333">
                <a:solidFill>
                  <a:schemeClr val="dk2"/>
                </a:solidFill>
              </a:defRPr>
            </a:lvl7pPr>
            <a:lvl8pPr lvl="7" algn="r">
              <a:buNone/>
              <a:defRPr sz="1333">
                <a:solidFill>
                  <a:schemeClr val="dk2"/>
                </a:solidFill>
              </a:defRPr>
            </a:lvl8pPr>
            <a:lvl9pPr lvl="8" algn="r">
              <a:buNone/>
              <a:defRPr sz="1333">
                <a:solidFill>
                  <a:schemeClr val="dk2"/>
                </a:solidFill>
              </a:defRPr>
            </a:lvl9pPr>
          </a:lstStyle>
          <a:p>
            <a:pPr marL="0" lvl="0" indent="0" algn="r" rtl="0">
              <a:spcBef>
                <a:spcPts val="0"/>
              </a:spcBef>
              <a:spcAft>
                <a:spcPts val="0"/>
              </a:spcAft>
              <a:buNone/>
            </a:pPr>
            <a:fld id="{00000000-1234-1234-1234-123412341234}" type="slidenum">
              <a:rPr lang="en-GB"/>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6C1B45F2-D4B5-EACA-E1E3-C5D7D58A6652}"/>
              </a:ext>
            </a:extLst>
          </p:cNvPr>
          <p:cNvSpPr txBox="1"/>
          <p:nvPr/>
        </p:nvSpPr>
        <p:spPr>
          <a:xfrm>
            <a:off x="3048680" y="5380787"/>
            <a:ext cx="6094638" cy="523220"/>
          </a:xfrm>
          <a:prstGeom prst="rect">
            <a:avLst/>
          </a:prstGeom>
          <a:noFill/>
        </p:spPr>
        <p:txBody>
          <a:bodyPr wrap="square">
            <a:spAutoFit/>
          </a:bodyPr>
          <a:lstStyle/>
          <a:p>
            <a:pPr algn="ctr"/>
            <a:r>
              <a:rPr lang="en-US" sz="2800" b="1" dirty="0" err="1"/>
              <a:t>projector.tensorflow.org</a:t>
            </a:r>
            <a:endParaRPr lang="en-US" sz="2800" b="1" dirty="0"/>
          </a:p>
        </p:txBody>
      </p:sp>
      <p:pic>
        <p:nvPicPr>
          <p:cNvPr id="17" name="Picture 16">
            <a:extLst>
              <a:ext uri="{FF2B5EF4-FFF2-40B4-BE49-F238E27FC236}">
                <a16:creationId xmlns:a16="http://schemas.microsoft.com/office/drawing/2014/main" id="{77E38B5F-032A-978D-1DC2-756ABA338834}"/>
              </a:ext>
            </a:extLst>
          </p:cNvPr>
          <p:cNvPicPr>
            <a:picLocks noChangeAspect="1"/>
          </p:cNvPicPr>
          <p:nvPr/>
        </p:nvPicPr>
        <p:blipFill>
          <a:blip r:embed="rId3"/>
          <a:stretch>
            <a:fillRect/>
          </a:stretch>
        </p:blipFill>
        <p:spPr>
          <a:xfrm>
            <a:off x="3492645" y="793924"/>
            <a:ext cx="5206709" cy="4586863"/>
          </a:xfrm>
          <a:prstGeom prst="rect">
            <a:avLst/>
          </a:prstGeom>
        </p:spPr>
      </p:pic>
    </p:spTree>
    <p:extLst>
      <p:ext uri="{BB962C8B-B14F-4D97-AF65-F5344CB8AC3E}">
        <p14:creationId xmlns:p14="http://schemas.microsoft.com/office/powerpoint/2010/main" val="2697687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l"/>
            <a:r>
              <a:rPr lang="en-GB"/>
              <a:t>Embeddings</a:t>
            </a:r>
            <a:endParaRPr lang="en-US"/>
          </a:p>
        </p:txBody>
      </p:sp>
      <p:sp>
        <p:nvSpPr>
          <p:cNvPr id="3" name="Subtitle 2"/>
          <p:cNvSpPr>
            <a:spLocks noGrp="1"/>
          </p:cNvSpPr>
          <p:nvPr>
            <p:ph type="subTitle" idx="1"/>
          </p:nvPr>
        </p:nvSpPr>
        <p:spPr/>
        <p:txBody>
          <a:bodyPr vert="horz" lIns="91440" tIns="45720" rIns="91440" bIns="45720" rtlCol="0" anchor="t">
            <a:normAutofit/>
          </a:bodyPr>
          <a:lstStyle/>
          <a:p>
            <a:pPr algn="l"/>
            <a:r>
              <a:rPr lang="en-GB" dirty="0"/>
              <a:t>The first layers</a:t>
            </a:r>
          </a:p>
        </p:txBody>
      </p:sp>
      <p:pic>
        <p:nvPicPr>
          <p:cNvPr id="24" name="Picture 23" descr="Generated image">
            <a:extLst>
              <a:ext uri="{FF2B5EF4-FFF2-40B4-BE49-F238E27FC236}">
                <a16:creationId xmlns:a16="http://schemas.microsoft.com/office/drawing/2014/main" id="{4E396994-1183-8EFC-B77B-FFB3085CE380}"/>
              </a:ext>
            </a:extLst>
          </p:cNvPr>
          <p:cNvPicPr>
            <a:picLocks noChangeAspect="1"/>
          </p:cNvPicPr>
          <p:nvPr/>
        </p:nvPicPr>
        <p:blipFill>
          <a:blip r:embed="rId2"/>
          <a:stretch>
            <a:fillRect/>
          </a:stretch>
        </p:blipFill>
        <p:spPr>
          <a:xfrm>
            <a:off x="7918672" y="3508496"/>
            <a:ext cx="2018744" cy="3084347"/>
          </a:xfrm>
          <a:prstGeom prst="rect">
            <a:avLst/>
          </a:prstGeom>
        </p:spPr>
      </p:pic>
      <p:cxnSp>
        <p:nvCxnSpPr>
          <p:cNvPr id="25" name="Connector: Curved 24">
            <a:extLst>
              <a:ext uri="{FF2B5EF4-FFF2-40B4-BE49-F238E27FC236}">
                <a16:creationId xmlns:a16="http://schemas.microsoft.com/office/drawing/2014/main" id="{49191282-9F83-B72C-662C-B7BDE1A1FA13}"/>
              </a:ext>
            </a:extLst>
          </p:cNvPr>
          <p:cNvCxnSpPr/>
          <p:nvPr/>
        </p:nvCxnSpPr>
        <p:spPr>
          <a:xfrm>
            <a:off x="8255223" y="4483437"/>
            <a:ext cx="201130" cy="434500"/>
          </a:xfrm>
          <a:prstGeom prst="curvedConnector3">
            <a:avLst/>
          </a:prstGeom>
          <a:ln w="28575">
            <a:tailEnd type="triangle"/>
          </a:ln>
        </p:spPr>
        <p:style>
          <a:lnRef idx="3">
            <a:schemeClr val="dk1"/>
          </a:lnRef>
          <a:fillRef idx="0">
            <a:schemeClr val="dk1"/>
          </a:fillRef>
          <a:effectRef idx="2">
            <a:schemeClr val="dk1"/>
          </a:effectRef>
          <a:fontRef idx="minor">
            <a:schemeClr val="tx1"/>
          </a:fontRef>
        </p:style>
      </p:cxnSp>
      <p:sp>
        <p:nvSpPr>
          <p:cNvPr id="28" name="Flowchart: Connector 27">
            <a:extLst>
              <a:ext uri="{FF2B5EF4-FFF2-40B4-BE49-F238E27FC236}">
                <a16:creationId xmlns:a16="http://schemas.microsoft.com/office/drawing/2014/main" id="{666E5423-C6DB-43D0-96CF-089AF8382095}"/>
              </a:ext>
            </a:extLst>
          </p:cNvPr>
          <p:cNvSpPr/>
          <p:nvPr/>
        </p:nvSpPr>
        <p:spPr>
          <a:xfrm>
            <a:off x="7918629" y="6186113"/>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0</a:t>
            </a:r>
          </a:p>
        </p:txBody>
      </p:sp>
      <p:sp>
        <p:nvSpPr>
          <p:cNvPr id="29" name="TextBox 33">
            <a:extLst>
              <a:ext uri="{FF2B5EF4-FFF2-40B4-BE49-F238E27FC236}">
                <a16:creationId xmlns:a16="http://schemas.microsoft.com/office/drawing/2014/main" id="{E222AB3C-5B7F-6D58-8079-1A371AD7AB81}"/>
              </a:ext>
            </a:extLst>
          </p:cNvPr>
          <p:cNvSpPr txBox="1"/>
          <p:nvPr/>
        </p:nvSpPr>
        <p:spPr>
          <a:xfrm>
            <a:off x="10343985" y="4543346"/>
            <a:ext cx="1351719" cy="338554"/>
          </a:xfrm>
          <a:custGeom>
            <a:avLst/>
            <a:gdLst>
              <a:gd name="csX0" fmla="*/ 0 w 1351719"/>
              <a:gd name="csY0" fmla="*/ 0 h 338554"/>
              <a:gd name="csX1" fmla="*/ 635308 w 1351719"/>
              <a:gd name="csY1" fmla="*/ 0 h 338554"/>
              <a:gd name="csX2" fmla="*/ 1351719 w 1351719"/>
              <a:gd name="csY2" fmla="*/ 0 h 338554"/>
              <a:gd name="csX3" fmla="*/ 1351719 w 1351719"/>
              <a:gd name="csY3" fmla="*/ 338554 h 338554"/>
              <a:gd name="csX4" fmla="*/ 648825 w 1351719"/>
              <a:gd name="csY4" fmla="*/ 338554 h 338554"/>
              <a:gd name="csX5" fmla="*/ 0 w 1351719"/>
              <a:gd name="csY5" fmla="*/ 338554 h 338554"/>
              <a:gd name="csX6" fmla="*/ 0 w 1351719"/>
              <a:gd name="csY6" fmla="*/ 0 h 338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51719" h="338554" fill="none" extrusionOk="0">
                <a:moveTo>
                  <a:pt x="0" y="0"/>
                </a:moveTo>
                <a:cubicBezTo>
                  <a:pt x="143396" y="-25832"/>
                  <a:pt x="453550" y="4788"/>
                  <a:pt x="635308" y="0"/>
                </a:cubicBezTo>
                <a:cubicBezTo>
                  <a:pt x="817066" y="-4788"/>
                  <a:pt x="1056608" y="-35665"/>
                  <a:pt x="1351719" y="0"/>
                </a:cubicBezTo>
                <a:cubicBezTo>
                  <a:pt x="1354532" y="77488"/>
                  <a:pt x="1351383" y="251748"/>
                  <a:pt x="1351719" y="338554"/>
                </a:cubicBezTo>
                <a:cubicBezTo>
                  <a:pt x="1126928" y="310424"/>
                  <a:pt x="985852" y="342082"/>
                  <a:pt x="648825" y="338554"/>
                </a:cubicBezTo>
                <a:cubicBezTo>
                  <a:pt x="311798" y="335026"/>
                  <a:pt x="265888" y="356446"/>
                  <a:pt x="0" y="338554"/>
                </a:cubicBezTo>
                <a:cubicBezTo>
                  <a:pt x="-4482" y="202414"/>
                  <a:pt x="1032" y="167563"/>
                  <a:pt x="0" y="0"/>
                </a:cubicBezTo>
                <a:close/>
              </a:path>
              <a:path w="1351719" h="338554" stroke="0" extrusionOk="0">
                <a:moveTo>
                  <a:pt x="0" y="0"/>
                </a:moveTo>
                <a:cubicBezTo>
                  <a:pt x="159753" y="-29741"/>
                  <a:pt x="436147" y="14046"/>
                  <a:pt x="648825" y="0"/>
                </a:cubicBezTo>
                <a:cubicBezTo>
                  <a:pt x="861503" y="-14046"/>
                  <a:pt x="1171552" y="-28184"/>
                  <a:pt x="1351719" y="0"/>
                </a:cubicBezTo>
                <a:cubicBezTo>
                  <a:pt x="1366704" y="126099"/>
                  <a:pt x="1367511" y="215826"/>
                  <a:pt x="1351719" y="338554"/>
                </a:cubicBezTo>
                <a:cubicBezTo>
                  <a:pt x="1031547" y="314607"/>
                  <a:pt x="1003531" y="318399"/>
                  <a:pt x="662342" y="338554"/>
                </a:cubicBezTo>
                <a:cubicBezTo>
                  <a:pt x="321153" y="358709"/>
                  <a:pt x="164641" y="358300"/>
                  <a:pt x="0" y="338554"/>
                </a:cubicBezTo>
                <a:cubicBezTo>
                  <a:pt x="5968" y="234824"/>
                  <a:pt x="-14161" y="139561"/>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US" sz="1600" dirty="0"/>
              <a:t>Tokenization</a:t>
            </a:r>
          </a:p>
        </p:txBody>
      </p:sp>
      <p:sp>
        <p:nvSpPr>
          <p:cNvPr id="30" name="TextBox 34">
            <a:extLst>
              <a:ext uri="{FF2B5EF4-FFF2-40B4-BE49-F238E27FC236}">
                <a16:creationId xmlns:a16="http://schemas.microsoft.com/office/drawing/2014/main" id="{F565E465-14D7-AC96-4BB8-C8E857DBA7A2}"/>
              </a:ext>
            </a:extLst>
          </p:cNvPr>
          <p:cNvSpPr txBox="1"/>
          <p:nvPr/>
        </p:nvSpPr>
        <p:spPr>
          <a:xfrm>
            <a:off x="10343984" y="5063157"/>
            <a:ext cx="1346605" cy="338554"/>
          </a:xfrm>
          <a:custGeom>
            <a:avLst/>
            <a:gdLst>
              <a:gd name="csX0" fmla="*/ 0 w 1346605"/>
              <a:gd name="csY0" fmla="*/ 0 h 338554"/>
              <a:gd name="csX1" fmla="*/ 632904 w 1346605"/>
              <a:gd name="csY1" fmla="*/ 0 h 338554"/>
              <a:gd name="csX2" fmla="*/ 1346605 w 1346605"/>
              <a:gd name="csY2" fmla="*/ 0 h 338554"/>
              <a:gd name="csX3" fmla="*/ 1346605 w 1346605"/>
              <a:gd name="csY3" fmla="*/ 338554 h 338554"/>
              <a:gd name="csX4" fmla="*/ 646370 w 1346605"/>
              <a:gd name="csY4" fmla="*/ 338554 h 338554"/>
              <a:gd name="csX5" fmla="*/ 0 w 1346605"/>
              <a:gd name="csY5" fmla="*/ 338554 h 338554"/>
              <a:gd name="csX6" fmla="*/ 0 w 1346605"/>
              <a:gd name="csY6" fmla="*/ 0 h 338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46605" h="338554" fill="none" extrusionOk="0">
                <a:moveTo>
                  <a:pt x="0" y="0"/>
                </a:moveTo>
                <a:cubicBezTo>
                  <a:pt x="253654" y="29217"/>
                  <a:pt x="356173" y="4834"/>
                  <a:pt x="632904" y="0"/>
                </a:cubicBezTo>
                <a:cubicBezTo>
                  <a:pt x="909635" y="-4834"/>
                  <a:pt x="1121379" y="26169"/>
                  <a:pt x="1346605" y="0"/>
                </a:cubicBezTo>
                <a:cubicBezTo>
                  <a:pt x="1349418" y="77488"/>
                  <a:pt x="1346269" y="251748"/>
                  <a:pt x="1346605" y="338554"/>
                </a:cubicBezTo>
                <a:cubicBezTo>
                  <a:pt x="1156298" y="318515"/>
                  <a:pt x="891539" y="357030"/>
                  <a:pt x="646370" y="338554"/>
                </a:cubicBezTo>
                <a:cubicBezTo>
                  <a:pt x="401201" y="320078"/>
                  <a:pt x="140549" y="357089"/>
                  <a:pt x="0" y="338554"/>
                </a:cubicBezTo>
                <a:cubicBezTo>
                  <a:pt x="-4482" y="202414"/>
                  <a:pt x="1032" y="167563"/>
                  <a:pt x="0" y="0"/>
                </a:cubicBezTo>
                <a:close/>
              </a:path>
              <a:path w="1346605" h="338554" stroke="0" extrusionOk="0">
                <a:moveTo>
                  <a:pt x="0" y="0"/>
                </a:moveTo>
                <a:cubicBezTo>
                  <a:pt x="133781" y="28092"/>
                  <a:pt x="482181" y="-20522"/>
                  <a:pt x="646370" y="0"/>
                </a:cubicBezTo>
                <a:cubicBezTo>
                  <a:pt x="810559" y="20522"/>
                  <a:pt x="1153150" y="29368"/>
                  <a:pt x="1346605" y="0"/>
                </a:cubicBezTo>
                <a:cubicBezTo>
                  <a:pt x="1361590" y="126099"/>
                  <a:pt x="1362397" y="215826"/>
                  <a:pt x="1346605" y="338554"/>
                </a:cubicBezTo>
                <a:cubicBezTo>
                  <a:pt x="1190988" y="358096"/>
                  <a:pt x="883384" y="335404"/>
                  <a:pt x="659836" y="338554"/>
                </a:cubicBezTo>
                <a:cubicBezTo>
                  <a:pt x="436288" y="341704"/>
                  <a:pt x="243431" y="341210"/>
                  <a:pt x="0" y="338554"/>
                </a:cubicBezTo>
                <a:cubicBezTo>
                  <a:pt x="5968" y="234824"/>
                  <a:pt x="-14161" y="139561"/>
                  <a:pt x="0" y="0"/>
                </a:cubicBezTo>
                <a:close/>
              </a:path>
            </a:pathLst>
          </a:custGeom>
          <a:ln w="28575">
            <a:solidFill>
              <a:srgbClr val="FF0000"/>
            </a:solidFill>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US" sz="1600" dirty="0"/>
              <a:t>Embeddings</a:t>
            </a:r>
          </a:p>
        </p:txBody>
      </p:sp>
      <p:sp>
        <p:nvSpPr>
          <p:cNvPr id="33" name="TextBox 7">
            <a:extLst>
              <a:ext uri="{FF2B5EF4-FFF2-40B4-BE49-F238E27FC236}">
                <a16:creationId xmlns:a16="http://schemas.microsoft.com/office/drawing/2014/main" id="{BCC5FE95-2FF8-7809-29D7-EE6C05FB86AD}"/>
              </a:ext>
            </a:extLst>
          </p:cNvPr>
          <p:cNvSpPr txBox="1"/>
          <p:nvPr/>
        </p:nvSpPr>
        <p:spPr>
          <a:xfrm>
            <a:off x="10346706" y="4029772"/>
            <a:ext cx="1351720" cy="338554"/>
          </a:xfrm>
          <a:custGeom>
            <a:avLst/>
            <a:gdLst>
              <a:gd name="csX0" fmla="*/ 0 w 1351720"/>
              <a:gd name="csY0" fmla="*/ 0 h 338554"/>
              <a:gd name="csX1" fmla="*/ 635308 w 1351720"/>
              <a:gd name="csY1" fmla="*/ 0 h 338554"/>
              <a:gd name="csX2" fmla="*/ 1351720 w 1351720"/>
              <a:gd name="csY2" fmla="*/ 0 h 338554"/>
              <a:gd name="csX3" fmla="*/ 1351720 w 1351720"/>
              <a:gd name="csY3" fmla="*/ 338554 h 338554"/>
              <a:gd name="csX4" fmla="*/ 648826 w 1351720"/>
              <a:gd name="csY4" fmla="*/ 338554 h 338554"/>
              <a:gd name="csX5" fmla="*/ 0 w 1351720"/>
              <a:gd name="csY5" fmla="*/ 338554 h 338554"/>
              <a:gd name="csX6" fmla="*/ 0 w 1351720"/>
              <a:gd name="csY6" fmla="*/ 0 h 33855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51720" h="338554" fill="none" extrusionOk="0">
                <a:moveTo>
                  <a:pt x="0" y="0"/>
                </a:moveTo>
                <a:cubicBezTo>
                  <a:pt x="143396" y="-25832"/>
                  <a:pt x="453550" y="4788"/>
                  <a:pt x="635308" y="0"/>
                </a:cubicBezTo>
                <a:cubicBezTo>
                  <a:pt x="817066" y="-4788"/>
                  <a:pt x="1054450" y="34900"/>
                  <a:pt x="1351720" y="0"/>
                </a:cubicBezTo>
                <a:cubicBezTo>
                  <a:pt x="1354533" y="77488"/>
                  <a:pt x="1351384" y="251748"/>
                  <a:pt x="1351720" y="338554"/>
                </a:cubicBezTo>
                <a:cubicBezTo>
                  <a:pt x="1126929" y="310424"/>
                  <a:pt x="985853" y="342082"/>
                  <a:pt x="648826" y="338554"/>
                </a:cubicBezTo>
                <a:cubicBezTo>
                  <a:pt x="311799" y="335026"/>
                  <a:pt x="271547" y="361133"/>
                  <a:pt x="0" y="338554"/>
                </a:cubicBezTo>
                <a:cubicBezTo>
                  <a:pt x="-4482" y="202414"/>
                  <a:pt x="1032" y="167563"/>
                  <a:pt x="0" y="0"/>
                </a:cubicBezTo>
                <a:close/>
              </a:path>
              <a:path w="1351720" h="338554" stroke="0" extrusionOk="0">
                <a:moveTo>
                  <a:pt x="0" y="0"/>
                </a:moveTo>
                <a:cubicBezTo>
                  <a:pt x="159052" y="28615"/>
                  <a:pt x="432890" y="8531"/>
                  <a:pt x="648826" y="0"/>
                </a:cubicBezTo>
                <a:cubicBezTo>
                  <a:pt x="864762" y="-8531"/>
                  <a:pt x="1171553" y="-28184"/>
                  <a:pt x="1351720" y="0"/>
                </a:cubicBezTo>
                <a:cubicBezTo>
                  <a:pt x="1366705" y="126099"/>
                  <a:pt x="1367512" y="215826"/>
                  <a:pt x="1351720" y="338554"/>
                </a:cubicBezTo>
                <a:cubicBezTo>
                  <a:pt x="1031548" y="314607"/>
                  <a:pt x="1003532" y="318399"/>
                  <a:pt x="662343" y="338554"/>
                </a:cubicBezTo>
                <a:cubicBezTo>
                  <a:pt x="321154" y="358709"/>
                  <a:pt x="166031" y="362599"/>
                  <a:pt x="0" y="338554"/>
                </a:cubicBezTo>
                <a:cubicBezTo>
                  <a:pt x="5968" y="234824"/>
                  <a:pt x="-14161" y="139561"/>
                  <a:pt x="0" y="0"/>
                </a:cubicBezTo>
                <a:close/>
              </a:path>
            </a:pathLst>
          </a:custGeom>
          <a:ln w="28575">
            <a:extLst>
              <a:ext uri="{C807C97D-BFC1-408E-A445-0C87EB9F89A2}">
                <ask:lineSketchStyleProps xmlns:ask="http://schemas.microsoft.com/office/drawing/2018/sketchyshapes" sd="283741067">
                  <a:prstGeom prst="rect">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spAutoFit/>
          </a:bodyP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l"/>
            <a:r>
              <a:rPr lang="en-US" sz="1600" dirty="0"/>
              <a:t>Hardware</a:t>
            </a:r>
          </a:p>
        </p:txBody>
      </p:sp>
      <p:sp>
        <p:nvSpPr>
          <p:cNvPr id="34" name="Flowchart: Connector 33">
            <a:extLst>
              <a:ext uri="{FF2B5EF4-FFF2-40B4-BE49-F238E27FC236}">
                <a16:creationId xmlns:a16="http://schemas.microsoft.com/office/drawing/2014/main" id="{3B67FE26-BA0B-EB7C-E6DF-06FE55609F80}"/>
              </a:ext>
            </a:extLst>
          </p:cNvPr>
          <p:cNvSpPr/>
          <p:nvPr/>
        </p:nvSpPr>
        <p:spPr>
          <a:xfrm>
            <a:off x="8031139" y="4391066"/>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1</a:t>
            </a:r>
          </a:p>
        </p:txBody>
      </p:sp>
      <p:sp>
        <p:nvSpPr>
          <p:cNvPr id="37" name="Flowchart: Connector 36">
            <a:extLst>
              <a:ext uri="{FF2B5EF4-FFF2-40B4-BE49-F238E27FC236}">
                <a16:creationId xmlns:a16="http://schemas.microsoft.com/office/drawing/2014/main" id="{B3483E34-C09F-DF87-AF53-2A6AFB5409B4}"/>
              </a:ext>
            </a:extLst>
          </p:cNvPr>
          <p:cNvSpPr/>
          <p:nvPr/>
        </p:nvSpPr>
        <p:spPr>
          <a:xfrm>
            <a:off x="8470951" y="4815536"/>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solidFill>
              <a:srgbClr val="FF0000"/>
            </a:solidFill>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2</a:t>
            </a:r>
          </a:p>
        </p:txBody>
      </p:sp>
      <p:sp>
        <p:nvSpPr>
          <p:cNvPr id="38" name="Flowchart: Connector 37">
            <a:extLst>
              <a:ext uri="{FF2B5EF4-FFF2-40B4-BE49-F238E27FC236}">
                <a16:creationId xmlns:a16="http://schemas.microsoft.com/office/drawing/2014/main" id="{A23D6165-3F28-EF25-0D10-05FC78F18519}"/>
              </a:ext>
            </a:extLst>
          </p:cNvPr>
          <p:cNvSpPr/>
          <p:nvPr/>
        </p:nvSpPr>
        <p:spPr>
          <a:xfrm>
            <a:off x="9974495" y="4068877"/>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0</a:t>
            </a:r>
          </a:p>
        </p:txBody>
      </p:sp>
      <p:sp>
        <p:nvSpPr>
          <p:cNvPr id="39" name="Flowchart: Connector 38">
            <a:extLst>
              <a:ext uri="{FF2B5EF4-FFF2-40B4-BE49-F238E27FC236}">
                <a16:creationId xmlns:a16="http://schemas.microsoft.com/office/drawing/2014/main" id="{071CFCA2-49B3-8FF2-8AFB-2051C9ABDC0B}"/>
              </a:ext>
            </a:extLst>
          </p:cNvPr>
          <p:cNvSpPr/>
          <p:nvPr/>
        </p:nvSpPr>
        <p:spPr>
          <a:xfrm>
            <a:off x="9974494" y="4595629"/>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1</a:t>
            </a:r>
          </a:p>
        </p:txBody>
      </p:sp>
      <p:sp>
        <p:nvSpPr>
          <p:cNvPr id="42" name="Flowchart: Connector 41">
            <a:extLst>
              <a:ext uri="{FF2B5EF4-FFF2-40B4-BE49-F238E27FC236}">
                <a16:creationId xmlns:a16="http://schemas.microsoft.com/office/drawing/2014/main" id="{924D63B4-71D9-DAC8-54D5-0543F2073663}"/>
              </a:ext>
            </a:extLst>
          </p:cNvPr>
          <p:cNvSpPr/>
          <p:nvPr/>
        </p:nvSpPr>
        <p:spPr>
          <a:xfrm>
            <a:off x="9974495" y="5112152"/>
            <a:ext cx="221952" cy="237294"/>
          </a:xfrm>
          <a:custGeom>
            <a:avLst/>
            <a:gdLst>
              <a:gd name="csX0" fmla="*/ 0 w 221952"/>
              <a:gd name="csY0" fmla="*/ 118647 h 237294"/>
              <a:gd name="csX1" fmla="*/ 110976 w 221952"/>
              <a:gd name="csY1" fmla="*/ 0 h 237294"/>
              <a:gd name="csX2" fmla="*/ 221952 w 221952"/>
              <a:gd name="csY2" fmla="*/ 118647 h 237294"/>
              <a:gd name="csX3" fmla="*/ 110976 w 221952"/>
              <a:gd name="csY3" fmla="*/ 237294 h 237294"/>
              <a:gd name="csX4" fmla="*/ 0 w 221952"/>
              <a:gd name="csY4" fmla="*/ 118647 h 237294"/>
            </a:gdLst>
            <a:ahLst/>
            <a:cxnLst>
              <a:cxn ang="0">
                <a:pos x="csX0" y="csY0"/>
              </a:cxn>
              <a:cxn ang="0">
                <a:pos x="csX1" y="csY1"/>
              </a:cxn>
              <a:cxn ang="0">
                <a:pos x="csX2" y="csY2"/>
              </a:cxn>
              <a:cxn ang="0">
                <a:pos x="csX3" y="csY3"/>
              </a:cxn>
              <a:cxn ang="0">
                <a:pos x="csX4" y="csY4"/>
              </a:cxn>
            </a:cxnLst>
            <a:rect l="l" t="t" r="r" b="b"/>
            <a:pathLst>
              <a:path w="221952" h="237294" fill="none" extrusionOk="0">
                <a:moveTo>
                  <a:pt x="0" y="118647"/>
                </a:moveTo>
                <a:cubicBezTo>
                  <a:pt x="-1073" y="51741"/>
                  <a:pt x="45286" y="-3941"/>
                  <a:pt x="110976" y="0"/>
                </a:cubicBezTo>
                <a:cubicBezTo>
                  <a:pt x="181556" y="-10600"/>
                  <a:pt x="228892" y="60792"/>
                  <a:pt x="221952" y="118647"/>
                </a:cubicBezTo>
                <a:cubicBezTo>
                  <a:pt x="210669" y="188861"/>
                  <a:pt x="176239" y="229372"/>
                  <a:pt x="110976" y="237294"/>
                </a:cubicBezTo>
                <a:cubicBezTo>
                  <a:pt x="55130" y="237772"/>
                  <a:pt x="-374" y="186746"/>
                  <a:pt x="0" y="118647"/>
                </a:cubicBezTo>
                <a:close/>
              </a:path>
              <a:path w="221952" h="237294" stroke="0" extrusionOk="0">
                <a:moveTo>
                  <a:pt x="0" y="118647"/>
                </a:moveTo>
                <a:cubicBezTo>
                  <a:pt x="-2353" y="45735"/>
                  <a:pt x="36539" y="1132"/>
                  <a:pt x="110976" y="0"/>
                </a:cubicBezTo>
                <a:cubicBezTo>
                  <a:pt x="171325" y="1311"/>
                  <a:pt x="220694" y="51798"/>
                  <a:pt x="221952" y="118647"/>
                </a:cubicBezTo>
                <a:cubicBezTo>
                  <a:pt x="226735" y="192259"/>
                  <a:pt x="180310" y="239462"/>
                  <a:pt x="110976" y="237294"/>
                </a:cubicBezTo>
                <a:cubicBezTo>
                  <a:pt x="47513" y="238802"/>
                  <a:pt x="-5168" y="179523"/>
                  <a:pt x="0" y="118647"/>
                </a:cubicBezTo>
                <a:close/>
              </a:path>
            </a:pathLst>
          </a:custGeom>
          <a:ln w="28575">
            <a:solidFill>
              <a:srgbClr val="FF0000"/>
            </a:solidFill>
            <a:extLst>
              <a:ext uri="{C807C97D-BFC1-408E-A445-0C87EB9F89A2}">
                <ask:lineSketchStyleProps xmlns:ask="http://schemas.microsoft.com/office/drawing/2018/sketchyshapes" sd="3499211612">
                  <a:prstGeom prst="flowChartConnector">
                    <a:avLst/>
                  </a:prstGeom>
                  <ask:type>
                    <ask:lineSketchFreehand/>
                  </ask:type>
                </ask:lineSketchStyleProps>
              </a:ext>
            </a:extLst>
          </a:ln>
        </p:spPr>
        <p:style>
          <a:lnRef idx="2">
            <a:schemeClr val="accent5"/>
          </a:lnRef>
          <a:fillRef idx="1">
            <a:schemeClr val="lt1"/>
          </a:fillRef>
          <a:effectRef idx="0">
            <a:schemeClr val="accent5"/>
          </a:effectRef>
          <a:fontRef idx="minor">
            <a:schemeClr val="dk1"/>
          </a:fontRef>
        </p:style>
        <p:txBody>
          <a:bodyPr lIns="91440" tIns="45720" rIns="91440" bIns="45720" rtlCol="0" anchor="ctr"/>
          <a:lstStyle>
            <a:defPPr>
              <a:defRPr lang="en-US"/>
            </a:defPPr>
            <a:lvl1pPr marL="0" algn="l" defTabSz="914400" rtl="0" eaLnBrk="1" latinLnBrk="0" hangingPunct="1">
              <a:defRPr sz="1800" kern="1200">
                <a:solidFill>
                  <a:schemeClr val="dk1"/>
                </a:solidFill>
                <a:latin typeface="+mn-lt"/>
                <a:ea typeface="+mn-ea"/>
                <a:cs typeface="+mn-cs"/>
              </a:defRPr>
            </a:lvl1pPr>
            <a:lvl2pPr marL="457200" algn="l" defTabSz="914400" rtl="0" eaLnBrk="1" latinLnBrk="0" hangingPunct="1">
              <a:defRPr sz="1800" kern="1200">
                <a:solidFill>
                  <a:schemeClr val="dk1"/>
                </a:solidFill>
                <a:latin typeface="+mn-lt"/>
                <a:ea typeface="+mn-ea"/>
                <a:cs typeface="+mn-cs"/>
              </a:defRPr>
            </a:lvl2pPr>
            <a:lvl3pPr marL="914400" algn="l" defTabSz="914400" rtl="0" eaLnBrk="1" latinLnBrk="0" hangingPunct="1">
              <a:defRPr sz="1800" kern="1200">
                <a:solidFill>
                  <a:schemeClr val="dk1"/>
                </a:solidFill>
                <a:latin typeface="+mn-lt"/>
                <a:ea typeface="+mn-ea"/>
                <a:cs typeface="+mn-cs"/>
              </a:defRPr>
            </a:lvl3pPr>
            <a:lvl4pPr marL="1371600" algn="l" defTabSz="914400" rtl="0" eaLnBrk="1" latinLnBrk="0" hangingPunct="1">
              <a:defRPr sz="1800" kern="1200">
                <a:solidFill>
                  <a:schemeClr val="dk1"/>
                </a:solidFill>
                <a:latin typeface="+mn-lt"/>
                <a:ea typeface="+mn-ea"/>
                <a:cs typeface="+mn-cs"/>
              </a:defRPr>
            </a:lvl4pPr>
            <a:lvl5pPr marL="1828800" algn="l" defTabSz="914400" rtl="0" eaLnBrk="1" latinLnBrk="0" hangingPunct="1">
              <a:defRPr sz="1800" kern="1200">
                <a:solidFill>
                  <a:schemeClr val="dk1"/>
                </a:solidFill>
                <a:latin typeface="+mn-lt"/>
                <a:ea typeface="+mn-ea"/>
                <a:cs typeface="+mn-cs"/>
              </a:defRPr>
            </a:lvl5pPr>
            <a:lvl6pPr marL="2286000" algn="l" defTabSz="914400" rtl="0" eaLnBrk="1" latinLnBrk="0" hangingPunct="1">
              <a:defRPr sz="1800" kern="1200">
                <a:solidFill>
                  <a:schemeClr val="dk1"/>
                </a:solidFill>
                <a:latin typeface="+mn-lt"/>
                <a:ea typeface="+mn-ea"/>
                <a:cs typeface="+mn-cs"/>
              </a:defRPr>
            </a:lvl6pPr>
            <a:lvl7pPr marL="2743200" algn="l" defTabSz="914400" rtl="0" eaLnBrk="1" latinLnBrk="0" hangingPunct="1">
              <a:defRPr sz="1800" kern="1200">
                <a:solidFill>
                  <a:schemeClr val="dk1"/>
                </a:solidFill>
                <a:latin typeface="+mn-lt"/>
                <a:ea typeface="+mn-ea"/>
                <a:cs typeface="+mn-cs"/>
              </a:defRPr>
            </a:lvl7pPr>
            <a:lvl8pPr marL="3200400" algn="l" defTabSz="914400" rtl="0" eaLnBrk="1" latinLnBrk="0" hangingPunct="1">
              <a:defRPr sz="1800" kern="1200">
                <a:solidFill>
                  <a:schemeClr val="dk1"/>
                </a:solidFill>
                <a:latin typeface="+mn-lt"/>
                <a:ea typeface="+mn-ea"/>
                <a:cs typeface="+mn-cs"/>
              </a:defRPr>
            </a:lvl8pPr>
            <a:lvl9pPr marL="3657600" algn="l" defTabSz="914400" rtl="0" eaLnBrk="1" latinLnBrk="0" hangingPunct="1">
              <a:defRPr sz="1800" kern="1200">
                <a:solidFill>
                  <a:schemeClr val="dk1"/>
                </a:solidFill>
                <a:latin typeface="+mn-lt"/>
                <a:ea typeface="+mn-ea"/>
                <a:cs typeface="+mn-cs"/>
              </a:defRPr>
            </a:lvl9pPr>
          </a:lstStyle>
          <a:p>
            <a:pPr algn="ctr"/>
            <a:r>
              <a:rPr lang="en-US" sz="1600" dirty="0"/>
              <a:t>2</a:t>
            </a:r>
          </a:p>
        </p:txBody>
      </p:sp>
    </p:spTree>
    <p:extLst>
      <p:ext uri="{BB962C8B-B14F-4D97-AF65-F5344CB8AC3E}">
        <p14:creationId xmlns:p14="http://schemas.microsoft.com/office/powerpoint/2010/main" val="1098572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4746E7-4582-3D11-00DA-160C715FA7B6}"/>
              </a:ext>
            </a:extLst>
          </p:cNvPr>
          <p:cNvSpPr>
            <a:spLocks noGrp="1"/>
          </p:cNvSpPr>
          <p:nvPr>
            <p:ph type="title"/>
          </p:nvPr>
        </p:nvSpPr>
        <p:spPr/>
        <p:txBody>
          <a:bodyPr/>
          <a:lstStyle/>
          <a:p>
            <a:r>
              <a:rPr lang="en-GB" dirty="0"/>
              <a:t>Overview</a:t>
            </a:r>
          </a:p>
        </p:txBody>
      </p:sp>
      <p:sp>
        <p:nvSpPr>
          <p:cNvPr id="3" name="Content Placeholder 2">
            <a:extLst>
              <a:ext uri="{FF2B5EF4-FFF2-40B4-BE49-F238E27FC236}">
                <a16:creationId xmlns:a16="http://schemas.microsoft.com/office/drawing/2014/main" id="{51082D7C-5A3E-9979-1F34-9306A148CCED}"/>
              </a:ext>
            </a:extLst>
          </p:cNvPr>
          <p:cNvSpPr>
            <a:spLocks noGrp="1"/>
          </p:cNvSpPr>
          <p:nvPr>
            <p:ph idx="1"/>
          </p:nvPr>
        </p:nvSpPr>
        <p:spPr/>
        <p:txBody>
          <a:bodyPr vert="horz" lIns="91440" tIns="45720" rIns="91440" bIns="45720" rtlCol="0" anchor="t">
            <a:normAutofit/>
          </a:bodyPr>
          <a:lstStyle/>
          <a:p>
            <a:r>
              <a:rPr lang="en-GB" dirty="0"/>
              <a:t>Why?</a:t>
            </a:r>
          </a:p>
          <a:p>
            <a:r>
              <a:rPr lang="en-GB" dirty="0"/>
              <a:t>One-hot encodings</a:t>
            </a:r>
          </a:p>
          <a:p>
            <a:r>
              <a:rPr lang="en-GB" dirty="0"/>
              <a:t>TF-IDF</a:t>
            </a:r>
          </a:p>
          <a:p>
            <a:r>
              <a:rPr lang="en-GB" dirty="0"/>
              <a:t>word2vec</a:t>
            </a:r>
          </a:p>
          <a:p>
            <a:r>
              <a:rPr lang="en-GB" dirty="0"/>
              <a:t>Neural embeddings</a:t>
            </a:r>
          </a:p>
        </p:txBody>
      </p:sp>
    </p:spTree>
    <p:extLst>
      <p:ext uri="{BB962C8B-B14F-4D97-AF65-F5344CB8AC3E}">
        <p14:creationId xmlns:p14="http://schemas.microsoft.com/office/powerpoint/2010/main" val="24538812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63F18-2B5F-2484-32C4-5C4AEEAB8CDB}"/>
              </a:ext>
            </a:extLst>
          </p:cNvPr>
          <p:cNvSpPr>
            <a:spLocks noGrp="1"/>
          </p:cNvSpPr>
          <p:nvPr>
            <p:ph type="title"/>
          </p:nvPr>
        </p:nvSpPr>
        <p:spPr/>
        <p:txBody>
          <a:bodyPr/>
          <a:lstStyle/>
          <a:p>
            <a:r>
              <a:rPr lang="en-GB" dirty="0"/>
              <a:t>Why do we even want "embeddings"</a:t>
            </a:r>
          </a:p>
        </p:txBody>
      </p:sp>
      <p:sp>
        <p:nvSpPr>
          <p:cNvPr id="3" name="Content Placeholder 2">
            <a:extLst>
              <a:ext uri="{FF2B5EF4-FFF2-40B4-BE49-F238E27FC236}">
                <a16:creationId xmlns:a16="http://schemas.microsoft.com/office/drawing/2014/main" id="{67770759-24B3-6ACF-AE7F-3832EE21694D}"/>
              </a:ext>
            </a:extLst>
          </p:cNvPr>
          <p:cNvSpPr>
            <a:spLocks noGrp="1"/>
          </p:cNvSpPr>
          <p:nvPr>
            <p:ph idx="1"/>
          </p:nvPr>
        </p:nvSpPr>
        <p:spPr/>
        <p:txBody>
          <a:bodyPr vert="horz" lIns="91440" tIns="45720" rIns="91440" bIns="45720" rtlCol="0" anchor="t">
            <a:normAutofit/>
          </a:bodyPr>
          <a:lstStyle/>
          <a:p>
            <a:r>
              <a:rPr lang="en-GB" dirty="0"/>
              <a:t>Currently, we have numbers that we can feed into a model</a:t>
            </a:r>
          </a:p>
          <a:p>
            <a:pPr marL="0" indent="0" algn="ctr">
              <a:buNone/>
            </a:pPr>
            <a:r>
              <a:rPr lang="en-GB" sz="1200">
                <a:solidFill>
                  <a:srgbClr val="666666"/>
                </a:solidFill>
                <a:latin typeface="Source Code Pro"/>
                <a:ea typeface="Source Code Pro"/>
              </a:rPr>
              <a:t>{</a:t>
            </a:r>
            <a:r>
              <a:rPr lang="en-GB" sz="1200">
                <a:solidFill>
                  <a:srgbClr val="9325A5"/>
                </a:solidFill>
                <a:latin typeface="Source Code Pro"/>
                <a:ea typeface="Source Code Pro"/>
              </a:rPr>
              <a:t>'cat'</a:t>
            </a:r>
            <a:r>
              <a:rPr lang="en-GB" sz="1200">
                <a:solidFill>
                  <a:srgbClr val="666666"/>
                </a:solidFill>
                <a:latin typeface="Source Code Pro"/>
                <a:ea typeface="Source Code Pro"/>
              </a:rPr>
              <a:t>: </a:t>
            </a:r>
            <a:r>
              <a:rPr lang="en-GB" sz="1200">
                <a:solidFill>
                  <a:srgbClr val="0B7743"/>
                </a:solidFill>
                <a:latin typeface="Source Code Pro"/>
                <a:ea typeface="Source Code Pro"/>
              </a:rPr>
              <a:t>0</a:t>
            </a:r>
            <a:r>
              <a:rPr lang="en-GB" sz="1200">
                <a:solidFill>
                  <a:srgbClr val="666666"/>
                </a:solidFill>
                <a:latin typeface="Source Code Pro"/>
                <a:ea typeface="Source Code Pro"/>
              </a:rPr>
              <a:t>, </a:t>
            </a:r>
            <a:r>
              <a:rPr lang="en-GB" sz="1200">
                <a:solidFill>
                  <a:srgbClr val="9325A5"/>
                </a:solidFill>
                <a:latin typeface="Source Code Pro"/>
                <a:ea typeface="Source Code Pro"/>
              </a:rPr>
              <a:t>'mat'</a:t>
            </a:r>
            <a:r>
              <a:rPr lang="en-GB" sz="1200">
                <a:solidFill>
                  <a:srgbClr val="666666"/>
                </a:solidFill>
                <a:latin typeface="Source Code Pro"/>
                <a:ea typeface="Source Code Pro"/>
              </a:rPr>
              <a:t>: </a:t>
            </a:r>
            <a:r>
              <a:rPr lang="en-GB" sz="1200">
                <a:solidFill>
                  <a:srgbClr val="0B7743"/>
                </a:solidFill>
                <a:latin typeface="Source Code Pro"/>
                <a:ea typeface="Source Code Pro"/>
              </a:rPr>
              <a:t>1</a:t>
            </a:r>
            <a:r>
              <a:rPr lang="en-GB" sz="1200">
                <a:solidFill>
                  <a:srgbClr val="666666"/>
                </a:solidFill>
                <a:latin typeface="Source Code Pro"/>
                <a:ea typeface="Source Code Pro"/>
              </a:rPr>
              <a:t>, </a:t>
            </a:r>
            <a:r>
              <a:rPr lang="en-GB" sz="1200">
                <a:solidFill>
                  <a:srgbClr val="9325A5"/>
                </a:solidFill>
                <a:latin typeface="Source Code Pro"/>
                <a:ea typeface="Source Code Pro"/>
              </a:rPr>
              <a:t>'on'</a:t>
            </a:r>
            <a:r>
              <a:rPr lang="en-GB" sz="1200">
                <a:solidFill>
                  <a:srgbClr val="666666"/>
                </a:solidFill>
                <a:latin typeface="Source Code Pro"/>
                <a:ea typeface="Source Code Pro"/>
              </a:rPr>
              <a:t>: </a:t>
            </a:r>
            <a:r>
              <a:rPr lang="en-GB" sz="1200">
                <a:solidFill>
                  <a:srgbClr val="0B7743"/>
                </a:solidFill>
                <a:latin typeface="Source Code Pro"/>
                <a:ea typeface="Source Code Pro"/>
              </a:rPr>
              <a:t>2</a:t>
            </a:r>
            <a:r>
              <a:rPr lang="en-GB" sz="1200">
                <a:solidFill>
                  <a:srgbClr val="666666"/>
                </a:solidFill>
                <a:latin typeface="Source Code Pro"/>
                <a:ea typeface="Source Code Pro"/>
              </a:rPr>
              <a:t>, </a:t>
            </a:r>
            <a:r>
              <a:rPr lang="en-GB" sz="1200">
                <a:solidFill>
                  <a:srgbClr val="9325A5"/>
                </a:solidFill>
                <a:latin typeface="Source Code Pro"/>
                <a:ea typeface="Source Code Pro"/>
              </a:rPr>
              <a:t>'sat'</a:t>
            </a:r>
            <a:r>
              <a:rPr lang="en-GB" sz="1200">
                <a:solidFill>
                  <a:srgbClr val="666666"/>
                </a:solidFill>
                <a:latin typeface="Source Code Pro"/>
                <a:ea typeface="Source Code Pro"/>
              </a:rPr>
              <a:t>: </a:t>
            </a:r>
            <a:r>
              <a:rPr lang="en-GB" sz="1200">
                <a:solidFill>
                  <a:srgbClr val="0B7743"/>
                </a:solidFill>
                <a:latin typeface="Source Code Pro"/>
                <a:ea typeface="Source Code Pro"/>
              </a:rPr>
              <a:t>3</a:t>
            </a:r>
            <a:r>
              <a:rPr lang="en-GB" sz="1200">
                <a:solidFill>
                  <a:srgbClr val="666666"/>
                </a:solidFill>
                <a:latin typeface="Source Code Pro"/>
                <a:ea typeface="Source Code Pro"/>
              </a:rPr>
              <a:t>, </a:t>
            </a:r>
            <a:r>
              <a:rPr lang="en-GB" sz="1200">
                <a:solidFill>
                  <a:srgbClr val="9325A5"/>
                </a:solidFill>
                <a:latin typeface="Source Code Pro"/>
                <a:ea typeface="Source Code Pro"/>
              </a:rPr>
              <a:t>'the'</a:t>
            </a:r>
            <a:r>
              <a:rPr lang="en-GB" sz="1200">
                <a:solidFill>
                  <a:srgbClr val="666666"/>
                </a:solidFill>
                <a:latin typeface="Source Code Pro"/>
                <a:ea typeface="Source Code Pro"/>
              </a:rPr>
              <a:t>: </a:t>
            </a:r>
            <a:r>
              <a:rPr lang="en-GB" sz="1200">
                <a:solidFill>
                  <a:srgbClr val="0B7743"/>
                </a:solidFill>
                <a:latin typeface="Source Code Pro"/>
                <a:ea typeface="Source Code Pro"/>
              </a:rPr>
              <a:t>4</a:t>
            </a:r>
            <a:r>
              <a:rPr lang="en-GB" sz="1200">
                <a:solidFill>
                  <a:srgbClr val="666666"/>
                </a:solidFill>
                <a:latin typeface="Source Code Pro"/>
                <a:ea typeface="Source Code Pro"/>
              </a:rPr>
              <a:t>}</a:t>
            </a:r>
            <a:endParaRPr lang="en-GB"/>
          </a:p>
          <a:p>
            <a:r>
              <a:rPr lang="en-GB" dirty="0"/>
              <a:t>These numbers are discrete</a:t>
            </a:r>
          </a:p>
          <a:p>
            <a:r>
              <a:rPr lang="en-GB" dirty="0"/>
              <a:t>We can't actually apply attention to these numbers</a:t>
            </a:r>
          </a:p>
          <a:p>
            <a:r>
              <a:rPr lang="en-GB" dirty="0"/>
              <a:t>We need to do things like:</a:t>
            </a:r>
          </a:p>
          <a:p>
            <a:pPr lvl="2">
              <a:buFont typeface="Wingdings" panose="020B0604020202020204" pitchFamily="34" charset="0"/>
              <a:buChar char="§"/>
            </a:pPr>
            <a:r>
              <a:rPr lang="en-GB" dirty="0"/>
              <a:t>Capture relationships between concepts</a:t>
            </a:r>
          </a:p>
          <a:p>
            <a:pPr lvl="2">
              <a:buFont typeface="Wingdings" panose="020B0604020202020204" pitchFamily="34" charset="0"/>
              <a:buChar char="§"/>
            </a:pPr>
            <a:r>
              <a:rPr lang="en-GB" dirty="0"/>
              <a:t>Combine concepts meaningfully</a:t>
            </a:r>
          </a:p>
          <a:p>
            <a:pPr lvl="2">
              <a:buFont typeface="Wingdings" panose="020B0604020202020204" pitchFamily="34" charset="0"/>
              <a:buChar char="§"/>
            </a:pPr>
            <a:r>
              <a:rPr lang="en-GB" dirty="0"/>
              <a:t>Generalize to unfamiliar contexts</a:t>
            </a:r>
          </a:p>
          <a:p>
            <a:pPr lvl="2">
              <a:buFont typeface="Wingdings" panose="020B0604020202020204" pitchFamily="34" charset="0"/>
              <a:buChar char="§"/>
            </a:pPr>
            <a:endParaRPr lang="en-GB" dirty="0"/>
          </a:p>
          <a:p>
            <a:pPr marL="0" indent="0" algn="ctr">
              <a:buNone/>
            </a:pPr>
            <a:r>
              <a:rPr lang="en-GB" b="1" i="1" dirty="0"/>
              <a:t>We need some vectors</a:t>
            </a:r>
          </a:p>
          <a:p>
            <a:pPr lvl="2">
              <a:buFont typeface="Wingdings" panose="020B0604020202020204" pitchFamily="34" charset="0"/>
              <a:buChar char="§"/>
            </a:pPr>
            <a:endParaRPr lang="en-GB" dirty="0"/>
          </a:p>
        </p:txBody>
      </p:sp>
    </p:spTree>
    <p:extLst>
      <p:ext uri="{BB962C8B-B14F-4D97-AF65-F5344CB8AC3E}">
        <p14:creationId xmlns:p14="http://schemas.microsoft.com/office/powerpoint/2010/main" val="40196421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F70C0-DAFB-9027-5A05-9013E225C828}"/>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7FA640CD-7010-35B2-A656-D450E9B28868}"/>
              </a:ext>
            </a:extLst>
          </p:cNvPr>
          <p:cNvSpPr>
            <a:spLocks noGrp="1"/>
          </p:cNvSpPr>
          <p:nvPr>
            <p:ph idx="1"/>
          </p:nvPr>
        </p:nvSpPr>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Vectors are just arrows in space</a:t>
            </a:r>
            <a:endParaRPr lang="en-US" dirty="0"/>
          </a:p>
        </p:txBody>
      </p:sp>
      <p:grpSp>
        <p:nvGrpSpPr>
          <p:cNvPr id="18" name="Group 17">
            <a:extLst>
              <a:ext uri="{FF2B5EF4-FFF2-40B4-BE49-F238E27FC236}">
                <a16:creationId xmlns:a16="http://schemas.microsoft.com/office/drawing/2014/main" id="{54A30038-88E0-8EDF-2B73-BD87DDDABA85}"/>
              </a:ext>
            </a:extLst>
          </p:cNvPr>
          <p:cNvGrpSpPr/>
          <p:nvPr/>
        </p:nvGrpSpPr>
        <p:grpSpPr>
          <a:xfrm>
            <a:off x="6098464" y="1034517"/>
            <a:ext cx="5241592" cy="4796018"/>
            <a:chOff x="-29042" y="199625"/>
            <a:chExt cx="5241592" cy="4820975"/>
          </a:xfrm>
        </p:grpSpPr>
        <p:cxnSp>
          <p:nvCxnSpPr>
            <p:cNvPr id="6" name="Google Shape;54;p13">
              <a:extLst>
                <a:ext uri="{FF2B5EF4-FFF2-40B4-BE49-F238E27FC236}">
                  <a16:creationId xmlns:a16="http://schemas.microsoft.com/office/drawing/2014/main" id="{D9D1CEEF-0396-1BC0-7FB7-483CC63C610D}"/>
                </a:ext>
              </a:extLst>
            </p:cNvPr>
            <p:cNvCxnSpPr/>
            <p:nvPr/>
          </p:nvCxnSpPr>
          <p:spPr>
            <a:xfrm rot="10800000">
              <a:off x="445250" y="475925"/>
              <a:ext cx="0" cy="4452600"/>
            </a:xfrm>
            <a:prstGeom prst="straightConnector1">
              <a:avLst/>
            </a:prstGeom>
            <a:noFill/>
            <a:ln w="28575" cap="flat" cmpd="sng">
              <a:solidFill>
                <a:schemeClr val="dk2"/>
              </a:solidFill>
              <a:prstDash val="solid"/>
              <a:round/>
              <a:headEnd type="none" w="med" len="med"/>
              <a:tailEnd type="triangle" w="med" len="med"/>
            </a:ln>
          </p:spPr>
        </p:cxnSp>
        <p:cxnSp>
          <p:nvCxnSpPr>
            <p:cNvPr id="7" name="Google Shape;55;p13">
              <a:extLst>
                <a:ext uri="{FF2B5EF4-FFF2-40B4-BE49-F238E27FC236}">
                  <a16:creationId xmlns:a16="http://schemas.microsoft.com/office/drawing/2014/main" id="{2DED6E30-EE46-3BE9-205C-6D5DC5BA458B}"/>
                </a:ext>
              </a:extLst>
            </p:cNvPr>
            <p:cNvCxnSpPr/>
            <p:nvPr/>
          </p:nvCxnSpPr>
          <p:spPr>
            <a:xfrm flipV="1">
              <a:off x="433175" y="4926313"/>
              <a:ext cx="4533898" cy="4425"/>
            </a:xfrm>
            <a:prstGeom prst="straightConnector1">
              <a:avLst/>
            </a:prstGeom>
            <a:noFill/>
            <a:ln w="28575" cap="flat" cmpd="sng">
              <a:solidFill>
                <a:schemeClr val="dk2"/>
              </a:solidFill>
              <a:prstDash val="solid"/>
              <a:round/>
              <a:headEnd type="none" w="med" len="med"/>
              <a:tailEnd type="triangle" w="med" len="med"/>
            </a:ln>
          </p:spPr>
        </p:cxnSp>
        <p:sp>
          <p:nvSpPr>
            <p:cNvPr id="8" name="Google Shape;56;p13">
              <a:extLst>
                <a:ext uri="{FF2B5EF4-FFF2-40B4-BE49-F238E27FC236}">
                  <a16:creationId xmlns:a16="http://schemas.microsoft.com/office/drawing/2014/main" id="{2C0C3729-251C-8B37-1EA8-224972C93253}"/>
                </a:ext>
              </a:extLst>
            </p:cNvPr>
            <p:cNvSpPr txBox="1"/>
            <p:nvPr/>
          </p:nvSpPr>
          <p:spPr>
            <a:xfrm>
              <a:off x="4897850" y="4744300"/>
              <a:ext cx="314700" cy="2763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9" name="Google Shape;57;p13">
              <a:extLst>
                <a:ext uri="{FF2B5EF4-FFF2-40B4-BE49-F238E27FC236}">
                  <a16:creationId xmlns:a16="http://schemas.microsoft.com/office/drawing/2014/main" id="{C4F7F3B6-2FB2-D969-49F6-94C86B113313}"/>
                </a:ext>
              </a:extLst>
            </p:cNvPr>
            <p:cNvSpPr txBox="1"/>
            <p:nvPr/>
          </p:nvSpPr>
          <p:spPr>
            <a:xfrm>
              <a:off x="-29042" y="199625"/>
              <a:ext cx="314700" cy="2763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0" name="Google Shape;58;p13">
              <a:extLst>
                <a:ext uri="{FF2B5EF4-FFF2-40B4-BE49-F238E27FC236}">
                  <a16:creationId xmlns:a16="http://schemas.microsoft.com/office/drawing/2014/main" id="{195F8FCB-486B-F497-7142-E9056B52AC64}"/>
                </a:ext>
              </a:extLst>
            </p:cNvPr>
            <p:cNvCxnSpPr/>
            <p:nvPr/>
          </p:nvCxnSpPr>
          <p:spPr>
            <a:xfrm rot="10800000" flipH="1">
              <a:off x="445250" y="2932625"/>
              <a:ext cx="1412700" cy="1995900"/>
            </a:xfrm>
            <a:prstGeom prst="straightConnector1">
              <a:avLst/>
            </a:prstGeom>
            <a:noFill/>
            <a:ln w="28575" cap="flat" cmpd="sng">
              <a:solidFill>
                <a:schemeClr val="accent1"/>
              </a:solidFill>
              <a:prstDash val="solid"/>
              <a:round/>
              <a:headEnd type="none" w="med" len="med"/>
              <a:tailEnd type="triangle" w="med" len="med"/>
            </a:ln>
          </p:spPr>
        </p:cxnSp>
        <p:cxnSp>
          <p:nvCxnSpPr>
            <p:cNvPr id="11" name="Google Shape;59;p13">
              <a:extLst>
                <a:ext uri="{FF2B5EF4-FFF2-40B4-BE49-F238E27FC236}">
                  <a16:creationId xmlns:a16="http://schemas.microsoft.com/office/drawing/2014/main" id="{34C22B4B-C5D2-DE13-45CE-DC3B507B7E53}"/>
                </a:ext>
              </a:extLst>
            </p:cNvPr>
            <p:cNvCxnSpPr/>
            <p:nvPr/>
          </p:nvCxnSpPr>
          <p:spPr>
            <a:xfrm rot="10800000" flipH="1">
              <a:off x="445250" y="3922925"/>
              <a:ext cx="2164800" cy="1005600"/>
            </a:xfrm>
            <a:prstGeom prst="straightConnector1">
              <a:avLst/>
            </a:prstGeom>
            <a:noFill/>
            <a:ln w="28575" cap="flat" cmpd="sng">
              <a:solidFill>
                <a:srgbClr val="980000"/>
              </a:solidFill>
              <a:prstDash val="solid"/>
              <a:round/>
              <a:headEnd type="none" w="med" len="med"/>
              <a:tailEnd type="triangle" w="med" len="med"/>
            </a:ln>
          </p:spPr>
        </p:cxnSp>
        <p:sp>
          <p:nvSpPr>
            <p:cNvPr id="12" name="Google Shape;60;p13">
              <a:extLst>
                <a:ext uri="{FF2B5EF4-FFF2-40B4-BE49-F238E27FC236}">
                  <a16:creationId xmlns:a16="http://schemas.microsoft.com/office/drawing/2014/main" id="{0E370166-E882-9068-753B-E18291762911}"/>
                </a:ext>
              </a:extLst>
            </p:cNvPr>
            <p:cNvSpPr txBox="1"/>
            <p:nvPr/>
          </p:nvSpPr>
          <p:spPr>
            <a:xfrm>
              <a:off x="1861700" y="2634967"/>
              <a:ext cx="1697944" cy="471932"/>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1"/>
                  </a:solidFill>
                  <a:latin typeface="Constantia"/>
                  <a:ea typeface="Roboto Serif"/>
                  <a:cs typeface="Roboto Serif"/>
                  <a:sym typeface="Roboto Serif"/>
                </a:rPr>
                <a:t>A </a:t>
              </a:r>
              <a:r>
                <a:rPr lang="en-GB" sz="2400" dirty="0">
                  <a:solidFill>
                    <a:schemeClr val="accent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x</a:t>
              </a:r>
              <a:r>
                <a:rPr lang="en-GB" sz="2400" i="1" baseline="-25000" dirty="0">
                  <a:solidFill>
                    <a:schemeClr val="accent1"/>
                  </a:solidFill>
                  <a:latin typeface="Constantia"/>
                  <a:ea typeface="Roboto Serif"/>
                  <a:cs typeface="Roboto Serif"/>
                  <a:sym typeface="Roboto Serif"/>
                </a:rPr>
                <a:t>1</a:t>
              </a:r>
              <a:r>
                <a:rPr lang="en-GB" sz="2400" i="1" dirty="0">
                  <a:solidFill>
                    <a:schemeClr val="accent1"/>
                  </a:solidFill>
                  <a:latin typeface="Constantia"/>
                  <a:ea typeface="Roboto Serif"/>
                  <a:cs typeface="Roboto Serif"/>
                  <a:sym typeface="Roboto Serif"/>
                </a:rPr>
                <a:t>, y</a:t>
              </a:r>
              <a:r>
                <a:rPr lang="en-GB" sz="2400" i="1" baseline="-25000" dirty="0">
                  <a:solidFill>
                    <a:schemeClr val="accent1"/>
                  </a:solidFill>
                  <a:latin typeface="Constantia"/>
                  <a:ea typeface="Roboto Serif"/>
                  <a:cs typeface="Roboto Serif"/>
                  <a:sym typeface="Roboto Serif"/>
                </a:rPr>
                <a:t>1</a:t>
              </a:r>
              <a:r>
                <a:rPr lang="en-GB" sz="2400" dirty="0">
                  <a:solidFill>
                    <a:schemeClr val="accent1"/>
                  </a:solidFill>
                  <a:latin typeface="Constantia"/>
                  <a:ea typeface="Roboto Serif"/>
                  <a:cs typeface="Roboto Serif"/>
                  <a:sym typeface="Roboto Serif"/>
                </a:rPr>
                <a:t>]</a:t>
              </a:r>
              <a:endParaRPr lang="en-US" sz="2400">
                <a:solidFill>
                  <a:schemeClr val="accent1"/>
                </a:solidFill>
                <a:latin typeface="Constantia"/>
                <a:ea typeface="Roboto Serif"/>
                <a:cs typeface="Roboto Serif"/>
              </a:endParaRPr>
            </a:p>
          </p:txBody>
        </p:sp>
        <p:sp>
          <p:nvSpPr>
            <p:cNvPr id="13" name="Google Shape;61;p13">
              <a:extLst>
                <a:ext uri="{FF2B5EF4-FFF2-40B4-BE49-F238E27FC236}">
                  <a16:creationId xmlns:a16="http://schemas.microsoft.com/office/drawing/2014/main" id="{493C11C9-8D92-319E-AA4F-6B1C31AF74B5}"/>
                </a:ext>
              </a:extLst>
            </p:cNvPr>
            <p:cNvSpPr txBox="1"/>
            <p:nvPr/>
          </p:nvSpPr>
          <p:spPr>
            <a:xfrm>
              <a:off x="2643851" y="3696125"/>
              <a:ext cx="1728823" cy="44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rgbClr val="980000"/>
                  </a:solidFill>
                  <a:latin typeface="Constantia"/>
                  <a:ea typeface="Roboto Serif"/>
                  <a:cs typeface="Roboto Serif"/>
                  <a:sym typeface="Roboto Serif"/>
                </a:rPr>
                <a:t>B </a:t>
              </a:r>
              <a:r>
                <a:rPr lang="en-GB" sz="2400" dirty="0">
                  <a:solidFill>
                    <a:srgbClr val="980000"/>
                  </a:solidFill>
                  <a:latin typeface="Constantia"/>
                  <a:ea typeface="Roboto Serif"/>
                  <a:cs typeface="Roboto Serif"/>
                  <a:sym typeface="Roboto Serif"/>
                </a:rPr>
                <a:t>[</a:t>
              </a:r>
              <a:r>
                <a:rPr lang="en-GB" sz="2400" i="1" dirty="0">
                  <a:solidFill>
                    <a:srgbClr val="980000"/>
                  </a:solidFill>
                  <a:latin typeface="Constantia"/>
                  <a:ea typeface="Roboto Serif"/>
                  <a:cs typeface="Roboto Serif"/>
                  <a:sym typeface="Roboto Serif"/>
                </a:rPr>
                <a:t>x</a:t>
              </a:r>
              <a:r>
                <a:rPr lang="en-GB" sz="2400" i="1" baseline="-25000" dirty="0">
                  <a:solidFill>
                    <a:srgbClr val="980000"/>
                  </a:solidFill>
                  <a:latin typeface="Constantia"/>
                  <a:ea typeface="Roboto Serif"/>
                  <a:cs typeface="Roboto Serif"/>
                  <a:sym typeface="Roboto Serif"/>
                </a:rPr>
                <a:t>2</a:t>
              </a:r>
              <a:r>
                <a:rPr lang="en-GB" sz="2400" i="1" dirty="0">
                  <a:solidFill>
                    <a:srgbClr val="980000"/>
                  </a:solidFill>
                  <a:latin typeface="Constantia"/>
                  <a:ea typeface="Roboto Serif"/>
                  <a:cs typeface="Roboto Serif"/>
                  <a:sym typeface="Roboto Serif"/>
                </a:rPr>
                <a:t>, y</a:t>
              </a:r>
              <a:r>
                <a:rPr lang="en-GB" sz="2400" i="1" baseline="-25000" dirty="0">
                  <a:solidFill>
                    <a:srgbClr val="980000"/>
                  </a:solidFill>
                  <a:latin typeface="Constantia"/>
                  <a:ea typeface="Roboto Serif"/>
                  <a:cs typeface="Roboto Serif"/>
                  <a:sym typeface="Roboto Serif"/>
                </a:rPr>
                <a:t>2</a:t>
              </a:r>
              <a:r>
                <a:rPr lang="en-GB" sz="2400" dirty="0">
                  <a:solidFill>
                    <a:srgbClr val="980000"/>
                  </a:solidFill>
                  <a:latin typeface="Constantia"/>
                  <a:ea typeface="Roboto Serif"/>
                  <a:cs typeface="Roboto Serif"/>
                  <a:sym typeface="Roboto Serif"/>
                </a:rPr>
                <a:t>]</a:t>
              </a:r>
              <a:endParaRPr sz="2400" dirty="0">
                <a:solidFill>
                  <a:srgbClr val="980000"/>
                </a:solidFill>
                <a:latin typeface="Constantia"/>
                <a:ea typeface="Roboto Serif"/>
                <a:cs typeface="Roboto Serif"/>
                <a:sym typeface="Roboto Serif"/>
              </a:endParaRPr>
            </a:p>
          </p:txBody>
        </p:sp>
        <p:cxnSp>
          <p:nvCxnSpPr>
            <p:cNvPr id="14" name="Google Shape;62;p13">
              <a:extLst>
                <a:ext uri="{FF2B5EF4-FFF2-40B4-BE49-F238E27FC236}">
                  <a16:creationId xmlns:a16="http://schemas.microsoft.com/office/drawing/2014/main" id="{393C8293-92B6-891E-20AA-2DF5E3F3CC31}"/>
                </a:ext>
              </a:extLst>
            </p:cNvPr>
            <p:cNvCxnSpPr/>
            <p:nvPr/>
          </p:nvCxnSpPr>
          <p:spPr>
            <a:xfrm>
              <a:off x="441500" y="2932625"/>
              <a:ext cx="1420200" cy="0"/>
            </a:xfrm>
            <a:prstGeom prst="straightConnector1">
              <a:avLst/>
            </a:prstGeom>
            <a:noFill/>
            <a:ln w="9525" cap="flat" cmpd="sng">
              <a:solidFill>
                <a:schemeClr val="accent1"/>
              </a:solidFill>
              <a:prstDash val="dash"/>
              <a:round/>
              <a:headEnd type="none" w="med" len="med"/>
              <a:tailEnd type="none" w="med" len="med"/>
            </a:ln>
          </p:spPr>
        </p:cxnSp>
        <p:cxnSp>
          <p:nvCxnSpPr>
            <p:cNvPr id="15" name="Google Shape;63;p13">
              <a:extLst>
                <a:ext uri="{FF2B5EF4-FFF2-40B4-BE49-F238E27FC236}">
                  <a16:creationId xmlns:a16="http://schemas.microsoft.com/office/drawing/2014/main" id="{091537A1-C37D-315E-39DA-09138F51AC97}"/>
                </a:ext>
              </a:extLst>
            </p:cNvPr>
            <p:cNvCxnSpPr/>
            <p:nvPr/>
          </p:nvCxnSpPr>
          <p:spPr>
            <a:xfrm flipH="1">
              <a:off x="1847450" y="2932625"/>
              <a:ext cx="10500" cy="1973400"/>
            </a:xfrm>
            <a:prstGeom prst="straightConnector1">
              <a:avLst/>
            </a:prstGeom>
            <a:noFill/>
            <a:ln w="9525" cap="flat" cmpd="sng">
              <a:solidFill>
                <a:schemeClr val="accent1"/>
              </a:solidFill>
              <a:prstDash val="dash"/>
              <a:round/>
              <a:headEnd type="none" w="med" len="med"/>
              <a:tailEnd type="none" w="med" len="med"/>
            </a:ln>
          </p:spPr>
        </p:cxnSp>
        <p:cxnSp>
          <p:nvCxnSpPr>
            <p:cNvPr id="16" name="Google Shape;64;p13">
              <a:extLst>
                <a:ext uri="{FF2B5EF4-FFF2-40B4-BE49-F238E27FC236}">
                  <a16:creationId xmlns:a16="http://schemas.microsoft.com/office/drawing/2014/main" id="{804AA629-6AE2-88EB-15BD-02D34AFDE956}"/>
                </a:ext>
              </a:extLst>
            </p:cNvPr>
            <p:cNvCxnSpPr/>
            <p:nvPr/>
          </p:nvCxnSpPr>
          <p:spPr>
            <a:xfrm>
              <a:off x="459925" y="3917025"/>
              <a:ext cx="2150100" cy="6000"/>
            </a:xfrm>
            <a:prstGeom prst="straightConnector1">
              <a:avLst/>
            </a:prstGeom>
            <a:noFill/>
            <a:ln w="9525" cap="flat" cmpd="sng">
              <a:solidFill>
                <a:srgbClr val="980000"/>
              </a:solidFill>
              <a:prstDash val="dash"/>
              <a:round/>
              <a:headEnd type="none" w="med" len="med"/>
              <a:tailEnd type="none" w="med" len="med"/>
            </a:ln>
          </p:spPr>
        </p:cxnSp>
        <p:cxnSp>
          <p:nvCxnSpPr>
            <p:cNvPr id="17" name="Google Shape;65;p13">
              <a:extLst>
                <a:ext uri="{FF2B5EF4-FFF2-40B4-BE49-F238E27FC236}">
                  <a16:creationId xmlns:a16="http://schemas.microsoft.com/office/drawing/2014/main" id="{5380F41B-C733-FDA6-FBAF-6D933D7621AD}"/>
                </a:ext>
              </a:extLst>
            </p:cNvPr>
            <p:cNvCxnSpPr/>
            <p:nvPr/>
          </p:nvCxnSpPr>
          <p:spPr>
            <a:xfrm>
              <a:off x="2610025" y="3917025"/>
              <a:ext cx="3900" cy="1011900"/>
            </a:xfrm>
            <a:prstGeom prst="straightConnector1">
              <a:avLst/>
            </a:prstGeom>
            <a:noFill/>
            <a:ln w="9525" cap="flat" cmpd="sng">
              <a:solidFill>
                <a:srgbClr val="980000"/>
              </a:solidFill>
              <a:prstDash val="dash"/>
              <a:round/>
              <a:headEnd type="none" w="med" len="med"/>
              <a:tailEnd type="none" w="med" len="med"/>
            </a:ln>
          </p:spPr>
        </p:cxnSp>
      </p:grpSp>
    </p:spTree>
    <p:extLst>
      <p:ext uri="{BB962C8B-B14F-4D97-AF65-F5344CB8AC3E}">
        <p14:creationId xmlns:p14="http://schemas.microsoft.com/office/powerpoint/2010/main" val="381968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42C20C-798C-4F4A-4D20-4F71F806D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A7FD81-EEC1-D33F-5C2C-E31ECF97F749}"/>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76766735-0309-177E-1CA9-F47F41B5AFF8}"/>
              </a:ext>
            </a:extLst>
          </p:cNvPr>
          <p:cNvSpPr>
            <a:spLocks noGrp="1"/>
          </p:cNvSpPr>
          <p:nvPr>
            <p:ph idx="1"/>
          </p:nvPr>
        </p:nvSpPr>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We can add them...</a:t>
            </a:r>
            <a:endParaRPr lang="en-US" dirty="0"/>
          </a:p>
        </p:txBody>
      </p:sp>
      <p:cxnSp>
        <p:nvCxnSpPr>
          <p:cNvPr id="7" name="Google Shape;70;p14">
            <a:extLst>
              <a:ext uri="{FF2B5EF4-FFF2-40B4-BE49-F238E27FC236}">
                <a16:creationId xmlns:a16="http://schemas.microsoft.com/office/drawing/2014/main" id="{11DFA739-65C2-8589-7FED-D57ADD256953}"/>
              </a:ext>
            </a:extLst>
          </p:cNvPr>
          <p:cNvCxnSpPr/>
          <p:nvPr/>
        </p:nvCxnSpPr>
        <p:spPr>
          <a:xfrm rot="10800000">
            <a:off x="6572953" y="1309387"/>
            <a:ext cx="0" cy="4429548"/>
          </a:xfrm>
          <a:prstGeom prst="straightConnector1">
            <a:avLst/>
          </a:prstGeom>
          <a:noFill/>
          <a:ln w="28575" cap="flat" cmpd="sng">
            <a:solidFill>
              <a:schemeClr val="dk2"/>
            </a:solidFill>
            <a:prstDash val="solid"/>
            <a:round/>
            <a:headEnd type="none" w="med" len="med"/>
            <a:tailEnd type="triangle" w="med" len="med"/>
          </a:ln>
        </p:spPr>
      </p:cxnSp>
      <p:sp>
        <p:nvSpPr>
          <p:cNvPr id="8" name="Google Shape;72;p14">
            <a:extLst>
              <a:ext uri="{FF2B5EF4-FFF2-40B4-BE49-F238E27FC236}">
                <a16:creationId xmlns:a16="http://schemas.microsoft.com/office/drawing/2014/main" id="{BBE2BABC-30B3-C26E-76CD-F37C4DFAA5E8}"/>
              </a:ext>
            </a:extLst>
          </p:cNvPr>
          <p:cNvSpPr txBox="1"/>
          <p:nvPr/>
        </p:nvSpPr>
        <p:spPr>
          <a:xfrm>
            <a:off x="11025553" y="5555663"/>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9" name="Google Shape;73;p14">
            <a:extLst>
              <a:ext uri="{FF2B5EF4-FFF2-40B4-BE49-F238E27FC236}">
                <a16:creationId xmlns:a16="http://schemas.microsoft.com/office/drawing/2014/main" id="{80F003A8-79F7-6B98-9144-F72037EEDAD6}"/>
              </a:ext>
            </a:extLst>
          </p:cNvPr>
          <p:cNvSpPr txBox="1"/>
          <p:nvPr/>
        </p:nvSpPr>
        <p:spPr>
          <a:xfrm>
            <a:off x="6098417" y="1034517"/>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0" name="Google Shape;74;p14">
            <a:extLst>
              <a:ext uri="{FF2B5EF4-FFF2-40B4-BE49-F238E27FC236}">
                <a16:creationId xmlns:a16="http://schemas.microsoft.com/office/drawing/2014/main" id="{49EABDBA-A95D-E416-E4FB-1C218E45FAAA}"/>
              </a:ext>
            </a:extLst>
          </p:cNvPr>
          <p:cNvCxnSpPr/>
          <p:nvPr/>
        </p:nvCxnSpPr>
        <p:spPr>
          <a:xfrm rot="10800000" flipH="1">
            <a:off x="6572953" y="3753368"/>
            <a:ext cx="1412700" cy="1985567"/>
          </a:xfrm>
          <a:prstGeom prst="straightConnector1">
            <a:avLst/>
          </a:prstGeom>
          <a:noFill/>
          <a:ln w="28575" cap="flat" cmpd="sng">
            <a:solidFill>
              <a:schemeClr val="accent1"/>
            </a:solidFill>
            <a:prstDash val="solid"/>
            <a:round/>
            <a:headEnd type="none" w="med" len="med"/>
            <a:tailEnd type="triangle" w="med" len="med"/>
          </a:ln>
        </p:spPr>
      </p:cxnSp>
      <p:cxnSp>
        <p:nvCxnSpPr>
          <p:cNvPr id="11" name="Google Shape;75;p14">
            <a:extLst>
              <a:ext uri="{FF2B5EF4-FFF2-40B4-BE49-F238E27FC236}">
                <a16:creationId xmlns:a16="http://schemas.microsoft.com/office/drawing/2014/main" id="{078E6EB0-2178-1FA9-88AB-A3EFD634971F}"/>
              </a:ext>
            </a:extLst>
          </p:cNvPr>
          <p:cNvCxnSpPr/>
          <p:nvPr/>
        </p:nvCxnSpPr>
        <p:spPr>
          <a:xfrm rot="10800000" flipH="1">
            <a:off x="7985653" y="2752974"/>
            <a:ext cx="2164800" cy="1000394"/>
          </a:xfrm>
          <a:prstGeom prst="straightConnector1">
            <a:avLst/>
          </a:prstGeom>
          <a:noFill/>
          <a:ln w="28575" cap="flat" cmpd="sng">
            <a:solidFill>
              <a:srgbClr val="980000"/>
            </a:solidFill>
            <a:prstDash val="solid"/>
            <a:round/>
            <a:headEnd type="none" w="med" len="med"/>
            <a:tailEnd type="triangle" w="med" len="med"/>
          </a:ln>
        </p:spPr>
      </p:cxnSp>
      <p:sp>
        <p:nvSpPr>
          <p:cNvPr id="12" name="Google Shape;76;p14">
            <a:extLst>
              <a:ext uri="{FF2B5EF4-FFF2-40B4-BE49-F238E27FC236}">
                <a16:creationId xmlns:a16="http://schemas.microsoft.com/office/drawing/2014/main" id="{CD428300-1448-C97B-83B7-000438C8A294}"/>
              </a:ext>
            </a:extLst>
          </p:cNvPr>
          <p:cNvSpPr txBox="1"/>
          <p:nvPr/>
        </p:nvSpPr>
        <p:spPr>
          <a:xfrm>
            <a:off x="8150745" y="2111572"/>
            <a:ext cx="3923702" cy="4440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2"/>
                </a:solidFill>
                <a:latin typeface="Constantia"/>
                <a:ea typeface="Roboto Serif"/>
                <a:cs typeface="Roboto Serif"/>
                <a:sym typeface="Roboto Serif"/>
              </a:rPr>
              <a:t>A + B </a:t>
            </a:r>
            <a:r>
              <a:rPr lang="en-GB" sz="2400" i="1" dirty="0">
                <a:solidFill>
                  <a:schemeClr val="dk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 </a:t>
            </a:r>
            <a:r>
              <a:rPr lang="en-GB" sz="2400" dirty="0">
                <a:solidFill>
                  <a:schemeClr val="accent2"/>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x</a:t>
            </a:r>
            <a:r>
              <a:rPr lang="en-GB" sz="2400" i="1" baseline="-25000" dirty="0">
                <a:solidFill>
                  <a:schemeClr val="accent1"/>
                </a:solidFill>
                <a:latin typeface="Constantia"/>
                <a:ea typeface="Roboto Serif"/>
                <a:cs typeface="Roboto Serif"/>
                <a:sym typeface="Roboto Serif"/>
              </a:rPr>
              <a:t>1</a:t>
            </a:r>
            <a:r>
              <a:rPr lang="en-GB" sz="2400" i="1" dirty="0">
                <a:solidFill>
                  <a:schemeClr val="accent1"/>
                </a:solidFill>
                <a:latin typeface="Constantia"/>
                <a:ea typeface="Roboto Serif"/>
                <a:cs typeface="Roboto Serif"/>
                <a:sym typeface="Roboto Serif"/>
              </a:rPr>
              <a:t> </a:t>
            </a:r>
            <a:r>
              <a:rPr lang="en-GB" sz="2400" i="1" dirty="0">
                <a:solidFill>
                  <a:schemeClr val="dk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 </a:t>
            </a:r>
            <a:r>
              <a:rPr lang="en-GB" sz="2400" i="1" dirty="0">
                <a:solidFill>
                  <a:srgbClr val="980000"/>
                </a:solidFill>
                <a:latin typeface="Constantia"/>
                <a:ea typeface="Roboto Serif"/>
                <a:cs typeface="Roboto Serif"/>
                <a:sym typeface="Roboto Serif"/>
              </a:rPr>
              <a:t>x</a:t>
            </a:r>
            <a:r>
              <a:rPr lang="en-GB" sz="2400" i="1" baseline="-25000" dirty="0">
                <a:solidFill>
                  <a:srgbClr val="980000"/>
                </a:solidFill>
                <a:latin typeface="Constantia"/>
                <a:ea typeface="Roboto Serif"/>
                <a:cs typeface="Roboto Serif"/>
                <a:sym typeface="Roboto Serif"/>
              </a:rPr>
              <a:t>2</a:t>
            </a:r>
            <a:r>
              <a:rPr lang="en-GB" sz="2400" i="1" dirty="0">
                <a:solidFill>
                  <a:schemeClr val="dk1"/>
                </a:solidFill>
                <a:latin typeface="Constantia"/>
                <a:ea typeface="Roboto Serif"/>
                <a:cs typeface="Roboto Serif"/>
                <a:sym typeface="Roboto Serif"/>
              </a:rPr>
              <a:t>,</a:t>
            </a:r>
            <a:r>
              <a:rPr lang="en-GB" sz="2400" i="1" dirty="0">
                <a:solidFill>
                  <a:schemeClr val="accent4"/>
                </a:solidFill>
                <a:latin typeface="Constantia"/>
                <a:ea typeface="Roboto Serif"/>
                <a:cs typeface="Roboto Serif"/>
                <a:sym typeface="Roboto Serif"/>
              </a:rPr>
              <a:t> </a:t>
            </a:r>
            <a:r>
              <a:rPr lang="en-GB" sz="2400" i="1" dirty="0">
                <a:solidFill>
                  <a:schemeClr val="accent1"/>
                </a:solidFill>
                <a:latin typeface="Constantia"/>
                <a:ea typeface="Roboto Serif"/>
                <a:cs typeface="Roboto Serif"/>
                <a:sym typeface="Roboto Serif"/>
              </a:rPr>
              <a:t>y</a:t>
            </a:r>
            <a:r>
              <a:rPr lang="en-GB" sz="2400" i="1" baseline="-25000" dirty="0">
                <a:solidFill>
                  <a:schemeClr val="accent1"/>
                </a:solidFill>
                <a:latin typeface="Constantia"/>
                <a:ea typeface="Roboto Serif"/>
                <a:cs typeface="Roboto Serif"/>
                <a:sym typeface="Roboto Serif"/>
              </a:rPr>
              <a:t>1</a:t>
            </a:r>
            <a:r>
              <a:rPr lang="en-GB" sz="2400" i="1" dirty="0">
                <a:solidFill>
                  <a:schemeClr val="accent1"/>
                </a:solidFill>
                <a:latin typeface="Constantia"/>
                <a:ea typeface="Roboto Serif"/>
                <a:cs typeface="Roboto Serif"/>
                <a:sym typeface="Roboto Serif"/>
              </a:rPr>
              <a:t> </a:t>
            </a:r>
            <a:r>
              <a:rPr lang="en-GB" sz="2400" i="1" dirty="0">
                <a:solidFill>
                  <a:schemeClr val="dk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 </a:t>
            </a:r>
            <a:r>
              <a:rPr lang="en-GB" sz="2400" i="1" dirty="0">
                <a:solidFill>
                  <a:srgbClr val="980000"/>
                </a:solidFill>
                <a:latin typeface="Constantia"/>
                <a:ea typeface="Roboto Serif"/>
                <a:cs typeface="Roboto Serif"/>
                <a:sym typeface="Roboto Serif"/>
              </a:rPr>
              <a:t>y</a:t>
            </a:r>
            <a:r>
              <a:rPr lang="en-GB" sz="2400" i="1" baseline="-25000" dirty="0">
                <a:solidFill>
                  <a:srgbClr val="980000"/>
                </a:solidFill>
                <a:latin typeface="Constantia"/>
                <a:ea typeface="Roboto Serif"/>
                <a:cs typeface="Roboto Serif"/>
                <a:sym typeface="Roboto Serif"/>
              </a:rPr>
              <a:t>2</a:t>
            </a:r>
            <a:r>
              <a:rPr lang="en-GB" sz="2400" dirty="0">
                <a:solidFill>
                  <a:schemeClr val="accent2"/>
                </a:solidFill>
                <a:latin typeface="Constantia"/>
                <a:ea typeface="Roboto Serif"/>
                <a:cs typeface="Roboto Serif"/>
                <a:sym typeface="Roboto Serif"/>
              </a:rPr>
              <a:t>]</a:t>
            </a:r>
            <a:endParaRPr lang="en-US" sz="2400" dirty="0">
              <a:solidFill>
                <a:schemeClr val="accent2"/>
              </a:solidFill>
              <a:latin typeface="Constantia"/>
              <a:ea typeface="Roboto Serif"/>
              <a:cs typeface="Roboto Serif"/>
            </a:endParaRPr>
          </a:p>
        </p:txBody>
      </p:sp>
      <p:cxnSp>
        <p:nvCxnSpPr>
          <p:cNvPr id="13" name="Google Shape;77;p14">
            <a:extLst>
              <a:ext uri="{FF2B5EF4-FFF2-40B4-BE49-F238E27FC236}">
                <a16:creationId xmlns:a16="http://schemas.microsoft.com/office/drawing/2014/main" id="{D0B88657-4E9C-5809-E8BF-49C687AE6A6C}"/>
              </a:ext>
            </a:extLst>
          </p:cNvPr>
          <p:cNvCxnSpPr/>
          <p:nvPr/>
        </p:nvCxnSpPr>
        <p:spPr>
          <a:xfrm rot="10800000" flipH="1">
            <a:off x="6572953" y="4738541"/>
            <a:ext cx="2164800" cy="1000394"/>
          </a:xfrm>
          <a:prstGeom prst="straightConnector1">
            <a:avLst/>
          </a:prstGeom>
          <a:noFill/>
          <a:ln w="28575" cap="flat" cmpd="sng">
            <a:solidFill>
              <a:srgbClr val="980000"/>
            </a:solidFill>
            <a:prstDash val="solid"/>
            <a:round/>
            <a:headEnd type="none" w="med" len="med"/>
            <a:tailEnd type="triangle" w="med" len="med"/>
          </a:ln>
        </p:spPr>
      </p:cxnSp>
      <p:cxnSp>
        <p:nvCxnSpPr>
          <p:cNvPr id="14" name="Google Shape;78;p14">
            <a:extLst>
              <a:ext uri="{FF2B5EF4-FFF2-40B4-BE49-F238E27FC236}">
                <a16:creationId xmlns:a16="http://schemas.microsoft.com/office/drawing/2014/main" id="{EC8533F3-6551-CC33-2390-3A437D651E25}"/>
              </a:ext>
            </a:extLst>
          </p:cNvPr>
          <p:cNvCxnSpPr/>
          <p:nvPr/>
        </p:nvCxnSpPr>
        <p:spPr>
          <a:xfrm rot="10800000" flipH="1">
            <a:off x="8737753" y="2752974"/>
            <a:ext cx="1412700" cy="1985567"/>
          </a:xfrm>
          <a:prstGeom prst="straightConnector1">
            <a:avLst/>
          </a:prstGeom>
          <a:noFill/>
          <a:ln w="28575" cap="flat" cmpd="sng">
            <a:solidFill>
              <a:schemeClr val="accent1"/>
            </a:solidFill>
            <a:prstDash val="solid"/>
            <a:round/>
            <a:headEnd type="none" w="med" len="med"/>
            <a:tailEnd type="triangle" w="med" len="med"/>
          </a:ln>
        </p:spPr>
      </p:cxnSp>
      <p:cxnSp>
        <p:nvCxnSpPr>
          <p:cNvPr id="15" name="Google Shape;79;p14">
            <a:extLst>
              <a:ext uri="{FF2B5EF4-FFF2-40B4-BE49-F238E27FC236}">
                <a16:creationId xmlns:a16="http://schemas.microsoft.com/office/drawing/2014/main" id="{D4472C15-BDAD-59C4-D78D-68D248AB0205}"/>
              </a:ext>
            </a:extLst>
          </p:cNvPr>
          <p:cNvCxnSpPr/>
          <p:nvPr/>
        </p:nvCxnSpPr>
        <p:spPr>
          <a:xfrm rot="10800000" flipH="1">
            <a:off x="6572953" y="2765210"/>
            <a:ext cx="3571500" cy="2973724"/>
          </a:xfrm>
          <a:prstGeom prst="straightConnector1">
            <a:avLst/>
          </a:prstGeom>
          <a:noFill/>
          <a:ln w="28575" cap="flat" cmpd="sng">
            <a:solidFill>
              <a:srgbClr val="FF9900"/>
            </a:solidFill>
            <a:prstDash val="solid"/>
            <a:round/>
            <a:headEnd type="none" w="med" len="med"/>
            <a:tailEnd type="triangle" w="med" len="med"/>
          </a:ln>
        </p:spPr>
      </p:cxnSp>
      <p:cxnSp>
        <p:nvCxnSpPr>
          <p:cNvPr id="16" name="Google Shape;55;p13">
            <a:extLst>
              <a:ext uri="{FF2B5EF4-FFF2-40B4-BE49-F238E27FC236}">
                <a16:creationId xmlns:a16="http://schemas.microsoft.com/office/drawing/2014/main" id="{718EDB0A-1EF9-886A-40E9-B1ABB8FA44FF}"/>
              </a:ext>
            </a:extLst>
          </p:cNvPr>
          <p:cNvCxnSpPr/>
          <p:nvPr/>
        </p:nvCxnSpPr>
        <p:spPr>
          <a:xfrm flipV="1">
            <a:off x="6560878" y="5736734"/>
            <a:ext cx="4533898" cy="4402"/>
          </a:xfrm>
          <a:prstGeom prst="straightConnector1">
            <a:avLst/>
          </a:prstGeom>
          <a:noFill/>
          <a:ln w="2857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42155399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48E62-91C6-7E1B-2B7C-155E1BE0D8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2CCCB-F107-D971-7FE3-0C31B4FDE226}"/>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3B3BC31E-B6A0-CE31-88E6-2F83ED0A7057}"/>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We can model how close they are…</a:t>
            </a:r>
            <a:endParaRPr lang="en-US" dirty="0"/>
          </a:p>
        </p:txBody>
      </p:sp>
      <p:grpSp>
        <p:nvGrpSpPr>
          <p:cNvPr id="23" name="Group 22">
            <a:extLst>
              <a:ext uri="{FF2B5EF4-FFF2-40B4-BE49-F238E27FC236}">
                <a16:creationId xmlns:a16="http://schemas.microsoft.com/office/drawing/2014/main" id="{42E61793-7DF2-4378-6940-178B09B32624}"/>
              </a:ext>
            </a:extLst>
          </p:cNvPr>
          <p:cNvGrpSpPr/>
          <p:nvPr/>
        </p:nvGrpSpPr>
        <p:grpSpPr>
          <a:xfrm>
            <a:off x="6098471" y="1034517"/>
            <a:ext cx="5640145" cy="4796017"/>
            <a:chOff x="-28995" y="199625"/>
            <a:chExt cx="5640145" cy="4820975"/>
          </a:xfrm>
        </p:grpSpPr>
        <p:cxnSp>
          <p:nvCxnSpPr>
            <p:cNvPr id="8" name="Google Shape;84;p15">
              <a:extLst>
                <a:ext uri="{FF2B5EF4-FFF2-40B4-BE49-F238E27FC236}">
                  <a16:creationId xmlns:a16="http://schemas.microsoft.com/office/drawing/2014/main" id="{EC496BEF-27B6-4207-3A77-461BC080E4C4}"/>
                </a:ext>
              </a:extLst>
            </p:cNvPr>
            <p:cNvCxnSpPr/>
            <p:nvPr/>
          </p:nvCxnSpPr>
          <p:spPr>
            <a:xfrm rot="10800000">
              <a:off x="445250" y="475925"/>
              <a:ext cx="0" cy="4452600"/>
            </a:xfrm>
            <a:prstGeom prst="straightConnector1">
              <a:avLst/>
            </a:prstGeom>
            <a:noFill/>
            <a:ln w="28575" cap="flat" cmpd="sng">
              <a:solidFill>
                <a:schemeClr val="dk2"/>
              </a:solidFill>
              <a:prstDash val="solid"/>
              <a:round/>
              <a:headEnd type="none" w="med" len="med"/>
              <a:tailEnd type="triangle" w="med" len="med"/>
            </a:ln>
          </p:spPr>
        </p:cxnSp>
        <p:sp>
          <p:nvSpPr>
            <p:cNvPr id="9" name="Google Shape;86;p15">
              <a:extLst>
                <a:ext uri="{FF2B5EF4-FFF2-40B4-BE49-F238E27FC236}">
                  <a16:creationId xmlns:a16="http://schemas.microsoft.com/office/drawing/2014/main" id="{FE2C5A69-A412-667F-E88B-96068EABA18C}"/>
                </a:ext>
              </a:extLst>
            </p:cNvPr>
            <p:cNvSpPr txBox="1"/>
            <p:nvPr/>
          </p:nvSpPr>
          <p:spPr>
            <a:xfrm>
              <a:off x="4897850" y="4744300"/>
              <a:ext cx="314700" cy="2763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87;p15">
              <a:extLst>
                <a:ext uri="{FF2B5EF4-FFF2-40B4-BE49-F238E27FC236}">
                  <a16:creationId xmlns:a16="http://schemas.microsoft.com/office/drawing/2014/main" id="{3396ACAF-AAD1-D9C6-C9DC-73C16DFE6CCA}"/>
                </a:ext>
              </a:extLst>
            </p:cNvPr>
            <p:cNvSpPr txBox="1"/>
            <p:nvPr/>
          </p:nvSpPr>
          <p:spPr>
            <a:xfrm>
              <a:off x="-28995" y="199625"/>
              <a:ext cx="314700" cy="2763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88;p15">
              <a:extLst>
                <a:ext uri="{FF2B5EF4-FFF2-40B4-BE49-F238E27FC236}">
                  <a16:creationId xmlns:a16="http://schemas.microsoft.com/office/drawing/2014/main" id="{848E7642-85CB-FD1F-0E49-EC3AF57E4A5A}"/>
                </a:ext>
              </a:extLst>
            </p:cNvPr>
            <p:cNvCxnSpPr/>
            <p:nvPr/>
          </p:nvCxnSpPr>
          <p:spPr>
            <a:xfrm rot="10800000" flipH="1">
              <a:off x="445250" y="2932625"/>
              <a:ext cx="1412700" cy="1995900"/>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89;p15">
              <a:extLst>
                <a:ext uri="{FF2B5EF4-FFF2-40B4-BE49-F238E27FC236}">
                  <a16:creationId xmlns:a16="http://schemas.microsoft.com/office/drawing/2014/main" id="{074478ED-D95B-EA9F-DCD9-9EB5FA0A1F88}"/>
                </a:ext>
              </a:extLst>
            </p:cNvPr>
            <p:cNvCxnSpPr/>
            <p:nvPr/>
          </p:nvCxnSpPr>
          <p:spPr>
            <a:xfrm rot="10800000" flipH="1">
              <a:off x="445250" y="3922925"/>
              <a:ext cx="2164800" cy="1005600"/>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90;p15">
              <a:extLst>
                <a:ext uri="{FF2B5EF4-FFF2-40B4-BE49-F238E27FC236}">
                  <a16:creationId xmlns:a16="http://schemas.microsoft.com/office/drawing/2014/main" id="{89952CBE-33F5-76CF-667C-E4E4EC081D55}"/>
                </a:ext>
              </a:extLst>
            </p:cNvPr>
            <p:cNvSpPr txBox="1"/>
            <p:nvPr/>
          </p:nvSpPr>
          <p:spPr>
            <a:xfrm>
              <a:off x="1861701" y="2622201"/>
              <a:ext cx="1672281" cy="48469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accent1"/>
                  </a:solidFill>
                  <a:latin typeface="Constantia"/>
                  <a:ea typeface="Roboto Serif"/>
                  <a:cs typeface="Roboto Serif"/>
                  <a:sym typeface="Roboto Serif"/>
                </a:rPr>
                <a:t>A </a:t>
              </a:r>
              <a:r>
                <a:rPr lang="en-GB" sz="2400">
                  <a:solidFill>
                    <a:schemeClr val="accent1"/>
                  </a:solidFill>
                  <a:latin typeface="Constantia"/>
                  <a:ea typeface="Roboto Serif"/>
                  <a:cs typeface="Roboto Serif"/>
                  <a:sym typeface="Roboto Serif"/>
                </a:rPr>
                <a:t>[</a:t>
              </a:r>
              <a:r>
                <a:rPr lang="en-GB" sz="2400" i="1">
                  <a:solidFill>
                    <a:schemeClr val="accent1"/>
                  </a:solidFill>
                  <a:latin typeface="Constantia"/>
                  <a:ea typeface="Roboto Serif"/>
                  <a:cs typeface="Roboto Serif"/>
                  <a:sym typeface="Roboto Serif"/>
                </a:rPr>
                <a:t>x</a:t>
              </a:r>
              <a:r>
                <a:rPr lang="en-GB" sz="2400" i="1" baseline="-25000">
                  <a:solidFill>
                    <a:schemeClr val="accent1"/>
                  </a:solidFill>
                  <a:latin typeface="Constantia"/>
                  <a:ea typeface="Roboto Serif"/>
                  <a:cs typeface="Roboto Serif"/>
                  <a:sym typeface="Roboto Serif"/>
                </a:rPr>
                <a:t>1</a:t>
              </a:r>
              <a:r>
                <a:rPr lang="en-GB" sz="2400" i="1">
                  <a:solidFill>
                    <a:schemeClr val="accent1"/>
                  </a:solidFill>
                  <a:latin typeface="Constantia"/>
                  <a:ea typeface="Roboto Serif"/>
                  <a:cs typeface="Roboto Serif"/>
                  <a:sym typeface="Roboto Serif"/>
                </a:rPr>
                <a:t>, y</a:t>
              </a:r>
              <a:r>
                <a:rPr lang="en-GB" sz="2400" i="1" baseline="-25000">
                  <a:solidFill>
                    <a:schemeClr val="accent1"/>
                  </a:solidFill>
                  <a:latin typeface="Constantia"/>
                  <a:ea typeface="Roboto Serif"/>
                  <a:cs typeface="Roboto Serif"/>
                  <a:sym typeface="Roboto Serif"/>
                </a:rPr>
                <a:t>1</a:t>
              </a:r>
              <a:r>
                <a:rPr lang="en-GB" sz="2400">
                  <a:solidFill>
                    <a:schemeClr val="accent1"/>
                  </a:solidFill>
                  <a:latin typeface="Constantia"/>
                  <a:ea typeface="Roboto Serif"/>
                  <a:cs typeface="Roboto Serif"/>
                  <a:sym typeface="Roboto Serif"/>
                </a:rPr>
                <a:t>]</a:t>
              </a:r>
              <a:endParaRPr sz="2400">
                <a:solidFill>
                  <a:schemeClr val="accent1"/>
                </a:solidFill>
                <a:latin typeface="Constantia"/>
                <a:ea typeface="Roboto Serif"/>
                <a:cs typeface="Roboto Serif"/>
                <a:sym typeface="Roboto Serif"/>
              </a:endParaRPr>
            </a:p>
          </p:txBody>
        </p:sp>
        <p:sp>
          <p:nvSpPr>
            <p:cNvPr id="14" name="Google Shape;91;p15">
              <a:extLst>
                <a:ext uri="{FF2B5EF4-FFF2-40B4-BE49-F238E27FC236}">
                  <a16:creationId xmlns:a16="http://schemas.microsoft.com/office/drawing/2014/main" id="{F2C46CE6-285C-6740-2EE6-763E3A7D60AD}"/>
                </a:ext>
              </a:extLst>
            </p:cNvPr>
            <p:cNvSpPr txBox="1"/>
            <p:nvPr/>
          </p:nvSpPr>
          <p:spPr>
            <a:xfrm>
              <a:off x="2624700" y="3696125"/>
              <a:ext cx="1786145" cy="4464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rgbClr val="980000"/>
                  </a:solidFill>
                  <a:latin typeface="Constantia"/>
                  <a:ea typeface="Roboto Serif"/>
                  <a:cs typeface="Roboto Serif"/>
                  <a:sym typeface="Roboto Serif"/>
                </a:rPr>
                <a:t>B </a:t>
              </a:r>
              <a:r>
                <a:rPr lang="en-GB" sz="2400">
                  <a:solidFill>
                    <a:srgbClr val="980000"/>
                  </a:solidFill>
                  <a:latin typeface="Constantia"/>
                  <a:ea typeface="Roboto Serif"/>
                  <a:cs typeface="Roboto Serif"/>
                  <a:sym typeface="Roboto Serif"/>
                </a:rPr>
                <a:t>[</a:t>
              </a:r>
              <a:r>
                <a:rPr lang="en-GB" sz="2400" i="1">
                  <a:solidFill>
                    <a:srgbClr val="980000"/>
                  </a:solidFill>
                  <a:latin typeface="Constantia"/>
                  <a:ea typeface="Roboto Serif"/>
                  <a:cs typeface="Roboto Serif"/>
                  <a:sym typeface="Roboto Serif"/>
                </a:rPr>
                <a:t>x</a:t>
              </a:r>
              <a:r>
                <a:rPr lang="en-GB" sz="2400" i="1" baseline="-25000">
                  <a:solidFill>
                    <a:srgbClr val="980000"/>
                  </a:solidFill>
                  <a:latin typeface="Constantia"/>
                  <a:ea typeface="Roboto Serif"/>
                  <a:cs typeface="Roboto Serif"/>
                  <a:sym typeface="Roboto Serif"/>
                </a:rPr>
                <a:t>2</a:t>
              </a:r>
              <a:r>
                <a:rPr lang="en-GB" sz="2400" i="1">
                  <a:solidFill>
                    <a:srgbClr val="980000"/>
                  </a:solidFill>
                  <a:latin typeface="Constantia"/>
                  <a:ea typeface="Roboto Serif"/>
                  <a:cs typeface="Roboto Serif"/>
                  <a:sym typeface="Roboto Serif"/>
                </a:rPr>
                <a:t>, y</a:t>
              </a:r>
              <a:r>
                <a:rPr lang="en-GB" sz="2400" i="1" baseline="-25000">
                  <a:solidFill>
                    <a:srgbClr val="980000"/>
                  </a:solidFill>
                  <a:latin typeface="Constantia"/>
                  <a:ea typeface="Roboto Serif"/>
                  <a:cs typeface="Roboto Serif"/>
                  <a:sym typeface="Roboto Serif"/>
                </a:rPr>
                <a:t>2</a:t>
              </a:r>
              <a:r>
                <a:rPr lang="en-GB" sz="2400">
                  <a:solidFill>
                    <a:srgbClr val="980000"/>
                  </a:solidFill>
                  <a:latin typeface="Constantia"/>
                  <a:ea typeface="Roboto Serif"/>
                  <a:cs typeface="Roboto Serif"/>
                  <a:sym typeface="Roboto Serif"/>
                </a:rPr>
                <a:t>]</a:t>
              </a:r>
              <a:endParaRPr sz="2400">
                <a:solidFill>
                  <a:srgbClr val="980000"/>
                </a:solidFill>
                <a:latin typeface="Constantia"/>
                <a:ea typeface="Roboto Serif"/>
                <a:cs typeface="Roboto Serif"/>
                <a:sym typeface="Roboto Serif"/>
              </a:endParaRPr>
            </a:p>
          </p:txBody>
        </p:sp>
        <p:cxnSp>
          <p:nvCxnSpPr>
            <p:cNvPr id="15" name="Google Shape;92;p15">
              <a:extLst>
                <a:ext uri="{FF2B5EF4-FFF2-40B4-BE49-F238E27FC236}">
                  <a16:creationId xmlns:a16="http://schemas.microsoft.com/office/drawing/2014/main" id="{CAE64658-DC8C-C7A4-B5EA-3F4BA6698E40}"/>
                </a:ext>
              </a:extLst>
            </p:cNvPr>
            <p:cNvCxnSpPr/>
            <p:nvPr/>
          </p:nvCxnSpPr>
          <p:spPr>
            <a:xfrm>
              <a:off x="441500" y="2932625"/>
              <a:ext cx="1420200" cy="0"/>
            </a:xfrm>
            <a:prstGeom prst="straightConnector1">
              <a:avLst/>
            </a:prstGeom>
            <a:noFill/>
            <a:ln w="9525" cap="flat" cmpd="sng">
              <a:solidFill>
                <a:schemeClr val="accent1"/>
              </a:solidFill>
              <a:prstDash val="dash"/>
              <a:round/>
              <a:headEnd type="none" w="med" len="med"/>
              <a:tailEnd type="none" w="med" len="med"/>
            </a:ln>
          </p:spPr>
        </p:cxnSp>
        <p:cxnSp>
          <p:nvCxnSpPr>
            <p:cNvPr id="16" name="Google Shape;93;p15">
              <a:extLst>
                <a:ext uri="{FF2B5EF4-FFF2-40B4-BE49-F238E27FC236}">
                  <a16:creationId xmlns:a16="http://schemas.microsoft.com/office/drawing/2014/main" id="{3DA7042F-88A0-A8FA-FED8-8AFC5E9D335D}"/>
                </a:ext>
              </a:extLst>
            </p:cNvPr>
            <p:cNvCxnSpPr/>
            <p:nvPr/>
          </p:nvCxnSpPr>
          <p:spPr>
            <a:xfrm flipH="1">
              <a:off x="1847450" y="2932625"/>
              <a:ext cx="10500" cy="1973400"/>
            </a:xfrm>
            <a:prstGeom prst="straightConnector1">
              <a:avLst/>
            </a:prstGeom>
            <a:noFill/>
            <a:ln w="9525" cap="flat" cmpd="sng">
              <a:solidFill>
                <a:schemeClr val="accent1"/>
              </a:solidFill>
              <a:prstDash val="dash"/>
              <a:round/>
              <a:headEnd type="none" w="med" len="med"/>
              <a:tailEnd type="none" w="med" len="med"/>
            </a:ln>
          </p:spPr>
        </p:cxnSp>
        <p:cxnSp>
          <p:nvCxnSpPr>
            <p:cNvPr id="17" name="Google Shape;94;p15">
              <a:extLst>
                <a:ext uri="{FF2B5EF4-FFF2-40B4-BE49-F238E27FC236}">
                  <a16:creationId xmlns:a16="http://schemas.microsoft.com/office/drawing/2014/main" id="{93BEA9BD-4DFD-CB88-64C0-1085EA54B14B}"/>
                </a:ext>
              </a:extLst>
            </p:cNvPr>
            <p:cNvCxnSpPr/>
            <p:nvPr/>
          </p:nvCxnSpPr>
          <p:spPr>
            <a:xfrm>
              <a:off x="459925" y="3917025"/>
              <a:ext cx="2150100" cy="6000"/>
            </a:xfrm>
            <a:prstGeom prst="straightConnector1">
              <a:avLst/>
            </a:prstGeom>
            <a:noFill/>
            <a:ln w="9525" cap="flat" cmpd="sng">
              <a:solidFill>
                <a:srgbClr val="980000"/>
              </a:solidFill>
              <a:prstDash val="dash"/>
              <a:round/>
              <a:headEnd type="none" w="med" len="med"/>
              <a:tailEnd type="none" w="med" len="med"/>
            </a:ln>
          </p:spPr>
        </p:cxnSp>
        <p:cxnSp>
          <p:nvCxnSpPr>
            <p:cNvPr id="18" name="Google Shape;95;p15">
              <a:extLst>
                <a:ext uri="{FF2B5EF4-FFF2-40B4-BE49-F238E27FC236}">
                  <a16:creationId xmlns:a16="http://schemas.microsoft.com/office/drawing/2014/main" id="{44CA099B-6FA7-783C-DD5D-2B0C70F910EC}"/>
                </a:ext>
              </a:extLst>
            </p:cNvPr>
            <p:cNvCxnSpPr/>
            <p:nvPr/>
          </p:nvCxnSpPr>
          <p:spPr>
            <a:xfrm>
              <a:off x="2610025" y="3917025"/>
              <a:ext cx="3900" cy="1011900"/>
            </a:xfrm>
            <a:prstGeom prst="straightConnector1">
              <a:avLst/>
            </a:prstGeom>
            <a:noFill/>
            <a:ln w="9525" cap="flat" cmpd="sng">
              <a:solidFill>
                <a:srgbClr val="980000"/>
              </a:solidFill>
              <a:prstDash val="dash"/>
              <a:round/>
              <a:headEnd type="none" w="med" len="med"/>
              <a:tailEnd type="none" w="med" len="med"/>
            </a:ln>
          </p:spPr>
        </p:cxnSp>
        <p:sp>
          <p:nvSpPr>
            <p:cNvPr id="19" name="Google Shape;96;p15">
              <a:extLst>
                <a:ext uri="{FF2B5EF4-FFF2-40B4-BE49-F238E27FC236}">
                  <a16:creationId xmlns:a16="http://schemas.microsoft.com/office/drawing/2014/main" id="{D25D934B-8107-CEC0-4E11-648818812C16}"/>
                </a:ext>
              </a:extLst>
            </p:cNvPr>
            <p:cNvSpPr/>
            <p:nvPr/>
          </p:nvSpPr>
          <p:spPr>
            <a:xfrm>
              <a:off x="919850" y="4261975"/>
              <a:ext cx="252950" cy="324779"/>
            </a:xfrm>
            <a:custGeom>
              <a:avLst/>
              <a:gdLst/>
              <a:ahLst/>
              <a:cxnLst/>
              <a:rect l="l" t="t" r="r" b="b"/>
              <a:pathLst>
                <a:path w="10118" h="11958" extrusionOk="0">
                  <a:moveTo>
                    <a:pt x="0" y="0"/>
                  </a:moveTo>
                  <a:cubicBezTo>
                    <a:pt x="1124" y="613"/>
                    <a:pt x="5060" y="1686"/>
                    <a:pt x="6746" y="3679"/>
                  </a:cubicBezTo>
                  <a:cubicBezTo>
                    <a:pt x="8432" y="5672"/>
                    <a:pt x="9556" y="10578"/>
                    <a:pt x="10118" y="11958"/>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20" name="Google Shape;97;p15">
              <a:extLst>
                <a:ext uri="{FF2B5EF4-FFF2-40B4-BE49-F238E27FC236}">
                  <a16:creationId xmlns:a16="http://schemas.microsoft.com/office/drawing/2014/main" id="{4C59E7D1-3937-9DCB-8E81-A3C3BC8338EA}"/>
                </a:ext>
              </a:extLst>
            </p:cNvPr>
            <p:cNvSpPr txBox="1"/>
            <p:nvPr/>
          </p:nvSpPr>
          <p:spPr>
            <a:xfrm>
              <a:off x="1046436" y="3989577"/>
              <a:ext cx="314700" cy="4065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1"/>
                  </a:solidFill>
                  <a:latin typeface="Constantia"/>
                  <a:ea typeface="Roboto Serif"/>
                  <a:cs typeface="Roboto Serif"/>
                  <a:sym typeface="Roboto Serif"/>
                </a:rPr>
                <a:t>θ</a:t>
              </a:r>
              <a:endParaRPr sz="2400">
                <a:solidFill>
                  <a:schemeClr val="dk1"/>
                </a:solidFill>
                <a:latin typeface="Constantia"/>
                <a:ea typeface="Roboto Serif"/>
                <a:cs typeface="Roboto Serif"/>
                <a:sym typeface="Roboto Serif"/>
              </a:endParaRPr>
            </a:p>
          </p:txBody>
        </p:sp>
        <p:sp>
          <p:nvSpPr>
            <p:cNvPr id="21" name="Google Shape;98;p15">
              <a:extLst>
                <a:ext uri="{FF2B5EF4-FFF2-40B4-BE49-F238E27FC236}">
                  <a16:creationId xmlns:a16="http://schemas.microsoft.com/office/drawing/2014/main" id="{01D3463B-D7E8-4F01-65FF-F4EB19CDC97E}"/>
                </a:ext>
              </a:extLst>
            </p:cNvPr>
            <p:cNvSpPr txBox="1"/>
            <p:nvPr/>
          </p:nvSpPr>
          <p:spPr>
            <a:xfrm>
              <a:off x="2126949" y="1333750"/>
              <a:ext cx="3484201" cy="65160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1"/>
                  </a:solidFill>
                  <a:latin typeface="Constantia"/>
                  <a:ea typeface="Roboto Serif"/>
                  <a:cs typeface="Roboto Serif"/>
                  <a:sym typeface="Roboto Serif"/>
                </a:rPr>
                <a:t>A</a:t>
              </a:r>
              <a:r>
                <a:rPr lang="en-GB" sz="2400" i="1" dirty="0">
                  <a:solidFill>
                    <a:schemeClr val="dk1"/>
                  </a:solidFill>
                  <a:latin typeface="Constantia"/>
                  <a:ea typeface="Roboto Serif"/>
                  <a:cs typeface="Roboto Serif"/>
                  <a:sym typeface="Roboto Serif"/>
                </a:rPr>
                <a:t> </a:t>
              </a:r>
              <a:r>
                <a:rPr lang="en-GB" sz="2400" dirty="0">
                  <a:solidFill>
                    <a:schemeClr val="dk1"/>
                  </a:solidFill>
                  <a:latin typeface="Constantia"/>
                  <a:ea typeface="Roboto Serif"/>
                  <a:cs typeface="Roboto Serif"/>
                  <a:sym typeface="Roboto Serif"/>
                </a:rPr>
                <a:t>ᐧ </a:t>
              </a:r>
              <a:r>
                <a:rPr lang="en-GB" sz="2400" i="1" dirty="0">
                  <a:solidFill>
                    <a:srgbClr val="980000"/>
                  </a:solidFill>
                  <a:latin typeface="Constantia"/>
                  <a:ea typeface="Roboto Serif"/>
                  <a:cs typeface="Roboto Serif"/>
                  <a:sym typeface="Roboto Serif"/>
                </a:rPr>
                <a:t>B</a:t>
              </a:r>
              <a:r>
                <a:rPr lang="en-GB" sz="2400" dirty="0">
                  <a:solidFill>
                    <a:schemeClr val="dk1"/>
                  </a:solidFill>
                  <a:latin typeface="Constantia"/>
                  <a:ea typeface="Roboto Serif"/>
                  <a:cs typeface="Roboto Serif"/>
                  <a:sym typeface="Roboto Serif"/>
                </a:rPr>
                <a:t> = </a:t>
              </a:r>
              <a:r>
                <a:rPr lang="en-GB" sz="2500" dirty="0">
                  <a:solidFill>
                    <a:schemeClr val="dk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A</a:t>
              </a:r>
              <a:r>
                <a:rPr lang="en-GB" sz="2500" dirty="0">
                  <a:solidFill>
                    <a:schemeClr val="dk1"/>
                  </a:solidFill>
                  <a:latin typeface="Constantia"/>
                  <a:ea typeface="Roboto Serif"/>
                  <a:cs typeface="Roboto Serif"/>
                  <a:sym typeface="Roboto Serif"/>
                </a:rPr>
                <a:t>‖‖</a:t>
              </a:r>
              <a:r>
                <a:rPr lang="en-GB" sz="2400" i="1" dirty="0">
                  <a:solidFill>
                    <a:srgbClr val="980000"/>
                  </a:solidFill>
                  <a:latin typeface="Constantia"/>
                  <a:ea typeface="Roboto Serif"/>
                  <a:cs typeface="Roboto Serif"/>
                  <a:sym typeface="Roboto Serif"/>
                </a:rPr>
                <a:t>B</a:t>
              </a:r>
              <a:r>
                <a:rPr lang="en-GB" sz="2500" dirty="0">
                  <a:solidFill>
                    <a:schemeClr val="dk1"/>
                  </a:solidFill>
                  <a:latin typeface="Constantia"/>
                  <a:ea typeface="Roboto Serif"/>
                  <a:cs typeface="Roboto Serif"/>
                  <a:sym typeface="Roboto Serif"/>
                </a:rPr>
                <a:t>‖ </a:t>
              </a:r>
              <a:r>
                <a:rPr lang="en-GB" sz="2400" dirty="0">
                  <a:solidFill>
                    <a:schemeClr val="dk1"/>
                  </a:solidFill>
                  <a:latin typeface="Constantia"/>
                  <a:ea typeface="Roboto Serif"/>
                  <a:cs typeface="Roboto Serif"/>
                  <a:sym typeface="Roboto Serif"/>
                </a:rPr>
                <a:t>cos </a:t>
              </a:r>
              <a:r>
                <a:rPr lang="en-GB" sz="2400" i="1" dirty="0">
                  <a:solidFill>
                    <a:schemeClr val="dk1"/>
                  </a:solidFill>
                  <a:latin typeface="Constantia"/>
                  <a:ea typeface="Roboto Serif"/>
                  <a:cs typeface="Roboto Serif"/>
                  <a:sym typeface="Roboto Serif"/>
                </a:rPr>
                <a:t>θ</a:t>
              </a:r>
              <a:endParaRPr lang="en-US" sz="2400" dirty="0">
                <a:solidFill>
                  <a:schemeClr val="dk1"/>
                </a:solidFill>
                <a:latin typeface="Constantia"/>
                <a:ea typeface="Roboto Serif"/>
                <a:cs typeface="Roboto Serif"/>
              </a:endParaRPr>
            </a:p>
          </p:txBody>
        </p:sp>
        <p:cxnSp>
          <p:nvCxnSpPr>
            <p:cNvPr id="22" name="Google Shape;55;p13">
              <a:extLst>
                <a:ext uri="{FF2B5EF4-FFF2-40B4-BE49-F238E27FC236}">
                  <a16:creationId xmlns:a16="http://schemas.microsoft.com/office/drawing/2014/main" id="{E3248978-2B8F-ABED-241D-821D7F6C5690}"/>
                </a:ext>
              </a:extLst>
            </p:cNvPr>
            <p:cNvCxnSpPr/>
            <p:nvPr/>
          </p:nvCxnSpPr>
          <p:spPr>
            <a:xfrm flipV="1">
              <a:off x="433175" y="4926313"/>
              <a:ext cx="4533898" cy="4425"/>
            </a:xfrm>
            <a:prstGeom prst="straightConnector1">
              <a:avLst/>
            </a:prstGeom>
            <a:noFill/>
            <a:ln w="28575" cap="flat" cmpd="sng">
              <a:solidFill>
                <a:schemeClr val="dk2"/>
              </a:solidFill>
              <a:prstDash val="solid"/>
              <a:round/>
              <a:headEnd type="none" w="med" len="med"/>
              <a:tailEnd type="triangle" w="med" len="med"/>
            </a:ln>
          </p:spPr>
        </p:cxnSp>
      </p:grpSp>
    </p:spTree>
    <p:extLst>
      <p:ext uri="{BB962C8B-B14F-4D97-AF65-F5344CB8AC3E}">
        <p14:creationId xmlns:p14="http://schemas.microsoft.com/office/powerpoint/2010/main" val="3314154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A1984-6307-007D-F749-0E240C634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B9B2FD-74A2-240E-A4CB-54523E1F883A}"/>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1FE5CE0A-316F-8413-BF5B-B780D67F62B6}"/>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Wouldn't it be nice if we could do the same with words and concepts...?</a:t>
            </a:r>
            <a:endParaRPr lang="en-US" dirty="0"/>
          </a:p>
        </p:txBody>
      </p:sp>
      <p:cxnSp>
        <p:nvCxnSpPr>
          <p:cNvPr id="8" name="Google Shape;84;p15">
            <a:extLst>
              <a:ext uri="{FF2B5EF4-FFF2-40B4-BE49-F238E27FC236}">
                <a16:creationId xmlns:a16="http://schemas.microsoft.com/office/drawing/2014/main" id="{EB684BC3-A1B1-7C8E-8035-619C6364C0A4}"/>
              </a:ext>
            </a:extLst>
          </p:cNvPr>
          <p:cNvCxnSpPr/>
          <p:nvPr/>
        </p:nvCxnSpPr>
        <p:spPr>
          <a:xfrm rot="10800000">
            <a:off x="6572716" y="1309387"/>
            <a:ext cx="0" cy="4429549"/>
          </a:xfrm>
          <a:prstGeom prst="straightConnector1">
            <a:avLst/>
          </a:prstGeom>
          <a:noFill/>
          <a:ln w="28575" cap="flat" cmpd="sng">
            <a:solidFill>
              <a:schemeClr val="dk2"/>
            </a:solidFill>
            <a:prstDash val="solid"/>
            <a:round/>
            <a:headEnd type="none" w="med" len="med"/>
            <a:tailEnd type="triangle" w="med" len="med"/>
          </a:ln>
        </p:spPr>
      </p:cxnSp>
      <p:sp>
        <p:nvSpPr>
          <p:cNvPr id="9" name="Google Shape;86;p15">
            <a:extLst>
              <a:ext uri="{FF2B5EF4-FFF2-40B4-BE49-F238E27FC236}">
                <a16:creationId xmlns:a16="http://schemas.microsoft.com/office/drawing/2014/main" id="{D6B71E0D-0424-ED13-1C94-5BFADCCA1AC6}"/>
              </a:ext>
            </a:extLst>
          </p:cNvPr>
          <p:cNvSpPr txBox="1"/>
          <p:nvPr/>
        </p:nvSpPr>
        <p:spPr>
          <a:xfrm>
            <a:off x="11025316" y="5555664"/>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87;p15">
            <a:extLst>
              <a:ext uri="{FF2B5EF4-FFF2-40B4-BE49-F238E27FC236}">
                <a16:creationId xmlns:a16="http://schemas.microsoft.com/office/drawing/2014/main" id="{A99FFDE7-9A3A-2373-B775-46823076A827}"/>
              </a:ext>
            </a:extLst>
          </p:cNvPr>
          <p:cNvSpPr txBox="1"/>
          <p:nvPr/>
        </p:nvSpPr>
        <p:spPr>
          <a:xfrm>
            <a:off x="6098471" y="1034517"/>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88;p15">
            <a:extLst>
              <a:ext uri="{FF2B5EF4-FFF2-40B4-BE49-F238E27FC236}">
                <a16:creationId xmlns:a16="http://schemas.microsoft.com/office/drawing/2014/main" id="{1839AE40-4BE1-5122-3683-9C04F4FE9F42}"/>
              </a:ext>
            </a:extLst>
          </p:cNvPr>
          <p:cNvCxnSpPr/>
          <p:nvPr/>
        </p:nvCxnSpPr>
        <p:spPr>
          <a:xfrm rot="10800000" flipH="1">
            <a:off x="6572716" y="3753368"/>
            <a:ext cx="1412700" cy="1985567"/>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89;p15">
            <a:extLst>
              <a:ext uri="{FF2B5EF4-FFF2-40B4-BE49-F238E27FC236}">
                <a16:creationId xmlns:a16="http://schemas.microsoft.com/office/drawing/2014/main" id="{AE0F3D28-EFE1-19F1-61DB-C33AEC29A26B}"/>
              </a:ext>
            </a:extLst>
          </p:cNvPr>
          <p:cNvCxnSpPr/>
          <p:nvPr/>
        </p:nvCxnSpPr>
        <p:spPr>
          <a:xfrm rot="10800000" flipH="1">
            <a:off x="6572716" y="4738542"/>
            <a:ext cx="2164800" cy="1000394"/>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90;p15">
            <a:extLst>
              <a:ext uri="{FF2B5EF4-FFF2-40B4-BE49-F238E27FC236}">
                <a16:creationId xmlns:a16="http://schemas.microsoft.com/office/drawing/2014/main" id="{FD31A98A-D681-9219-E74D-9D94C39C7E71}"/>
              </a:ext>
            </a:extLst>
          </p:cNvPr>
          <p:cNvSpPr txBox="1"/>
          <p:nvPr/>
        </p:nvSpPr>
        <p:spPr>
          <a:xfrm>
            <a:off x="7989167" y="3444551"/>
            <a:ext cx="1672281" cy="48219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1"/>
                </a:solidFill>
                <a:latin typeface="Constantia"/>
                <a:ea typeface="Roboto Serif"/>
                <a:cs typeface="Roboto Serif"/>
                <a:sym typeface="Roboto Serif"/>
              </a:rPr>
              <a:t>cat</a:t>
            </a:r>
            <a:endParaRPr lang="en-GB" sz="2400" dirty="0">
              <a:solidFill>
                <a:schemeClr val="accent1"/>
              </a:solidFill>
              <a:latin typeface="Constantia"/>
              <a:ea typeface="Roboto Serif"/>
              <a:cs typeface="Roboto Serif"/>
            </a:endParaRPr>
          </a:p>
        </p:txBody>
      </p:sp>
      <p:sp>
        <p:nvSpPr>
          <p:cNvPr id="14" name="Google Shape;91;p15">
            <a:extLst>
              <a:ext uri="{FF2B5EF4-FFF2-40B4-BE49-F238E27FC236}">
                <a16:creationId xmlns:a16="http://schemas.microsoft.com/office/drawing/2014/main" id="{24391474-77F4-D1CD-C8CD-63D71CDDE159}"/>
              </a:ext>
            </a:extLst>
          </p:cNvPr>
          <p:cNvSpPr txBox="1"/>
          <p:nvPr/>
        </p:nvSpPr>
        <p:spPr>
          <a:xfrm>
            <a:off x="8759864" y="4520613"/>
            <a:ext cx="2009356" cy="46717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rgbClr val="980000"/>
                </a:solidFill>
                <a:latin typeface="Constantia"/>
                <a:ea typeface="Roboto Serif"/>
                <a:cs typeface="Roboto Serif"/>
                <a:sym typeface="Roboto Serif"/>
              </a:rPr>
              <a:t>fluffy</a:t>
            </a:r>
            <a:endParaRPr lang="en-GB" sz="2400" dirty="0">
              <a:solidFill>
                <a:srgbClr val="980000"/>
              </a:solidFill>
              <a:latin typeface="Constantia"/>
              <a:ea typeface="Roboto Serif"/>
              <a:cs typeface="Roboto Serif"/>
            </a:endParaRPr>
          </a:p>
        </p:txBody>
      </p:sp>
      <p:sp>
        <p:nvSpPr>
          <p:cNvPr id="19" name="Google Shape;96;p15">
            <a:extLst>
              <a:ext uri="{FF2B5EF4-FFF2-40B4-BE49-F238E27FC236}">
                <a16:creationId xmlns:a16="http://schemas.microsoft.com/office/drawing/2014/main" id="{660DA9ED-45B5-8DC9-15AF-8CE2294DEEF5}"/>
              </a:ext>
            </a:extLst>
          </p:cNvPr>
          <p:cNvSpPr/>
          <p:nvPr/>
        </p:nvSpPr>
        <p:spPr>
          <a:xfrm>
            <a:off x="7047316" y="5075836"/>
            <a:ext cx="252950" cy="323098"/>
          </a:xfrm>
          <a:custGeom>
            <a:avLst/>
            <a:gdLst/>
            <a:ahLst/>
            <a:cxnLst/>
            <a:rect l="l" t="t" r="r" b="b"/>
            <a:pathLst>
              <a:path w="10118" h="11958" extrusionOk="0">
                <a:moveTo>
                  <a:pt x="0" y="0"/>
                </a:moveTo>
                <a:cubicBezTo>
                  <a:pt x="1124" y="613"/>
                  <a:pt x="5060" y="1686"/>
                  <a:pt x="6746" y="3679"/>
                </a:cubicBezTo>
                <a:cubicBezTo>
                  <a:pt x="8432" y="5672"/>
                  <a:pt x="9556" y="10578"/>
                  <a:pt x="10118" y="11958"/>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20" name="Google Shape;97;p15">
            <a:extLst>
              <a:ext uri="{FF2B5EF4-FFF2-40B4-BE49-F238E27FC236}">
                <a16:creationId xmlns:a16="http://schemas.microsoft.com/office/drawing/2014/main" id="{F38D9023-45FB-B965-9FCD-AF38D9B13512}"/>
              </a:ext>
            </a:extLst>
          </p:cNvPr>
          <p:cNvSpPr txBox="1"/>
          <p:nvPr/>
        </p:nvSpPr>
        <p:spPr>
          <a:xfrm>
            <a:off x="7173902" y="4804849"/>
            <a:ext cx="314700" cy="40439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dk1"/>
                </a:solidFill>
                <a:latin typeface="Constantia"/>
                <a:ea typeface="Roboto Serif"/>
                <a:cs typeface="Roboto Serif"/>
                <a:sym typeface="Roboto Serif"/>
              </a:rPr>
              <a:t>θ</a:t>
            </a:r>
            <a:endParaRPr sz="2400" dirty="0">
              <a:solidFill>
                <a:schemeClr val="dk1"/>
              </a:solidFill>
              <a:latin typeface="Constantia"/>
              <a:ea typeface="Roboto Serif"/>
              <a:cs typeface="Roboto Serif"/>
              <a:sym typeface="Roboto Serif"/>
            </a:endParaRPr>
          </a:p>
        </p:txBody>
      </p:sp>
      <p:cxnSp>
        <p:nvCxnSpPr>
          <p:cNvPr id="22" name="Google Shape;55;p13">
            <a:extLst>
              <a:ext uri="{FF2B5EF4-FFF2-40B4-BE49-F238E27FC236}">
                <a16:creationId xmlns:a16="http://schemas.microsoft.com/office/drawing/2014/main" id="{6509AF2C-6F88-7F95-C18A-59333118BFA9}"/>
              </a:ext>
            </a:extLst>
          </p:cNvPr>
          <p:cNvCxnSpPr/>
          <p:nvPr/>
        </p:nvCxnSpPr>
        <p:spPr>
          <a:xfrm flipV="1">
            <a:off x="6560641" y="5736735"/>
            <a:ext cx="4533898" cy="4402"/>
          </a:xfrm>
          <a:prstGeom prst="straightConnector1">
            <a:avLst/>
          </a:prstGeom>
          <a:noFill/>
          <a:ln w="28575" cap="flat" cmpd="sng">
            <a:solidFill>
              <a:schemeClr val="dk2"/>
            </a:solidFill>
            <a:prstDash val="solid"/>
            <a:round/>
            <a:headEnd type="none" w="med" len="med"/>
            <a:tailEnd type="triangle" w="med" len="med"/>
          </a:ln>
        </p:spPr>
      </p:cxnSp>
      <p:pic>
        <p:nvPicPr>
          <p:cNvPr id="5" name="Google Shape;117;p16" descr="A close up of a cat&#10;&#10;AI-generated content may be incorrect." title="download.png">
            <a:extLst>
              <a:ext uri="{FF2B5EF4-FFF2-40B4-BE49-F238E27FC236}">
                <a16:creationId xmlns:a16="http://schemas.microsoft.com/office/drawing/2014/main" id="{224A28F0-BCAF-A0B6-5464-817E3669E48D}"/>
              </a:ext>
            </a:extLst>
          </p:cNvPr>
          <p:cNvPicPr preferRelativeResize="0"/>
          <p:nvPr/>
        </p:nvPicPr>
        <p:blipFill>
          <a:blip r:embed="rId2">
            <a:alphaModFix/>
          </a:blip>
          <a:stretch>
            <a:fillRect/>
          </a:stretch>
        </p:blipFill>
        <p:spPr>
          <a:xfrm>
            <a:off x="8100726" y="2808596"/>
            <a:ext cx="818050" cy="807168"/>
          </a:xfrm>
          <a:prstGeom prst="rect">
            <a:avLst/>
          </a:prstGeom>
          <a:noFill/>
          <a:ln>
            <a:noFill/>
          </a:ln>
        </p:spPr>
      </p:pic>
      <p:pic>
        <p:nvPicPr>
          <p:cNvPr id="7" name="Google Shape;118;p16" descr="A close up of a fur&#10;&#10;AI-generated content may be incorrect." title="White-fur-rug-texture-patternpictures-1313-1600x1151.jpg">
            <a:extLst>
              <a:ext uri="{FF2B5EF4-FFF2-40B4-BE49-F238E27FC236}">
                <a16:creationId xmlns:a16="http://schemas.microsoft.com/office/drawing/2014/main" id="{E97A4457-AFDA-93D4-6B48-52F530CE37F2}"/>
              </a:ext>
            </a:extLst>
          </p:cNvPr>
          <p:cNvPicPr preferRelativeResize="0"/>
          <p:nvPr/>
        </p:nvPicPr>
        <p:blipFill>
          <a:blip r:embed="rId3">
            <a:alphaModFix/>
          </a:blip>
          <a:stretch>
            <a:fillRect/>
          </a:stretch>
        </p:blipFill>
        <p:spPr>
          <a:xfrm>
            <a:off x="8859006" y="5005874"/>
            <a:ext cx="905784" cy="647185"/>
          </a:xfrm>
          <a:prstGeom prst="rect">
            <a:avLst/>
          </a:prstGeom>
          <a:noFill/>
          <a:ln>
            <a:noFill/>
          </a:ln>
        </p:spPr>
      </p:pic>
    </p:spTree>
    <p:extLst>
      <p:ext uri="{BB962C8B-B14F-4D97-AF65-F5344CB8AC3E}">
        <p14:creationId xmlns:p14="http://schemas.microsoft.com/office/powerpoint/2010/main" val="21071848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4F9DEC-7E10-28CD-DE2F-91BE5DC698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1A2DBD-CE09-0186-C555-41DF58D1AB18}"/>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9EE3FC8C-9135-4117-BF80-A91AC3ABD15A}"/>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Wouldn't it be nice if we could do the same with words and concepts...?</a:t>
            </a:r>
            <a:endParaRPr lang="en-US" dirty="0"/>
          </a:p>
        </p:txBody>
      </p:sp>
      <p:cxnSp>
        <p:nvCxnSpPr>
          <p:cNvPr id="8" name="Google Shape;84;p15">
            <a:extLst>
              <a:ext uri="{FF2B5EF4-FFF2-40B4-BE49-F238E27FC236}">
                <a16:creationId xmlns:a16="http://schemas.microsoft.com/office/drawing/2014/main" id="{DB6E7382-A0E7-E33E-A08F-F627CF3E99EB}"/>
              </a:ext>
            </a:extLst>
          </p:cNvPr>
          <p:cNvCxnSpPr/>
          <p:nvPr/>
        </p:nvCxnSpPr>
        <p:spPr>
          <a:xfrm rot="10800000">
            <a:off x="6572716" y="1309387"/>
            <a:ext cx="0" cy="4429549"/>
          </a:xfrm>
          <a:prstGeom prst="straightConnector1">
            <a:avLst/>
          </a:prstGeom>
          <a:noFill/>
          <a:ln w="28575" cap="flat" cmpd="sng">
            <a:solidFill>
              <a:schemeClr val="dk2"/>
            </a:solidFill>
            <a:prstDash val="solid"/>
            <a:round/>
            <a:headEnd type="none" w="med" len="med"/>
            <a:tailEnd type="triangle" w="med" len="med"/>
          </a:ln>
        </p:spPr>
      </p:cxnSp>
      <p:sp>
        <p:nvSpPr>
          <p:cNvPr id="9" name="Google Shape;86;p15">
            <a:extLst>
              <a:ext uri="{FF2B5EF4-FFF2-40B4-BE49-F238E27FC236}">
                <a16:creationId xmlns:a16="http://schemas.microsoft.com/office/drawing/2014/main" id="{D34C6E12-B5EE-9F1F-6CA1-22B088A0478D}"/>
              </a:ext>
            </a:extLst>
          </p:cNvPr>
          <p:cNvSpPr txBox="1"/>
          <p:nvPr/>
        </p:nvSpPr>
        <p:spPr>
          <a:xfrm>
            <a:off x="11025316" y="5555664"/>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87;p15">
            <a:extLst>
              <a:ext uri="{FF2B5EF4-FFF2-40B4-BE49-F238E27FC236}">
                <a16:creationId xmlns:a16="http://schemas.microsoft.com/office/drawing/2014/main" id="{F3B6D07D-F717-7CDD-10A3-E8115516705A}"/>
              </a:ext>
            </a:extLst>
          </p:cNvPr>
          <p:cNvSpPr txBox="1"/>
          <p:nvPr/>
        </p:nvSpPr>
        <p:spPr>
          <a:xfrm>
            <a:off x="6098471" y="1034517"/>
            <a:ext cx="314700" cy="27487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88;p15">
            <a:extLst>
              <a:ext uri="{FF2B5EF4-FFF2-40B4-BE49-F238E27FC236}">
                <a16:creationId xmlns:a16="http://schemas.microsoft.com/office/drawing/2014/main" id="{3788F3A3-5037-74C3-E986-8BCC40E8FE58}"/>
              </a:ext>
            </a:extLst>
          </p:cNvPr>
          <p:cNvCxnSpPr/>
          <p:nvPr/>
        </p:nvCxnSpPr>
        <p:spPr>
          <a:xfrm rot="10800000" flipH="1">
            <a:off x="6572716" y="3753368"/>
            <a:ext cx="1412700" cy="1985567"/>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89;p15">
            <a:extLst>
              <a:ext uri="{FF2B5EF4-FFF2-40B4-BE49-F238E27FC236}">
                <a16:creationId xmlns:a16="http://schemas.microsoft.com/office/drawing/2014/main" id="{F9A78C16-F909-0555-EC74-FD998B61E493}"/>
              </a:ext>
            </a:extLst>
          </p:cNvPr>
          <p:cNvCxnSpPr/>
          <p:nvPr/>
        </p:nvCxnSpPr>
        <p:spPr>
          <a:xfrm rot="10800000" flipH="1">
            <a:off x="6572716" y="4738542"/>
            <a:ext cx="2164800" cy="1000394"/>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90;p15">
            <a:extLst>
              <a:ext uri="{FF2B5EF4-FFF2-40B4-BE49-F238E27FC236}">
                <a16:creationId xmlns:a16="http://schemas.microsoft.com/office/drawing/2014/main" id="{269D7F45-F51E-8165-55CF-BB33CE7EFCF3}"/>
              </a:ext>
            </a:extLst>
          </p:cNvPr>
          <p:cNvSpPr txBox="1"/>
          <p:nvPr/>
        </p:nvSpPr>
        <p:spPr>
          <a:xfrm>
            <a:off x="7989167" y="3444551"/>
            <a:ext cx="1672281" cy="482190"/>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1"/>
                </a:solidFill>
                <a:latin typeface="Constantia"/>
                <a:ea typeface="Roboto Serif"/>
                <a:cs typeface="Roboto Serif"/>
                <a:sym typeface="Roboto Serif"/>
              </a:rPr>
              <a:t>cat</a:t>
            </a:r>
            <a:endParaRPr lang="en-GB" sz="2400" dirty="0">
              <a:solidFill>
                <a:schemeClr val="accent1"/>
              </a:solidFill>
              <a:latin typeface="Constantia"/>
              <a:ea typeface="Roboto Serif"/>
              <a:cs typeface="Roboto Serif"/>
            </a:endParaRPr>
          </a:p>
        </p:txBody>
      </p:sp>
      <p:sp>
        <p:nvSpPr>
          <p:cNvPr id="14" name="Google Shape;91;p15">
            <a:extLst>
              <a:ext uri="{FF2B5EF4-FFF2-40B4-BE49-F238E27FC236}">
                <a16:creationId xmlns:a16="http://schemas.microsoft.com/office/drawing/2014/main" id="{B67B0968-58D3-F4FC-45FA-90DAAB13EF2B}"/>
              </a:ext>
            </a:extLst>
          </p:cNvPr>
          <p:cNvSpPr txBox="1"/>
          <p:nvPr/>
        </p:nvSpPr>
        <p:spPr>
          <a:xfrm>
            <a:off x="8759864" y="4520613"/>
            <a:ext cx="2009356" cy="46717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rgbClr val="980000"/>
                </a:solidFill>
                <a:latin typeface="Constantia"/>
                <a:ea typeface="Roboto Serif"/>
                <a:cs typeface="Roboto Serif"/>
                <a:sym typeface="Roboto Serif"/>
              </a:rPr>
              <a:t>fluffy</a:t>
            </a:r>
            <a:endParaRPr lang="en-GB" sz="2400" dirty="0">
              <a:solidFill>
                <a:srgbClr val="980000"/>
              </a:solidFill>
              <a:latin typeface="Constantia"/>
              <a:ea typeface="Roboto Serif"/>
              <a:cs typeface="Roboto Serif"/>
            </a:endParaRPr>
          </a:p>
        </p:txBody>
      </p:sp>
      <p:sp>
        <p:nvSpPr>
          <p:cNvPr id="19" name="Google Shape;96;p15">
            <a:extLst>
              <a:ext uri="{FF2B5EF4-FFF2-40B4-BE49-F238E27FC236}">
                <a16:creationId xmlns:a16="http://schemas.microsoft.com/office/drawing/2014/main" id="{26127494-520C-927E-757D-30856FE1F34C}"/>
              </a:ext>
            </a:extLst>
          </p:cNvPr>
          <p:cNvSpPr/>
          <p:nvPr/>
        </p:nvSpPr>
        <p:spPr>
          <a:xfrm>
            <a:off x="7047316" y="5075836"/>
            <a:ext cx="252950" cy="323098"/>
          </a:xfrm>
          <a:custGeom>
            <a:avLst/>
            <a:gdLst/>
            <a:ahLst/>
            <a:cxnLst/>
            <a:rect l="l" t="t" r="r" b="b"/>
            <a:pathLst>
              <a:path w="10118" h="11958" extrusionOk="0">
                <a:moveTo>
                  <a:pt x="0" y="0"/>
                </a:moveTo>
                <a:cubicBezTo>
                  <a:pt x="1124" y="613"/>
                  <a:pt x="5060" y="1686"/>
                  <a:pt x="6746" y="3679"/>
                </a:cubicBezTo>
                <a:cubicBezTo>
                  <a:pt x="8432" y="5672"/>
                  <a:pt x="9556" y="10578"/>
                  <a:pt x="10118" y="11958"/>
                </a:cubicBezTo>
              </a:path>
            </a:pathLst>
          </a:custGeom>
          <a:noFill/>
          <a:ln w="9525" cap="flat" cmpd="sng">
            <a:solidFill>
              <a:schemeClr val="dk2"/>
            </a:solidFill>
            <a:prstDash val="solid"/>
            <a:round/>
            <a:headEnd type="none" w="med" len="med"/>
            <a:tailEnd type="none" w="med" len="med"/>
          </a:ln>
        </p:spPr>
        <p:txBody>
          <a:bodyPr/>
          <a:lstStyle/>
          <a:p>
            <a:endParaRPr lang="en-US"/>
          </a:p>
        </p:txBody>
      </p:sp>
      <p:sp>
        <p:nvSpPr>
          <p:cNvPr id="20" name="Google Shape;97;p15">
            <a:extLst>
              <a:ext uri="{FF2B5EF4-FFF2-40B4-BE49-F238E27FC236}">
                <a16:creationId xmlns:a16="http://schemas.microsoft.com/office/drawing/2014/main" id="{A131846A-2068-B5C9-5DD9-ECE17B155B8A}"/>
              </a:ext>
            </a:extLst>
          </p:cNvPr>
          <p:cNvSpPr txBox="1"/>
          <p:nvPr/>
        </p:nvSpPr>
        <p:spPr>
          <a:xfrm>
            <a:off x="7173902" y="4804849"/>
            <a:ext cx="314700" cy="404396"/>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dk1"/>
                </a:solidFill>
                <a:latin typeface="Constantia"/>
                <a:ea typeface="Roboto Serif"/>
                <a:cs typeface="Roboto Serif"/>
                <a:sym typeface="Roboto Serif"/>
              </a:rPr>
              <a:t>θ</a:t>
            </a:r>
            <a:endParaRPr sz="2400" dirty="0">
              <a:solidFill>
                <a:schemeClr val="dk1"/>
              </a:solidFill>
              <a:latin typeface="Constantia"/>
              <a:ea typeface="Roboto Serif"/>
              <a:cs typeface="Roboto Serif"/>
              <a:sym typeface="Roboto Serif"/>
            </a:endParaRPr>
          </a:p>
        </p:txBody>
      </p:sp>
      <p:cxnSp>
        <p:nvCxnSpPr>
          <p:cNvPr id="22" name="Google Shape;55;p13">
            <a:extLst>
              <a:ext uri="{FF2B5EF4-FFF2-40B4-BE49-F238E27FC236}">
                <a16:creationId xmlns:a16="http://schemas.microsoft.com/office/drawing/2014/main" id="{FB1BDFC1-47C7-FDBA-C738-FE61FD7E04E3}"/>
              </a:ext>
            </a:extLst>
          </p:cNvPr>
          <p:cNvCxnSpPr/>
          <p:nvPr/>
        </p:nvCxnSpPr>
        <p:spPr>
          <a:xfrm flipV="1">
            <a:off x="6560641" y="5736735"/>
            <a:ext cx="4533898" cy="4402"/>
          </a:xfrm>
          <a:prstGeom prst="straightConnector1">
            <a:avLst/>
          </a:prstGeom>
          <a:noFill/>
          <a:ln w="28575" cap="flat" cmpd="sng">
            <a:solidFill>
              <a:schemeClr val="dk2"/>
            </a:solidFill>
            <a:prstDash val="solid"/>
            <a:round/>
            <a:headEnd type="none" w="med" len="med"/>
            <a:tailEnd type="triangle" w="med" len="med"/>
          </a:ln>
        </p:spPr>
      </p:cxnSp>
      <p:cxnSp>
        <p:nvCxnSpPr>
          <p:cNvPr id="6" name="Google Shape;75;p14">
            <a:extLst>
              <a:ext uri="{FF2B5EF4-FFF2-40B4-BE49-F238E27FC236}">
                <a16:creationId xmlns:a16="http://schemas.microsoft.com/office/drawing/2014/main" id="{47DD117B-DCDC-5D5C-897B-FB5DA62F0EC2}"/>
              </a:ext>
            </a:extLst>
          </p:cNvPr>
          <p:cNvCxnSpPr/>
          <p:nvPr/>
        </p:nvCxnSpPr>
        <p:spPr>
          <a:xfrm rot="10800000" flipH="1">
            <a:off x="7985653" y="2752974"/>
            <a:ext cx="2164800" cy="1000394"/>
          </a:xfrm>
          <a:prstGeom prst="straightConnector1">
            <a:avLst/>
          </a:prstGeom>
          <a:noFill/>
          <a:ln w="28575" cap="flat" cmpd="sng">
            <a:solidFill>
              <a:srgbClr val="980000"/>
            </a:solidFill>
            <a:prstDash val="solid"/>
            <a:round/>
            <a:headEnd type="none" w="med" len="med"/>
            <a:tailEnd type="triangle" w="med" len="med"/>
          </a:ln>
        </p:spPr>
      </p:cxnSp>
      <mc:AlternateContent xmlns:mc="http://schemas.openxmlformats.org/markup-compatibility/2006" xmlns:a14="http://schemas.microsoft.com/office/drawing/2010/main">
        <mc:Choice Requires="a14">
          <p:sp>
            <p:nvSpPr>
              <p:cNvPr id="16" name="Google Shape;76;p14">
                <a:extLst>
                  <a:ext uri="{FF2B5EF4-FFF2-40B4-BE49-F238E27FC236}">
                    <a16:creationId xmlns:a16="http://schemas.microsoft.com/office/drawing/2014/main" id="{B50C4028-D2A3-3844-0A47-87400578F265}"/>
                  </a:ext>
                </a:extLst>
              </p:cNvPr>
              <p:cNvSpPr txBox="1"/>
              <p:nvPr/>
            </p:nvSpPr>
            <p:spPr>
              <a:xfrm>
                <a:off x="8358563" y="2165450"/>
                <a:ext cx="3923702" cy="444089"/>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GB" sz="2400" i="1" dirty="0">
                    <a:solidFill>
                      <a:srgbClr val="C00000"/>
                    </a:solidFill>
                    <a:latin typeface="Constantia"/>
                    <a:ea typeface="Roboto Serif"/>
                    <a:cs typeface="Roboto Serif"/>
                    <a:sym typeface="Roboto Serif"/>
                  </a:rPr>
                  <a:t>fluffy </a:t>
                </a:r>
                <a:r>
                  <a:rPr lang="en-GB" sz="2400" i="1" dirty="0">
                    <a:solidFill>
                      <a:schemeClr val="tx1"/>
                    </a:solidFill>
                    <a:latin typeface="Constantia"/>
                    <a:ea typeface="Roboto Serif"/>
                    <a:cs typeface="Roboto Serif"/>
                    <a:sym typeface="Roboto Serif"/>
                  </a:rPr>
                  <a:t>+</a:t>
                </a:r>
                <a:r>
                  <a:rPr lang="en-GB" sz="2400" i="1" dirty="0">
                    <a:solidFill>
                      <a:schemeClr val="accent2"/>
                    </a:solidFill>
                    <a:latin typeface="Constantia"/>
                    <a:ea typeface="Roboto Serif"/>
                    <a:cs typeface="Roboto Serif"/>
                    <a:sym typeface="Roboto Serif"/>
                  </a:rPr>
                  <a:t> </a:t>
                </a:r>
                <a:r>
                  <a:rPr lang="en-GB" sz="2400" i="1" dirty="0">
                    <a:solidFill>
                      <a:schemeClr val="accent1"/>
                    </a:solidFill>
                    <a:latin typeface="Constantia"/>
                    <a:ea typeface="Roboto Serif"/>
                    <a:cs typeface="Roboto Serif"/>
                    <a:sym typeface="Roboto Serif"/>
                  </a:rPr>
                  <a:t>cat </a:t>
                </a:r>
                <a14:m>
                  <m:oMath xmlns:m="http://schemas.openxmlformats.org/officeDocument/2006/math">
                    <m:r>
                      <a:rPr lang="en-GB" sz="2400" i="1" smtClean="0">
                        <a:solidFill>
                          <a:schemeClr val="tx1"/>
                        </a:solidFill>
                        <a:latin typeface="Cambria Math" panose="02040503050406030204" pitchFamily="18" charset="0"/>
                        <a:ea typeface="Cambria Math" panose="02040503050406030204" pitchFamily="18" charset="0"/>
                        <a:cs typeface="Roboto Serif"/>
                        <a:sym typeface="Roboto Serif"/>
                      </a:rPr>
                      <m:t>≈</m:t>
                    </m:r>
                    <m:r>
                      <a:rPr lang="en-GB" sz="2400" b="0" i="1" smtClean="0">
                        <a:solidFill>
                          <a:schemeClr val="accent1"/>
                        </a:solidFill>
                        <a:latin typeface="Cambria Math" panose="02040503050406030204" pitchFamily="18" charset="0"/>
                        <a:ea typeface="Cambria Math" panose="02040503050406030204" pitchFamily="18" charset="0"/>
                        <a:cs typeface="Roboto Serif"/>
                        <a:sym typeface="Roboto Serif"/>
                      </a:rPr>
                      <m:t> </m:t>
                    </m:r>
                  </m:oMath>
                </a14:m>
                <a:r>
                  <a:rPr lang="en-GB" sz="2400" i="1" dirty="0">
                    <a:solidFill>
                      <a:schemeClr val="accent1"/>
                    </a:solidFill>
                    <a:latin typeface="Constantia"/>
                    <a:ea typeface="Roboto Serif"/>
                    <a:cs typeface="Roboto Serif"/>
                  </a:rPr>
                  <a:t> </a:t>
                </a:r>
                <a:r>
                  <a:rPr lang="en-GB" sz="2400" i="1" dirty="0">
                    <a:solidFill>
                      <a:srgbClr val="FF9900"/>
                    </a:solidFill>
                    <a:latin typeface="Constantia"/>
                    <a:ea typeface="Roboto Serif"/>
                    <a:cs typeface="Roboto Serif"/>
                  </a:rPr>
                  <a:t>fluffy cat</a:t>
                </a:r>
              </a:p>
            </p:txBody>
          </p:sp>
        </mc:Choice>
        <mc:Fallback xmlns="">
          <p:sp>
            <p:nvSpPr>
              <p:cNvPr id="16" name="Google Shape;76;p14">
                <a:extLst>
                  <a:ext uri="{FF2B5EF4-FFF2-40B4-BE49-F238E27FC236}">
                    <a16:creationId xmlns:a16="http://schemas.microsoft.com/office/drawing/2014/main" id="{B50C4028-D2A3-3844-0A47-87400578F265}"/>
                  </a:ext>
                </a:extLst>
              </p:cNvPr>
              <p:cNvSpPr txBox="1">
                <a:spLocks noRot="1" noChangeAspect="1" noMove="1" noResize="1" noEditPoints="1" noAdjustHandles="1" noChangeArrowheads="1" noChangeShapeType="1" noTextEdit="1"/>
              </p:cNvSpPr>
              <p:nvPr/>
            </p:nvSpPr>
            <p:spPr>
              <a:xfrm>
                <a:off x="8358563" y="2165450"/>
                <a:ext cx="3923702" cy="444089"/>
              </a:xfrm>
              <a:prstGeom prst="rect">
                <a:avLst/>
              </a:prstGeom>
              <a:blipFill>
                <a:blip r:embed="rId2"/>
                <a:stretch>
                  <a:fillRect l="-1935" b="-50000"/>
                </a:stretch>
              </a:blipFill>
              <a:ln>
                <a:noFill/>
              </a:ln>
            </p:spPr>
            <p:txBody>
              <a:bodyPr/>
              <a:lstStyle/>
              <a:p>
                <a:r>
                  <a:rPr lang="en-US">
                    <a:noFill/>
                  </a:rPr>
                  <a:t> </a:t>
                </a:r>
              </a:p>
            </p:txBody>
          </p:sp>
        </mc:Fallback>
      </mc:AlternateContent>
      <p:cxnSp>
        <p:nvCxnSpPr>
          <p:cNvPr id="18" name="Google Shape;78;p14">
            <a:extLst>
              <a:ext uri="{FF2B5EF4-FFF2-40B4-BE49-F238E27FC236}">
                <a16:creationId xmlns:a16="http://schemas.microsoft.com/office/drawing/2014/main" id="{7EF5BE93-5092-D135-6BC4-FFDE9CE8AF7D}"/>
              </a:ext>
            </a:extLst>
          </p:cNvPr>
          <p:cNvCxnSpPr/>
          <p:nvPr/>
        </p:nvCxnSpPr>
        <p:spPr>
          <a:xfrm rot="10800000" flipH="1">
            <a:off x="8737753" y="2752974"/>
            <a:ext cx="1412700" cy="1985567"/>
          </a:xfrm>
          <a:prstGeom prst="straightConnector1">
            <a:avLst/>
          </a:prstGeom>
          <a:noFill/>
          <a:ln w="28575" cap="flat" cmpd="sng">
            <a:solidFill>
              <a:schemeClr val="accent1"/>
            </a:solidFill>
            <a:prstDash val="solid"/>
            <a:round/>
            <a:headEnd type="none" w="med" len="med"/>
            <a:tailEnd type="triangle" w="med" len="med"/>
          </a:ln>
        </p:spPr>
      </p:cxnSp>
      <p:cxnSp>
        <p:nvCxnSpPr>
          <p:cNvPr id="23" name="Google Shape;79;p14">
            <a:extLst>
              <a:ext uri="{FF2B5EF4-FFF2-40B4-BE49-F238E27FC236}">
                <a16:creationId xmlns:a16="http://schemas.microsoft.com/office/drawing/2014/main" id="{5720B2C9-45DB-9708-8796-30C02442AE91}"/>
              </a:ext>
            </a:extLst>
          </p:cNvPr>
          <p:cNvCxnSpPr/>
          <p:nvPr/>
        </p:nvCxnSpPr>
        <p:spPr>
          <a:xfrm rot="10800000" flipH="1">
            <a:off x="6572953" y="2765210"/>
            <a:ext cx="3571500" cy="2973724"/>
          </a:xfrm>
          <a:prstGeom prst="straightConnector1">
            <a:avLst/>
          </a:prstGeom>
          <a:noFill/>
          <a:ln w="28575" cap="flat" cmpd="sng">
            <a:solidFill>
              <a:srgbClr val="FF9900"/>
            </a:solidFill>
            <a:prstDash val="solid"/>
            <a:round/>
            <a:headEnd type="none" w="med" len="med"/>
            <a:tailEnd type="triangle" w="med" len="med"/>
          </a:ln>
        </p:spPr>
      </p:cxnSp>
      <p:pic>
        <p:nvPicPr>
          <p:cNvPr id="4" name="Picture 3">
            <a:extLst>
              <a:ext uri="{FF2B5EF4-FFF2-40B4-BE49-F238E27FC236}">
                <a16:creationId xmlns:a16="http://schemas.microsoft.com/office/drawing/2014/main" id="{CFB296A3-763E-B0C5-CBD8-20BCBDB53516}"/>
              </a:ext>
            </a:extLst>
          </p:cNvPr>
          <p:cNvPicPr>
            <a:picLocks noChangeAspect="1"/>
          </p:cNvPicPr>
          <p:nvPr/>
        </p:nvPicPr>
        <p:blipFill>
          <a:blip r:embed="rId3"/>
          <a:stretch>
            <a:fillRect/>
          </a:stretch>
        </p:blipFill>
        <p:spPr>
          <a:xfrm>
            <a:off x="9156292" y="1192837"/>
            <a:ext cx="1724892" cy="1149928"/>
          </a:xfrm>
          <a:prstGeom prst="rect">
            <a:avLst/>
          </a:prstGeom>
        </p:spPr>
      </p:pic>
    </p:spTree>
    <p:extLst>
      <p:ext uri="{BB962C8B-B14F-4D97-AF65-F5344CB8AC3E}">
        <p14:creationId xmlns:p14="http://schemas.microsoft.com/office/powerpoint/2010/main" val="21849790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606A0E-A2E0-97D3-91DC-A3F6BB85A147}"/>
            </a:ext>
          </a:extLst>
        </p:cNvPr>
        <p:cNvGrpSpPr/>
        <p:nvPr/>
      </p:nvGrpSpPr>
      <p:grpSpPr>
        <a:xfrm>
          <a:off x="0" y="0"/>
          <a:ext cx="0" cy="0"/>
          <a:chOff x="0" y="0"/>
          <a:chExt cx="0" cy="0"/>
        </a:xfrm>
      </p:grpSpPr>
      <p:sp>
        <p:nvSpPr>
          <p:cNvPr id="29" name="Oval 28">
            <a:extLst>
              <a:ext uri="{FF2B5EF4-FFF2-40B4-BE49-F238E27FC236}">
                <a16:creationId xmlns:a16="http://schemas.microsoft.com/office/drawing/2014/main" id="{CFE25335-4D4C-25B1-1EB3-B8014FDEAE47}"/>
              </a:ext>
            </a:extLst>
          </p:cNvPr>
          <p:cNvSpPr/>
          <p:nvPr/>
        </p:nvSpPr>
        <p:spPr>
          <a:xfrm rot="-2040000">
            <a:off x="9912882" y="2447875"/>
            <a:ext cx="262348" cy="577924"/>
          </a:xfrm>
          <a:custGeom>
            <a:avLst/>
            <a:gdLst>
              <a:gd name="csX0" fmla="*/ 0 w 262348"/>
              <a:gd name="csY0" fmla="*/ 288962 h 577924"/>
              <a:gd name="csX1" fmla="*/ 131174 w 262348"/>
              <a:gd name="csY1" fmla="*/ 0 h 577924"/>
              <a:gd name="csX2" fmla="*/ 262348 w 262348"/>
              <a:gd name="csY2" fmla="*/ 288962 h 577924"/>
              <a:gd name="csX3" fmla="*/ 131174 w 262348"/>
              <a:gd name="csY3" fmla="*/ 577924 h 577924"/>
              <a:gd name="csX4" fmla="*/ 0 w 262348"/>
              <a:gd name="csY4" fmla="*/ 288962 h 577924"/>
            </a:gdLst>
            <a:ahLst/>
            <a:cxnLst>
              <a:cxn ang="0">
                <a:pos x="csX0" y="csY0"/>
              </a:cxn>
              <a:cxn ang="0">
                <a:pos x="csX1" y="csY1"/>
              </a:cxn>
              <a:cxn ang="0">
                <a:pos x="csX2" y="csY2"/>
              </a:cxn>
              <a:cxn ang="0">
                <a:pos x="csX3" y="csY3"/>
              </a:cxn>
              <a:cxn ang="0">
                <a:pos x="csX4" y="csY4"/>
              </a:cxn>
            </a:cxnLst>
            <a:rect l="l" t="t" r="r" b="b"/>
            <a:pathLst>
              <a:path w="262348" h="577924" fill="none" extrusionOk="0">
                <a:moveTo>
                  <a:pt x="0" y="288962"/>
                </a:moveTo>
                <a:cubicBezTo>
                  <a:pt x="-983" y="121835"/>
                  <a:pt x="56790" y="15122"/>
                  <a:pt x="131174" y="0"/>
                </a:cubicBezTo>
                <a:cubicBezTo>
                  <a:pt x="199292" y="-7708"/>
                  <a:pt x="272859" y="146588"/>
                  <a:pt x="262348" y="288962"/>
                </a:cubicBezTo>
                <a:cubicBezTo>
                  <a:pt x="270866" y="464281"/>
                  <a:pt x="199273" y="567514"/>
                  <a:pt x="131174" y="577924"/>
                </a:cubicBezTo>
                <a:cubicBezTo>
                  <a:pt x="51388" y="576916"/>
                  <a:pt x="-14404" y="452416"/>
                  <a:pt x="0" y="288962"/>
                </a:cubicBezTo>
                <a:close/>
              </a:path>
              <a:path w="262348" h="577924" stroke="0" extrusionOk="0">
                <a:moveTo>
                  <a:pt x="0" y="288962"/>
                </a:moveTo>
                <a:cubicBezTo>
                  <a:pt x="-1291" y="114631"/>
                  <a:pt x="51553" y="-6115"/>
                  <a:pt x="131174" y="0"/>
                </a:cubicBezTo>
                <a:cubicBezTo>
                  <a:pt x="205932" y="-8322"/>
                  <a:pt x="243378" y="104958"/>
                  <a:pt x="262348" y="288962"/>
                </a:cubicBezTo>
                <a:cubicBezTo>
                  <a:pt x="257150" y="462868"/>
                  <a:pt x="206422" y="577219"/>
                  <a:pt x="131174" y="577924"/>
                </a:cubicBezTo>
                <a:cubicBezTo>
                  <a:pt x="62983" y="572787"/>
                  <a:pt x="-10829" y="441475"/>
                  <a:pt x="0" y="288962"/>
                </a:cubicBezTo>
                <a:close/>
              </a:path>
            </a:pathLst>
          </a:custGeom>
          <a:solidFill>
            <a:schemeClr val="accent2">
              <a:lumMod val="20000"/>
              <a:lumOff val="80000"/>
            </a:schemeClr>
          </a:solidFill>
          <a:ln w="28575">
            <a:solidFill>
              <a:schemeClr val="accent2"/>
            </a:solidFill>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Oval 4">
            <a:extLst>
              <a:ext uri="{FF2B5EF4-FFF2-40B4-BE49-F238E27FC236}">
                <a16:creationId xmlns:a16="http://schemas.microsoft.com/office/drawing/2014/main" id="{16C9448F-C867-8A29-B3F7-1D1BF3E5705D}"/>
              </a:ext>
            </a:extLst>
          </p:cNvPr>
          <p:cNvSpPr/>
          <p:nvPr/>
        </p:nvSpPr>
        <p:spPr>
          <a:xfrm rot="1680000">
            <a:off x="8014413" y="4438111"/>
            <a:ext cx="723893" cy="1120287"/>
          </a:xfrm>
          <a:custGeom>
            <a:avLst/>
            <a:gdLst>
              <a:gd name="csX0" fmla="*/ 0 w 723893"/>
              <a:gd name="csY0" fmla="*/ 560144 h 1120287"/>
              <a:gd name="csX1" fmla="*/ 361947 w 723893"/>
              <a:gd name="csY1" fmla="*/ 0 h 1120287"/>
              <a:gd name="csX2" fmla="*/ 723894 w 723893"/>
              <a:gd name="csY2" fmla="*/ 560144 h 1120287"/>
              <a:gd name="csX3" fmla="*/ 361947 w 723893"/>
              <a:gd name="csY3" fmla="*/ 1120288 h 1120287"/>
              <a:gd name="csX4" fmla="*/ 0 w 723893"/>
              <a:gd name="csY4" fmla="*/ 560144 h 1120287"/>
            </a:gdLst>
            <a:ahLst/>
            <a:cxnLst>
              <a:cxn ang="0">
                <a:pos x="csX0" y="csY0"/>
              </a:cxn>
              <a:cxn ang="0">
                <a:pos x="csX1" y="csY1"/>
              </a:cxn>
              <a:cxn ang="0">
                <a:pos x="csX2" y="csY2"/>
              </a:cxn>
              <a:cxn ang="0">
                <a:pos x="csX3" y="csY3"/>
              </a:cxn>
              <a:cxn ang="0">
                <a:pos x="csX4" y="csY4"/>
              </a:cxn>
            </a:cxnLst>
            <a:rect l="l" t="t" r="r" b="b"/>
            <a:pathLst>
              <a:path w="723893" h="1120287" fill="none" extrusionOk="0">
                <a:moveTo>
                  <a:pt x="0" y="560144"/>
                </a:moveTo>
                <a:cubicBezTo>
                  <a:pt x="-4275" y="218006"/>
                  <a:pt x="161241" y="6306"/>
                  <a:pt x="361947" y="0"/>
                </a:cubicBezTo>
                <a:cubicBezTo>
                  <a:pt x="545784" y="-28608"/>
                  <a:pt x="747236" y="289015"/>
                  <a:pt x="723894" y="560144"/>
                </a:cubicBezTo>
                <a:cubicBezTo>
                  <a:pt x="742226" y="903357"/>
                  <a:pt x="557931" y="1110911"/>
                  <a:pt x="361947" y="1120288"/>
                </a:cubicBezTo>
                <a:cubicBezTo>
                  <a:pt x="135482" y="1116640"/>
                  <a:pt x="-30271" y="877625"/>
                  <a:pt x="0" y="560144"/>
                </a:cubicBezTo>
                <a:close/>
              </a:path>
              <a:path w="723893" h="1120287" stroke="0" extrusionOk="0">
                <a:moveTo>
                  <a:pt x="0" y="560144"/>
                </a:moveTo>
                <a:cubicBezTo>
                  <a:pt x="-1766" y="230629"/>
                  <a:pt x="125361" y="-31262"/>
                  <a:pt x="361947" y="0"/>
                </a:cubicBezTo>
                <a:cubicBezTo>
                  <a:pt x="567197" y="-19255"/>
                  <a:pt x="706624" y="228558"/>
                  <a:pt x="723894" y="560144"/>
                </a:cubicBezTo>
                <a:cubicBezTo>
                  <a:pt x="715492" y="892647"/>
                  <a:pt x="600618" y="1110536"/>
                  <a:pt x="361947" y="1120288"/>
                </a:cubicBezTo>
                <a:cubicBezTo>
                  <a:pt x="202916" y="1070941"/>
                  <a:pt x="-30498" y="849575"/>
                  <a:pt x="0" y="560144"/>
                </a:cubicBezTo>
                <a:close/>
              </a:path>
            </a:pathLst>
          </a:custGeom>
          <a:solidFill>
            <a:schemeClr val="accent2">
              <a:lumMod val="20000"/>
              <a:lumOff val="80000"/>
            </a:schemeClr>
          </a:solidFill>
          <a:ln w="28575">
            <a:solidFill>
              <a:srgbClr val="C00000"/>
            </a:solidFill>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4" name="Oval 3">
            <a:extLst>
              <a:ext uri="{FF2B5EF4-FFF2-40B4-BE49-F238E27FC236}">
                <a16:creationId xmlns:a16="http://schemas.microsoft.com/office/drawing/2014/main" id="{BA74D062-1FE6-92DF-D3BD-E6ECC325FD79}"/>
              </a:ext>
            </a:extLst>
          </p:cNvPr>
          <p:cNvSpPr/>
          <p:nvPr/>
        </p:nvSpPr>
        <p:spPr>
          <a:xfrm rot="-2040000">
            <a:off x="7249675" y="2714395"/>
            <a:ext cx="670289" cy="1432288"/>
          </a:xfrm>
          <a:custGeom>
            <a:avLst/>
            <a:gdLst>
              <a:gd name="csX0" fmla="*/ 0 w 670289"/>
              <a:gd name="csY0" fmla="*/ 716144 h 1432288"/>
              <a:gd name="csX1" fmla="*/ 335145 w 670289"/>
              <a:gd name="csY1" fmla="*/ 0 h 1432288"/>
              <a:gd name="csX2" fmla="*/ 670290 w 670289"/>
              <a:gd name="csY2" fmla="*/ 716144 h 1432288"/>
              <a:gd name="csX3" fmla="*/ 335145 w 670289"/>
              <a:gd name="csY3" fmla="*/ 1432288 h 1432288"/>
              <a:gd name="csX4" fmla="*/ 0 w 670289"/>
              <a:gd name="csY4" fmla="*/ 716144 h 1432288"/>
            </a:gdLst>
            <a:ahLst/>
            <a:cxnLst>
              <a:cxn ang="0">
                <a:pos x="csX0" y="csY0"/>
              </a:cxn>
              <a:cxn ang="0">
                <a:pos x="csX1" y="csY1"/>
              </a:cxn>
              <a:cxn ang="0">
                <a:pos x="csX2" y="csY2"/>
              </a:cxn>
              <a:cxn ang="0">
                <a:pos x="csX3" y="csY3"/>
              </a:cxn>
              <a:cxn ang="0">
                <a:pos x="csX4" y="csY4"/>
              </a:cxn>
            </a:cxnLst>
            <a:rect l="l" t="t" r="r" b="b"/>
            <a:pathLst>
              <a:path w="670289" h="1432288" fill="none" extrusionOk="0">
                <a:moveTo>
                  <a:pt x="0" y="716144"/>
                </a:moveTo>
                <a:cubicBezTo>
                  <a:pt x="-4909" y="282989"/>
                  <a:pt x="149451" y="4671"/>
                  <a:pt x="335145" y="0"/>
                </a:cubicBezTo>
                <a:cubicBezTo>
                  <a:pt x="479156" y="-73179"/>
                  <a:pt x="715206" y="394194"/>
                  <a:pt x="670290" y="716144"/>
                </a:cubicBezTo>
                <a:cubicBezTo>
                  <a:pt x="676417" y="1122974"/>
                  <a:pt x="509915" y="1407553"/>
                  <a:pt x="335145" y="1432288"/>
                </a:cubicBezTo>
                <a:cubicBezTo>
                  <a:pt x="137397" y="1430551"/>
                  <a:pt x="-44516" y="1123603"/>
                  <a:pt x="0" y="716144"/>
                </a:cubicBezTo>
                <a:close/>
              </a:path>
              <a:path w="670289" h="1432288" stroke="0" extrusionOk="0">
                <a:moveTo>
                  <a:pt x="0" y="716144"/>
                </a:moveTo>
                <a:cubicBezTo>
                  <a:pt x="-1593" y="302446"/>
                  <a:pt x="130692" y="-16495"/>
                  <a:pt x="335145" y="0"/>
                </a:cubicBezTo>
                <a:cubicBezTo>
                  <a:pt x="536846" y="-59747"/>
                  <a:pt x="621202" y="257453"/>
                  <a:pt x="670290" y="716144"/>
                </a:cubicBezTo>
                <a:cubicBezTo>
                  <a:pt x="657248" y="1147583"/>
                  <a:pt x="535028" y="1428569"/>
                  <a:pt x="335145" y="1432288"/>
                </a:cubicBezTo>
                <a:cubicBezTo>
                  <a:pt x="177178" y="1399531"/>
                  <a:pt x="-42805" y="1083690"/>
                  <a:pt x="0" y="716144"/>
                </a:cubicBezTo>
                <a:close/>
              </a:path>
            </a:pathLst>
          </a:custGeom>
          <a:solidFill>
            <a:schemeClr val="tx2">
              <a:lumMod val="10000"/>
              <a:lumOff val="90000"/>
            </a:schemeClr>
          </a:solidFill>
          <a:ln w="28575">
            <a:prstDash val="dash"/>
            <a:extLst>
              <a:ext uri="{C807C97D-BFC1-408E-A445-0C87EB9F89A2}">
                <ask:lineSketchStyleProps xmlns:ask="http://schemas.microsoft.com/office/drawing/2018/sketchyshapes" sd="726005481">
                  <a:prstGeom prst="ellipse">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a:extLst>
              <a:ext uri="{FF2B5EF4-FFF2-40B4-BE49-F238E27FC236}">
                <a16:creationId xmlns:a16="http://schemas.microsoft.com/office/drawing/2014/main" id="{A2BF1E60-03A5-E1A8-FBAA-FC4213825409}"/>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B9FA9FBE-45F7-53A0-E885-B88F844166BA}"/>
              </a:ext>
            </a:extLst>
          </p:cNvPr>
          <p:cNvSpPr>
            <a:spLocks noGrp="1"/>
          </p:cNvSpPr>
          <p:nvPr>
            <p:ph idx="1"/>
          </p:nvPr>
        </p:nvSpPr>
        <p:spPr>
          <a:xfrm>
            <a:off x="838200" y="1825625"/>
            <a:ext cx="4868636" cy="4351338"/>
          </a:xfrm>
        </p:spPr>
        <p:txBody>
          <a:bodyPr vert="horz" lIns="91440" tIns="45720" rIns="91440" bIns="45720" rtlCol="0" anchor="t">
            <a:normAutofit/>
          </a:bodyPr>
          <a:lstStyle/>
          <a:p>
            <a:pPr marL="0" indent="0">
              <a:buNone/>
            </a:pPr>
            <a:endParaRPr lang="en-GB" dirty="0"/>
          </a:p>
          <a:p>
            <a:pPr marL="0" indent="0">
              <a:buNone/>
            </a:pPr>
            <a:endParaRPr lang="en-GB" dirty="0"/>
          </a:p>
          <a:p>
            <a:pPr marL="0" indent="0">
              <a:buNone/>
            </a:pPr>
            <a:endParaRPr lang="en-GB" dirty="0"/>
          </a:p>
          <a:p>
            <a:pPr marL="0" indent="0">
              <a:buNone/>
            </a:pPr>
            <a:r>
              <a:rPr lang="en-GB" dirty="0"/>
              <a:t>Wouldn't it be nice if we could do the same with words and concepts...?</a:t>
            </a:r>
          </a:p>
        </p:txBody>
      </p:sp>
      <p:cxnSp>
        <p:nvCxnSpPr>
          <p:cNvPr id="8" name="Google Shape;103;p16">
            <a:extLst>
              <a:ext uri="{FF2B5EF4-FFF2-40B4-BE49-F238E27FC236}">
                <a16:creationId xmlns:a16="http://schemas.microsoft.com/office/drawing/2014/main" id="{D18BF232-B32E-9CC0-1082-6F54661EF8B8}"/>
              </a:ext>
            </a:extLst>
          </p:cNvPr>
          <p:cNvCxnSpPr/>
          <p:nvPr/>
        </p:nvCxnSpPr>
        <p:spPr>
          <a:xfrm rot="10800000">
            <a:off x="6558676" y="1309400"/>
            <a:ext cx="0" cy="4422426"/>
          </a:xfrm>
          <a:prstGeom prst="straightConnector1">
            <a:avLst/>
          </a:prstGeom>
          <a:noFill/>
          <a:ln w="28575" cap="flat" cmpd="sng">
            <a:solidFill>
              <a:schemeClr val="dk2"/>
            </a:solidFill>
            <a:prstDash val="solid"/>
            <a:round/>
            <a:headEnd type="none" w="med" len="med"/>
            <a:tailEnd type="triangle" w="med" len="med"/>
          </a:ln>
        </p:spPr>
      </p:cxnSp>
      <p:sp>
        <p:nvSpPr>
          <p:cNvPr id="9" name="Google Shape;105;p16">
            <a:extLst>
              <a:ext uri="{FF2B5EF4-FFF2-40B4-BE49-F238E27FC236}">
                <a16:creationId xmlns:a16="http://schemas.microsoft.com/office/drawing/2014/main" id="{D48CA7B3-2A6C-3070-F1A7-2FB90B311B4B}"/>
              </a:ext>
            </a:extLst>
          </p:cNvPr>
          <p:cNvSpPr txBox="1"/>
          <p:nvPr/>
        </p:nvSpPr>
        <p:spPr>
          <a:xfrm>
            <a:off x="11011276" y="5548849"/>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x</a:t>
            </a:r>
            <a:endParaRPr sz="2400" i="1">
              <a:solidFill>
                <a:schemeClr val="dk2"/>
              </a:solidFill>
              <a:latin typeface="Constantia"/>
              <a:ea typeface="Roboto Serif"/>
              <a:cs typeface="Roboto Serif"/>
              <a:sym typeface="Roboto Serif"/>
            </a:endParaRPr>
          </a:p>
        </p:txBody>
      </p:sp>
      <p:sp>
        <p:nvSpPr>
          <p:cNvPr id="10" name="Google Shape;106;p16">
            <a:extLst>
              <a:ext uri="{FF2B5EF4-FFF2-40B4-BE49-F238E27FC236}">
                <a16:creationId xmlns:a16="http://schemas.microsoft.com/office/drawing/2014/main" id="{CD9A5DDD-0853-A42E-9CF0-D80BFAC0A201}"/>
              </a:ext>
            </a:extLst>
          </p:cNvPr>
          <p:cNvSpPr txBox="1"/>
          <p:nvPr/>
        </p:nvSpPr>
        <p:spPr>
          <a:xfrm>
            <a:off x="6093083" y="1034972"/>
            <a:ext cx="314700" cy="27442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a:solidFill>
                  <a:schemeClr val="dk2"/>
                </a:solidFill>
                <a:latin typeface="Constantia"/>
                <a:ea typeface="Roboto Serif"/>
                <a:cs typeface="Roboto Serif"/>
                <a:sym typeface="Roboto Serif"/>
              </a:rPr>
              <a:t>y</a:t>
            </a:r>
            <a:endParaRPr sz="2400" i="1">
              <a:solidFill>
                <a:schemeClr val="dk2"/>
              </a:solidFill>
              <a:latin typeface="Constantia"/>
              <a:ea typeface="Roboto Serif"/>
              <a:cs typeface="Roboto Serif"/>
              <a:sym typeface="Roboto Serif"/>
            </a:endParaRPr>
          </a:p>
        </p:txBody>
      </p:sp>
      <p:cxnSp>
        <p:nvCxnSpPr>
          <p:cNvPr id="11" name="Google Shape;107;p16">
            <a:extLst>
              <a:ext uri="{FF2B5EF4-FFF2-40B4-BE49-F238E27FC236}">
                <a16:creationId xmlns:a16="http://schemas.microsoft.com/office/drawing/2014/main" id="{B44A7692-78D6-2188-F80A-265BF0C75BF3}"/>
              </a:ext>
            </a:extLst>
          </p:cNvPr>
          <p:cNvCxnSpPr/>
          <p:nvPr/>
        </p:nvCxnSpPr>
        <p:spPr>
          <a:xfrm rot="10800000" flipH="1">
            <a:off x="6558676" y="3749451"/>
            <a:ext cx="1412700" cy="1982375"/>
          </a:xfrm>
          <a:prstGeom prst="straightConnector1">
            <a:avLst/>
          </a:prstGeom>
          <a:noFill/>
          <a:ln w="28575" cap="flat" cmpd="sng">
            <a:solidFill>
              <a:schemeClr val="accent1"/>
            </a:solidFill>
            <a:prstDash val="solid"/>
            <a:round/>
            <a:headEnd type="none" w="med" len="med"/>
            <a:tailEnd type="triangle" w="med" len="med"/>
          </a:ln>
        </p:spPr>
      </p:cxnSp>
      <p:cxnSp>
        <p:nvCxnSpPr>
          <p:cNvPr id="12" name="Google Shape;108;p16">
            <a:extLst>
              <a:ext uri="{FF2B5EF4-FFF2-40B4-BE49-F238E27FC236}">
                <a16:creationId xmlns:a16="http://schemas.microsoft.com/office/drawing/2014/main" id="{F88CD167-94C8-49E3-0301-F340C14D3E46}"/>
              </a:ext>
            </a:extLst>
          </p:cNvPr>
          <p:cNvCxnSpPr/>
          <p:nvPr/>
        </p:nvCxnSpPr>
        <p:spPr>
          <a:xfrm rot="10800000" flipH="1">
            <a:off x="6558676" y="4733041"/>
            <a:ext cx="2164800" cy="998785"/>
          </a:xfrm>
          <a:prstGeom prst="straightConnector1">
            <a:avLst/>
          </a:prstGeom>
          <a:noFill/>
          <a:ln w="28575" cap="flat" cmpd="sng">
            <a:solidFill>
              <a:srgbClr val="980000"/>
            </a:solidFill>
            <a:prstDash val="solid"/>
            <a:round/>
            <a:headEnd type="none" w="med" len="med"/>
            <a:tailEnd type="triangle" w="med" len="med"/>
          </a:ln>
        </p:spPr>
      </p:cxnSp>
      <p:sp>
        <p:nvSpPr>
          <p:cNvPr id="13" name="Google Shape;109;p16">
            <a:extLst>
              <a:ext uri="{FF2B5EF4-FFF2-40B4-BE49-F238E27FC236}">
                <a16:creationId xmlns:a16="http://schemas.microsoft.com/office/drawing/2014/main" id="{246852EB-8D2A-EE56-D709-8F27103EEBEF}"/>
              </a:ext>
            </a:extLst>
          </p:cNvPr>
          <p:cNvSpPr txBox="1"/>
          <p:nvPr/>
        </p:nvSpPr>
        <p:spPr>
          <a:xfrm>
            <a:off x="7975126" y="3451957"/>
            <a:ext cx="2069372" cy="470588"/>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chemeClr val="accent1"/>
                </a:solidFill>
                <a:latin typeface="Constantia"/>
                <a:ea typeface="Roboto Serif"/>
                <a:cs typeface="Roboto Serif"/>
                <a:sym typeface="Roboto Serif"/>
              </a:rPr>
              <a:t>cat </a:t>
            </a:r>
            <a:r>
              <a:rPr lang="en-GB" sz="2400" dirty="0">
                <a:solidFill>
                  <a:schemeClr val="accent1"/>
                </a:solidFill>
                <a:latin typeface="Constantia"/>
                <a:ea typeface="Roboto Serif"/>
                <a:cs typeface="Roboto Serif"/>
                <a:sym typeface="Roboto Serif"/>
              </a:rPr>
              <a:t>[</a:t>
            </a:r>
            <a:r>
              <a:rPr lang="en-GB" sz="2400" i="1" dirty="0">
                <a:solidFill>
                  <a:schemeClr val="accent1"/>
                </a:solidFill>
                <a:latin typeface="Constantia"/>
                <a:ea typeface="Roboto Serif"/>
                <a:cs typeface="Roboto Serif"/>
                <a:sym typeface="Roboto Serif"/>
              </a:rPr>
              <a:t>x</a:t>
            </a:r>
            <a:r>
              <a:rPr lang="en-GB" sz="2400" i="1" baseline="-25000" dirty="0">
                <a:solidFill>
                  <a:schemeClr val="accent1"/>
                </a:solidFill>
                <a:latin typeface="Constantia"/>
                <a:ea typeface="Roboto Serif"/>
                <a:cs typeface="Roboto Serif"/>
                <a:sym typeface="Roboto Serif"/>
              </a:rPr>
              <a:t>1</a:t>
            </a:r>
            <a:r>
              <a:rPr lang="en-GB" sz="2400" i="1" dirty="0">
                <a:solidFill>
                  <a:schemeClr val="accent1"/>
                </a:solidFill>
                <a:latin typeface="Constantia"/>
                <a:ea typeface="Roboto Serif"/>
                <a:cs typeface="Roboto Serif"/>
                <a:sym typeface="Roboto Serif"/>
              </a:rPr>
              <a:t>, y</a:t>
            </a:r>
            <a:r>
              <a:rPr lang="en-GB" sz="2400" i="1" baseline="-25000" dirty="0">
                <a:solidFill>
                  <a:schemeClr val="accent1"/>
                </a:solidFill>
                <a:latin typeface="Constantia"/>
                <a:ea typeface="Roboto Serif"/>
                <a:cs typeface="Roboto Serif"/>
                <a:sym typeface="Roboto Serif"/>
              </a:rPr>
              <a:t>1</a:t>
            </a:r>
            <a:r>
              <a:rPr lang="en-GB" sz="2400" dirty="0">
                <a:solidFill>
                  <a:schemeClr val="accent1"/>
                </a:solidFill>
                <a:latin typeface="Constantia"/>
                <a:ea typeface="Roboto Serif"/>
                <a:cs typeface="Roboto Serif"/>
                <a:sym typeface="Roboto Serif"/>
              </a:rPr>
              <a:t>]</a:t>
            </a:r>
            <a:endParaRPr sz="2400" dirty="0">
              <a:solidFill>
                <a:schemeClr val="accent1"/>
              </a:solidFill>
              <a:latin typeface="Constantia"/>
              <a:ea typeface="Roboto Serif"/>
              <a:cs typeface="Roboto Serif"/>
              <a:sym typeface="Roboto Serif"/>
            </a:endParaRPr>
          </a:p>
        </p:txBody>
      </p:sp>
      <p:sp>
        <p:nvSpPr>
          <p:cNvPr id="14" name="Google Shape;110;p16">
            <a:extLst>
              <a:ext uri="{FF2B5EF4-FFF2-40B4-BE49-F238E27FC236}">
                <a16:creationId xmlns:a16="http://schemas.microsoft.com/office/drawing/2014/main" id="{57B90F29-AED9-3218-795E-537CD90AC971}"/>
              </a:ext>
            </a:extLst>
          </p:cNvPr>
          <p:cNvSpPr txBox="1"/>
          <p:nvPr/>
        </p:nvSpPr>
        <p:spPr>
          <a:xfrm>
            <a:off x="8724409" y="4507777"/>
            <a:ext cx="3248488" cy="443375"/>
          </a:xfrm>
          <a:prstGeom prst="rect">
            <a:avLst/>
          </a:prstGeom>
          <a:noFill/>
          <a:ln>
            <a:noFill/>
          </a:ln>
        </p:spPr>
        <p:txBody>
          <a:bodyPr spcFirstLastPara="1" wrap="square" lIns="121900" tIns="121900" rIns="121900" bIns="1219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lvl="0" indent="0" algn="l" rtl="0">
              <a:spcBef>
                <a:spcPts val="0"/>
              </a:spcBef>
              <a:spcAft>
                <a:spcPts val="0"/>
              </a:spcAft>
              <a:buNone/>
            </a:pPr>
            <a:r>
              <a:rPr lang="en-GB" sz="2400" i="1" dirty="0">
                <a:solidFill>
                  <a:srgbClr val="980000"/>
                </a:solidFill>
                <a:latin typeface="Constantia"/>
                <a:ea typeface="Roboto Serif"/>
                <a:cs typeface="Roboto Serif"/>
                <a:sym typeface="Roboto Serif"/>
              </a:rPr>
              <a:t>fluffy </a:t>
            </a:r>
            <a:r>
              <a:rPr lang="en-GB" sz="2400" dirty="0">
                <a:solidFill>
                  <a:srgbClr val="980000"/>
                </a:solidFill>
                <a:latin typeface="Constantia"/>
                <a:ea typeface="Roboto Serif"/>
                <a:cs typeface="Roboto Serif"/>
                <a:sym typeface="Roboto Serif"/>
              </a:rPr>
              <a:t>[</a:t>
            </a:r>
            <a:r>
              <a:rPr lang="en-GB" sz="2400" i="1" dirty="0">
                <a:solidFill>
                  <a:srgbClr val="980000"/>
                </a:solidFill>
                <a:latin typeface="Constantia"/>
                <a:ea typeface="Roboto Serif"/>
                <a:cs typeface="Roboto Serif"/>
                <a:sym typeface="Roboto Serif"/>
              </a:rPr>
              <a:t>x</a:t>
            </a:r>
            <a:r>
              <a:rPr lang="en-GB" sz="2400" i="1" baseline="-25000" dirty="0">
                <a:solidFill>
                  <a:srgbClr val="980000"/>
                </a:solidFill>
                <a:latin typeface="Constantia"/>
                <a:ea typeface="Roboto Serif"/>
                <a:cs typeface="Roboto Serif"/>
                <a:sym typeface="Roboto Serif"/>
              </a:rPr>
              <a:t>2</a:t>
            </a:r>
            <a:r>
              <a:rPr lang="en-GB" sz="2400" i="1" dirty="0">
                <a:solidFill>
                  <a:srgbClr val="980000"/>
                </a:solidFill>
                <a:latin typeface="Constantia"/>
                <a:ea typeface="Roboto Serif"/>
                <a:cs typeface="Roboto Serif"/>
                <a:sym typeface="Roboto Serif"/>
              </a:rPr>
              <a:t>, y</a:t>
            </a:r>
            <a:r>
              <a:rPr lang="en-GB" sz="2400" i="1" baseline="-25000" dirty="0">
                <a:solidFill>
                  <a:srgbClr val="980000"/>
                </a:solidFill>
                <a:latin typeface="Constantia"/>
                <a:ea typeface="Roboto Serif"/>
                <a:cs typeface="Roboto Serif"/>
                <a:sym typeface="Roboto Serif"/>
              </a:rPr>
              <a:t>2</a:t>
            </a:r>
            <a:r>
              <a:rPr lang="en-GB" sz="2400" dirty="0">
                <a:solidFill>
                  <a:srgbClr val="980000"/>
                </a:solidFill>
                <a:latin typeface="Constantia"/>
                <a:ea typeface="Roboto Serif"/>
                <a:cs typeface="Roboto Serif"/>
                <a:sym typeface="Roboto Serif"/>
              </a:rPr>
              <a:t>]</a:t>
            </a:r>
            <a:endParaRPr lang="en-US" sz="2400" dirty="0">
              <a:solidFill>
                <a:srgbClr val="980000"/>
              </a:solidFill>
              <a:latin typeface="Roboto Serif"/>
              <a:ea typeface="Roboto Serif"/>
              <a:cs typeface="Roboto Serif"/>
            </a:endParaRPr>
          </a:p>
        </p:txBody>
      </p:sp>
      <p:cxnSp>
        <p:nvCxnSpPr>
          <p:cNvPr id="23" name="Google Shape;55;p13">
            <a:extLst>
              <a:ext uri="{FF2B5EF4-FFF2-40B4-BE49-F238E27FC236}">
                <a16:creationId xmlns:a16="http://schemas.microsoft.com/office/drawing/2014/main" id="{1A03887B-DC57-B954-059E-784A1B19A718}"/>
              </a:ext>
            </a:extLst>
          </p:cNvPr>
          <p:cNvCxnSpPr/>
          <p:nvPr/>
        </p:nvCxnSpPr>
        <p:spPr>
          <a:xfrm flipV="1">
            <a:off x="6546601" y="5729629"/>
            <a:ext cx="4533898" cy="4395"/>
          </a:xfrm>
          <a:prstGeom prst="straightConnector1">
            <a:avLst/>
          </a:prstGeom>
          <a:noFill/>
          <a:ln w="28575" cap="flat" cmpd="sng">
            <a:solidFill>
              <a:schemeClr val="dk2"/>
            </a:solidFill>
            <a:prstDash val="solid"/>
            <a:round/>
            <a:headEnd type="none" w="med" len="med"/>
            <a:tailEnd type="triangle" w="med" len="med"/>
          </a:ln>
        </p:spPr>
      </p:cxnSp>
      <p:sp>
        <p:nvSpPr>
          <p:cNvPr id="6" name="TextBox 5">
            <a:extLst>
              <a:ext uri="{FF2B5EF4-FFF2-40B4-BE49-F238E27FC236}">
                <a16:creationId xmlns:a16="http://schemas.microsoft.com/office/drawing/2014/main" id="{BEB5F659-D94B-DAFA-9574-B1AAE0E9D1E6}"/>
              </a:ext>
            </a:extLst>
          </p:cNvPr>
          <p:cNvSpPr txBox="1"/>
          <p:nvPr/>
        </p:nvSpPr>
        <p:spPr>
          <a:xfrm>
            <a:off x="7034892" y="2462892"/>
            <a:ext cx="217033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cat-based animals</a:t>
            </a:r>
          </a:p>
        </p:txBody>
      </p:sp>
      <p:sp>
        <p:nvSpPr>
          <p:cNvPr id="25" name="TextBox 24">
            <a:extLst>
              <a:ext uri="{FF2B5EF4-FFF2-40B4-BE49-F238E27FC236}">
                <a16:creationId xmlns:a16="http://schemas.microsoft.com/office/drawing/2014/main" id="{832AFF85-DB34-785E-C44E-5D92A6C40068}"/>
              </a:ext>
            </a:extLst>
          </p:cNvPr>
          <p:cNvSpPr txBox="1"/>
          <p:nvPr/>
        </p:nvSpPr>
        <p:spPr>
          <a:xfrm>
            <a:off x="8573323" y="5294070"/>
            <a:ext cx="29187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texture-based adjectives</a:t>
            </a:r>
            <a:endParaRPr lang="en-US">
              <a:latin typeface="Comic Sans MS"/>
            </a:endParaRPr>
          </a:p>
        </p:txBody>
      </p:sp>
      <p:cxnSp>
        <p:nvCxnSpPr>
          <p:cNvPr id="27" name="Google Shape;79;p14">
            <a:extLst>
              <a:ext uri="{FF2B5EF4-FFF2-40B4-BE49-F238E27FC236}">
                <a16:creationId xmlns:a16="http://schemas.microsoft.com/office/drawing/2014/main" id="{F147015C-DF63-5286-B5AD-519586E406EA}"/>
              </a:ext>
            </a:extLst>
          </p:cNvPr>
          <p:cNvCxnSpPr/>
          <p:nvPr/>
        </p:nvCxnSpPr>
        <p:spPr>
          <a:xfrm rot="10800000" flipH="1">
            <a:off x="6572953" y="2765210"/>
            <a:ext cx="3571500" cy="2973724"/>
          </a:xfrm>
          <a:prstGeom prst="straightConnector1">
            <a:avLst/>
          </a:prstGeom>
          <a:noFill/>
          <a:ln w="28575" cap="flat" cmpd="sng">
            <a:solidFill>
              <a:srgbClr val="FF9900"/>
            </a:solidFill>
            <a:prstDash val="solid"/>
            <a:round/>
            <a:headEnd type="none" w="med" len="med"/>
            <a:tailEnd type="triangle" w="med" len="med"/>
          </a:ln>
        </p:spPr>
      </p:cxnSp>
      <p:sp>
        <p:nvSpPr>
          <p:cNvPr id="31" name="TextBox 30">
            <a:extLst>
              <a:ext uri="{FF2B5EF4-FFF2-40B4-BE49-F238E27FC236}">
                <a16:creationId xmlns:a16="http://schemas.microsoft.com/office/drawing/2014/main" id="{CA7B63CF-28A1-A53F-18DD-3792227088DB}"/>
              </a:ext>
            </a:extLst>
          </p:cNvPr>
          <p:cNvSpPr txBox="1"/>
          <p:nvPr/>
        </p:nvSpPr>
        <p:spPr>
          <a:xfrm>
            <a:off x="8856572" y="2052106"/>
            <a:ext cx="291873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latin typeface="Comic Sans MS"/>
              </a:rPr>
              <a:t>cat-based fluffy objects</a:t>
            </a:r>
          </a:p>
        </p:txBody>
      </p:sp>
    </p:spTree>
    <p:extLst>
      <p:ext uri="{BB962C8B-B14F-4D97-AF65-F5344CB8AC3E}">
        <p14:creationId xmlns:p14="http://schemas.microsoft.com/office/powerpoint/2010/main" val="2088032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animBg="1"/>
      <p:bldP spid="5" grpId="0" animBg="1"/>
      <p:bldP spid="4" grpId="0" animBg="1"/>
      <p:bldP spid="13" grpId="0"/>
      <p:bldP spid="14" grpId="0"/>
      <p:bldP spid="6" grpId="0"/>
      <p:bldP spid="25" grpId="0"/>
      <p:bldP spid="3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38FB9D-D75F-C9CF-5A52-21BF72A376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09D322-6572-7EBF-4CC1-EDCFC7AA0324}"/>
              </a:ext>
            </a:extLst>
          </p:cNvPr>
          <p:cNvSpPr>
            <a:spLocks noGrp="1"/>
          </p:cNvSpPr>
          <p:nvPr>
            <p:ph type="title"/>
          </p:nvPr>
        </p:nvSpPr>
        <p:spPr/>
        <p:txBody>
          <a:bodyPr/>
          <a:lstStyle/>
          <a:p>
            <a:r>
              <a:rPr lang="en-GB" dirty="0"/>
              <a:t>Vectors</a:t>
            </a:r>
          </a:p>
        </p:txBody>
      </p:sp>
      <p:sp>
        <p:nvSpPr>
          <p:cNvPr id="3" name="Content Placeholder 2">
            <a:extLst>
              <a:ext uri="{FF2B5EF4-FFF2-40B4-BE49-F238E27FC236}">
                <a16:creationId xmlns:a16="http://schemas.microsoft.com/office/drawing/2014/main" id="{72B44737-77EA-003B-ADA4-4C6726260322}"/>
              </a:ext>
            </a:extLst>
          </p:cNvPr>
          <p:cNvSpPr>
            <a:spLocks noGrp="1"/>
          </p:cNvSpPr>
          <p:nvPr>
            <p:ph idx="1"/>
          </p:nvPr>
        </p:nvSpPr>
        <p:spPr/>
        <p:txBody>
          <a:bodyPr vert="horz" lIns="91440" tIns="45720" rIns="91440" bIns="45720" rtlCol="0" anchor="ctr">
            <a:normAutofit/>
          </a:bodyPr>
          <a:lstStyle/>
          <a:p>
            <a:pPr marL="0" indent="0" algn="ctr">
              <a:buNone/>
            </a:pPr>
            <a:r>
              <a:rPr lang="en-GB" i="1" dirty="0"/>
              <a:t>So how can we convert the tokenized text into vectors?</a:t>
            </a:r>
            <a:endParaRPr lang="en-US" i="1" dirty="0"/>
          </a:p>
        </p:txBody>
      </p:sp>
    </p:spTree>
    <p:extLst>
      <p:ext uri="{BB962C8B-B14F-4D97-AF65-F5344CB8AC3E}">
        <p14:creationId xmlns:p14="http://schemas.microsoft.com/office/powerpoint/2010/main" val="345400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362197-049D-75D8-7E36-3B0CF459F4CD}"/>
              </a:ext>
            </a:extLst>
          </p:cNvPr>
          <p:cNvSpPr>
            <a:spLocks noGrp="1"/>
          </p:cNvSpPr>
          <p:nvPr>
            <p:ph type="title"/>
          </p:nvPr>
        </p:nvSpPr>
        <p:spPr/>
        <p:txBody>
          <a:bodyPr/>
          <a:lstStyle/>
          <a:p>
            <a:r>
              <a:rPr lang="en-GB" dirty="0"/>
              <a:t>Embeddings</a:t>
            </a:r>
          </a:p>
        </p:txBody>
      </p:sp>
      <p:sp>
        <p:nvSpPr>
          <p:cNvPr id="3" name="Content Placeholder 2">
            <a:extLst>
              <a:ext uri="{FF2B5EF4-FFF2-40B4-BE49-F238E27FC236}">
                <a16:creationId xmlns:a16="http://schemas.microsoft.com/office/drawing/2014/main" id="{237FBAAB-CDA1-22BF-507B-D3D60BD0D132}"/>
              </a:ext>
            </a:extLst>
          </p:cNvPr>
          <p:cNvSpPr>
            <a:spLocks noGrp="1"/>
          </p:cNvSpPr>
          <p:nvPr>
            <p:ph idx="1"/>
          </p:nvPr>
        </p:nvSpPr>
        <p:spPr/>
        <p:txBody>
          <a:bodyPr vert="horz" lIns="91440" tIns="45720" rIns="91440" bIns="45720" rtlCol="0" anchor="t">
            <a:normAutofit/>
          </a:bodyPr>
          <a:lstStyle/>
          <a:p>
            <a:pPr marL="0" indent="0">
              <a:buNone/>
            </a:pPr>
            <a:r>
              <a:rPr lang="en-US" sz="2400" dirty="0">
                <a:latin typeface="Aptos"/>
                <a:cs typeface="Segoe UI"/>
              </a:rPr>
              <a:t>Suppose we have the following "corpus" and corresponding token mapping</a:t>
            </a:r>
          </a:p>
          <a:p>
            <a:pPr marL="0" indent="0">
              <a:buNone/>
            </a:pPr>
            <a:endParaRPr lang="en-US" sz="1900" dirty="0">
              <a:solidFill>
                <a:srgbClr val="404040"/>
              </a:solidFill>
              <a:latin typeface="Consolas"/>
              <a:cs typeface="Segoe UI"/>
            </a:endParaRPr>
          </a:p>
          <a:p>
            <a:pPr marL="0" indent="0">
              <a:buNone/>
            </a:pPr>
            <a:r>
              <a:rPr lang="en-US" sz="1900" dirty="0">
                <a:solidFill>
                  <a:srgbClr val="404040"/>
                </a:solidFill>
                <a:latin typeface="Consolas"/>
                <a:cs typeface="Segoe UI"/>
              </a:rPr>
              <a:t>[</a:t>
            </a:r>
            <a:endParaRPr lang="en-US" sz="1900" dirty="0">
              <a:latin typeface="Consolas"/>
              <a:cs typeface="Segoe UI"/>
            </a:endParaRPr>
          </a:p>
          <a:p>
            <a:pPr marL="0" indent="0">
              <a:buNone/>
            </a:pPr>
            <a:r>
              <a:rPr lang="en-US" sz="1900" dirty="0">
                <a:solidFill>
                  <a:srgbClr val="C00000"/>
                </a:solidFill>
                <a:latin typeface="Consolas"/>
                <a:cs typeface="Segoe UI"/>
              </a:rPr>
              <a:t>  "the cat sat on the mat"</a:t>
            </a:r>
            <a:r>
              <a:rPr lang="en-US" sz="1900" dirty="0">
                <a:solidFill>
                  <a:srgbClr val="404040"/>
                </a:solidFill>
                <a:latin typeface="Consolas"/>
                <a:cs typeface="Segoe UI"/>
              </a:rPr>
              <a:t>,</a:t>
            </a:r>
            <a:endParaRPr lang="en-US" sz="1900">
              <a:latin typeface="Consolas"/>
              <a:cs typeface="Segoe UI"/>
            </a:endParaRPr>
          </a:p>
          <a:p>
            <a:pPr marL="0" indent="0">
              <a:buNone/>
            </a:pPr>
            <a:r>
              <a:rPr lang="en-US" sz="1900" dirty="0">
                <a:solidFill>
                  <a:srgbClr val="C00000"/>
                </a:solidFill>
                <a:latin typeface="Consolas"/>
                <a:cs typeface="Segoe UI"/>
              </a:rPr>
              <a:t>  "the dog sat on the mat"</a:t>
            </a:r>
            <a:r>
              <a:rPr lang="en-US" sz="1900" dirty="0">
                <a:solidFill>
                  <a:srgbClr val="404040"/>
                </a:solidFill>
                <a:latin typeface="Consolas"/>
                <a:cs typeface="Segoe UI"/>
              </a:rPr>
              <a:t>,</a:t>
            </a:r>
            <a:endParaRPr lang="en-US" sz="1900" dirty="0">
              <a:latin typeface="Consolas"/>
              <a:cs typeface="Segoe UI"/>
            </a:endParaRPr>
          </a:p>
          <a:p>
            <a:pPr marL="0" indent="0">
              <a:buNone/>
            </a:pPr>
            <a:r>
              <a:rPr lang="en-US" sz="1900" dirty="0">
                <a:solidFill>
                  <a:srgbClr val="C00000"/>
                </a:solidFill>
                <a:latin typeface="Consolas"/>
                <a:cs typeface="Segoe UI"/>
              </a:rPr>
              <a:t>  "the cat sat on the dog"</a:t>
            </a:r>
            <a:r>
              <a:rPr lang="en-US" sz="1900" dirty="0">
                <a:solidFill>
                  <a:srgbClr val="404040"/>
                </a:solidFill>
                <a:latin typeface="Consolas"/>
                <a:cs typeface="Segoe UI"/>
              </a:rPr>
              <a:t>,</a:t>
            </a:r>
            <a:endParaRPr lang="en-US" sz="1900" dirty="0">
              <a:latin typeface="Consolas"/>
              <a:cs typeface="Segoe UI"/>
            </a:endParaRPr>
          </a:p>
          <a:p>
            <a:pPr marL="0" indent="0">
              <a:buNone/>
            </a:pPr>
            <a:r>
              <a:rPr lang="en-US" sz="1900" dirty="0">
                <a:solidFill>
                  <a:srgbClr val="404040"/>
                </a:solidFill>
                <a:latin typeface="Consolas"/>
                <a:cs typeface="Segoe UI"/>
              </a:rPr>
              <a:t>]</a:t>
            </a:r>
            <a:endParaRPr lang="en-US" sz="1900" dirty="0">
              <a:latin typeface="Consolas"/>
              <a:cs typeface="Segoe UI"/>
            </a:endParaRPr>
          </a:p>
          <a:p>
            <a:pPr marL="0" indent="0">
              <a:buNone/>
            </a:pPr>
            <a:endParaRPr lang="en-US" sz="1900" dirty="0">
              <a:latin typeface="Consolas"/>
              <a:cs typeface="Helvetica"/>
            </a:endParaRPr>
          </a:p>
          <a:p>
            <a:pPr marL="0" indent="0">
              <a:buNone/>
            </a:pPr>
            <a:r>
              <a:rPr lang="en-GB" sz="1900" dirty="0">
                <a:solidFill>
                  <a:schemeClr val="tx1">
                    <a:lumMod val="75000"/>
                    <a:lumOff val="25000"/>
                  </a:schemeClr>
                </a:solidFill>
                <a:latin typeface="Consolas"/>
                <a:cs typeface="Segoe UI"/>
              </a:rPr>
              <a:t>{</a:t>
            </a:r>
            <a:r>
              <a:rPr lang="en-GB" sz="1900" dirty="0">
                <a:solidFill>
                  <a:srgbClr val="C00000"/>
                </a:solidFill>
                <a:latin typeface="Consolas"/>
                <a:cs typeface="Segoe UI"/>
              </a:rPr>
              <a:t>'</a:t>
            </a:r>
            <a:r>
              <a:rPr lang="en-GB" sz="1900" dirty="0">
                <a:solidFill>
                  <a:srgbClr val="BA2121"/>
                </a:solidFill>
                <a:latin typeface="Consolas"/>
                <a:cs typeface="Segoe UI"/>
              </a:rPr>
              <a:t>the'</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0</a:t>
            </a:r>
            <a:r>
              <a:rPr lang="en-GB" sz="1900" dirty="0">
                <a:solidFill>
                  <a:schemeClr val="tx1">
                    <a:lumMod val="75000"/>
                    <a:lumOff val="25000"/>
                  </a:schemeClr>
                </a:solidFill>
                <a:latin typeface="Consolas"/>
                <a:cs typeface="Segoe UI"/>
              </a:rPr>
              <a:t>, </a:t>
            </a:r>
            <a:r>
              <a:rPr lang="en-GB" sz="1900" dirty="0">
                <a:solidFill>
                  <a:srgbClr val="C00000"/>
                </a:solidFill>
                <a:latin typeface="Consolas"/>
                <a:cs typeface="Segoe UI"/>
              </a:rPr>
              <a:t>'</a:t>
            </a:r>
            <a:r>
              <a:rPr lang="en-GB" sz="1900" dirty="0">
                <a:solidFill>
                  <a:srgbClr val="BA2121"/>
                </a:solidFill>
                <a:latin typeface="Consolas"/>
                <a:cs typeface="Segoe UI"/>
              </a:rPr>
              <a:t>cat'</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1</a:t>
            </a:r>
            <a:r>
              <a:rPr lang="en-GB" sz="1900" dirty="0">
                <a:solidFill>
                  <a:schemeClr val="tx1">
                    <a:lumMod val="75000"/>
                    <a:lumOff val="25000"/>
                  </a:schemeClr>
                </a:solidFill>
                <a:latin typeface="Consolas"/>
                <a:cs typeface="Segoe UI"/>
              </a:rPr>
              <a:t>, </a:t>
            </a:r>
            <a:r>
              <a:rPr lang="en-GB" sz="1900" dirty="0">
                <a:solidFill>
                  <a:srgbClr val="C00000"/>
                </a:solidFill>
                <a:latin typeface="Consolas"/>
                <a:cs typeface="Segoe UI"/>
              </a:rPr>
              <a:t>'</a:t>
            </a:r>
            <a:r>
              <a:rPr lang="en-GB" sz="1900" dirty="0">
                <a:solidFill>
                  <a:srgbClr val="BA2121"/>
                </a:solidFill>
                <a:latin typeface="Consolas"/>
                <a:cs typeface="Segoe UI"/>
              </a:rPr>
              <a:t>sat'</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2</a:t>
            </a:r>
            <a:r>
              <a:rPr lang="en-GB" sz="1900" dirty="0">
                <a:solidFill>
                  <a:schemeClr val="tx1">
                    <a:lumMod val="75000"/>
                    <a:lumOff val="25000"/>
                  </a:schemeClr>
                </a:solidFill>
                <a:latin typeface="Consolas"/>
                <a:cs typeface="Segoe UI"/>
              </a:rPr>
              <a:t>, </a:t>
            </a:r>
            <a:r>
              <a:rPr lang="en-GB" sz="1900" dirty="0">
                <a:solidFill>
                  <a:srgbClr val="C00000"/>
                </a:solidFill>
                <a:latin typeface="Consolas"/>
                <a:cs typeface="Segoe UI"/>
              </a:rPr>
              <a:t>'</a:t>
            </a:r>
            <a:r>
              <a:rPr lang="en-GB" sz="1900" dirty="0">
                <a:solidFill>
                  <a:srgbClr val="BA2121"/>
                </a:solidFill>
                <a:latin typeface="Consolas"/>
                <a:cs typeface="Segoe UI"/>
              </a:rPr>
              <a:t>on'</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3</a:t>
            </a:r>
            <a:r>
              <a:rPr lang="en-GB" sz="1900" dirty="0">
                <a:solidFill>
                  <a:schemeClr val="tx1">
                    <a:lumMod val="75000"/>
                    <a:lumOff val="25000"/>
                  </a:schemeClr>
                </a:solidFill>
                <a:latin typeface="Consolas"/>
                <a:cs typeface="Segoe UI"/>
              </a:rPr>
              <a:t>, </a:t>
            </a:r>
            <a:r>
              <a:rPr lang="en-GB" sz="1900" dirty="0">
                <a:solidFill>
                  <a:srgbClr val="C00000"/>
                </a:solidFill>
                <a:latin typeface="Consolas"/>
                <a:cs typeface="Segoe UI"/>
              </a:rPr>
              <a:t>'</a:t>
            </a:r>
            <a:r>
              <a:rPr lang="en-GB" sz="1900" dirty="0">
                <a:solidFill>
                  <a:srgbClr val="BA2121"/>
                </a:solidFill>
                <a:latin typeface="Consolas"/>
                <a:cs typeface="Segoe UI"/>
              </a:rPr>
              <a:t>ma</a:t>
            </a:r>
            <a:r>
              <a:rPr lang="en-GB" sz="1900" dirty="0">
                <a:solidFill>
                  <a:srgbClr val="C00000"/>
                </a:solidFill>
                <a:latin typeface="Consolas"/>
                <a:cs typeface="Segoe UI"/>
              </a:rPr>
              <a:t>t</a:t>
            </a:r>
            <a:r>
              <a:rPr lang="en-GB" sz="1900" dirty="0">
                <a:solidFill>
                  <a:srgbClr val="BA2121"/>
                </a:solidFill>
                <a:latin typeface="Consolas"/>
                <a:cs typeface="Segoe UI"/>
              </a:rPr>
              <a:t>'</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4</a:t>
            </a:r>
            <a:r>
              <a:rPr lang="en-GB" sz="1900" dirty="0">
                <a:solidFill>
                  <a:schemeClr val="tx1">
                    <a:lumMod val="75000"/>
                    <a:lumOff val="25000"/>
                  </a:schemeClr>
                </a:solidFill>
                <a:latin typeface="Consolas"/>
                <a:cs typeface="Segoe UI"/>
              </a:rPr>
              <a:t>,</a:t>
            </a:r>
            <a:r>
              <a:rPr lang="en-GB" sz="1900" dirty="0">
                <a:solidFill>
                  <a:srgbClr val="BA2121"/>
                </a:solidFill>
                <a:latin typeface="Consolas"/>
                <a:cs typeface="Segoe UI"/>
              </a:rPr>
              <a:t> 'dog'</a:t>
            </a:r>
            <a:r>
              <a:rPr lang="en-GB" sz="1900" dirty="0">
                <a:solidFill>
                  <a:schemeClr val="tx1">
                    <a:lumMod val="75000"/>
                    <a:lumOff val="25000"/>
                  </a:schemeClr>
                </a:solidFill>
                <a:latin typeface="Consolas"/>
                <a:cs typeface="Segoe UI"/>
              </a:rPr>
              <a:t> : </a:t>
            </a:r>
            <a:r>
              <a:rPr lang="en-GB" sz="1900" dirty="0">
                <a:solidFill>
                  <a:srgbClr val="008800"/>
                </a:solidFill>
                <a:latin typeface="Consolas"/>
                <a:cs typeface="Segoe UI"/>
              </a:rPr>
              <a:t>5</a:t>
            </a:r>
            <a:r>
              <a:rPr lang="en-GB" sz="1900" dirty="0">
                <a:solidFill>
                  <a:schemeClr val="tx1">
                    <a:lumMod val="75000"/>
                    <a:lumOff val="25000"/>
                  </a:schemeClr>
                </a:solidFill>
                <a:latin typeface="Consolas"/>
                <a:cs typeface="Segoe UI"/>
              </a:rPr>
              <a:t>}</a:t>
            </a:r>
            <a:endParaRPr lang="en-GB" dirty="0">
              <a:solidFill>
                <a:schemeClr val="tx1">
                  <a:lumMod val="75000"/>
                  <a:lumOff val="25000"/>
                </a:schemeClr>
              </a:solidFill>
              <a:latin typeface="Consolas"/>
            </a:endParaRPr>
          </a:p>
        </p:txBody>
      </p:sp>
    </p:spTree>
    <p:extLst>
      <p:ext uri="{BB962C8B-B14F-4D97-AF65-F5344CB8AC3E}">
        <p14:creationId xmlns:p14="http://schemas.microsoft.com/office/powerpoint/2010/main" val="286706634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9DF227-91D7-F5F4-EF4B-D8B320609F01}"/>
              </a:ext>
            </a:extLst>
          </p:cNvPr>
          <p:cNvSpPr>
            <a:spLocks noGrp="1"/>
          </p:cNvSpPr>
          <p:nvPr>
            <p:ph type="title"/>
          </p:nvPr>
        </p:nvSpPr>
        <p:spPr/>
        <p:txBody>
          <a:bodyPr/>
          <a:lstStyle/>
          <a:p>
            <a:r>
              <a:rPr lang="en-GB" dirty="0"/>
              <a:t>One-hot encoding</a:t>
            </a:r>
          </a:p>
        </p:txBody>
      </p:sp>
      <p:sp>
        <p:nvSpPr>
          <p:cNvPr id="3" name="Content Placeholder 2">
            <a:extLst>
              <a:ext uri="{FF2B5EF4-FFF2-40B4-BE49-F238E27FC236}">
                <a16:creationId xmlns:a16="http://schemas.microsoft.com/office/drawing/2014/main" id="{5E088D95-3044-0FF7-7C4C-2C67B92BFC35}"/>
              </a:ext>
            </a:extLst>
          </p:cNvPr>
          <p:cNvSpPr>
            <a:spLocks noGrp="1"/>
          </p:cNvSpPr>
          <p:nvPr>
            <p:ph idx="1"/>
          </p:nvPr>
        </p:nvSpPr>
        <p:spPr/>
        <p:txBody>
          <a:bodyPr vert="horz" lIns="91440" tIns="45720" rIns="91440" bIns="45720" rtlCol="0" anchor="t">
            <a:normAutofit/>
          </a:bodyPr>
          <a:lstStyle/>
          <a:p>
            <a:pPr marL="0" indent="0">
              <a:buNone/>
            </a:pPr>
            <a:r>
              <a:rPr lang="en-GB" dirty="0"/>
              <a:t>We have 6 unique words</a:t>
            </a:r>
            <a:endParaRPr lang="en-US"/>
          </a:p>
          <a:p>
            <a:pPr marL="0" indent="0">
              <a:buNone/>
            </a:pPr>
            <a:r>
              <a:rPr lang="en-GB" dirty="0"/>
              <a:t>We can therefore make unique vectors for each word, with 6 elements each</a:t>
            </a:r>
          </a:p>
          <a:p>
            <a:pPr marL="0" indent="0">
              <a:buNone/>
            </a:pPr>
            <a:endParaRPr lang="en-GB" dirty="0"/>
          </a:p>
          <a:p>
            <a:pPr marL="0" indent="0">
              <a:buNone/>
            </a:pPr>
            <a:endParaRPr lang="en-GB" dirty="0"/>
          </a:p>
        </p:txBody>
      </p:sp>
      <p:sp>
        <p:nvSpPr>
          <p:cNvPr id="5" name="Text Placeholder 3">
            <a:extLst>
              <a:ext uri="{FF2B5EF4-FFF2-40B4-BE49-F238E27FC236}">
                <a16:creationId xmlns:a16="http://schemas.microsoft.com/office/drawing/2014/main" id="{1A7AD6DA-2597-E563-8F42-20AADE6F5A14}"/>
              </a:ext>
            </a:extLst>
          </p:cNvPr>
          <p:cNvSpPr>
            <a:spLocks noGrp="1"/>
          </p:cNvSpPr>
          <p:nvPr/>
        </p:nvSpPr>
        <p:spPr>
          <a:xfrm>
            <a:off x="4796076" y="3429385"/>
            <a:ext cx="2602131" cy="2355407"/>
          </a:xfrm>
          <a:prstGeom prst="rect">
            <a:avLst/>
          </a:prstGeom>
        </p:spPr>
        <p:txBody>
          <a:bodyPr vert="horz" lIns="91440" tIns="45720" rIns="91440" bIns="45720" rtlCol="0">
            <a:normAutofit/>
          </a:bodyPr>
          <a:lstStyle>
            <a:defPPr>
              <a:defRPr lang="en-GB"/>
            </a:defPPr>
            <a:lvl1pPr marL="380990" indent="-380990" algn="l" defTabSz="914400" rtl="0" eaLnBrk="1" latinLnBrk="0" hangingPunct="1">
              <a:lnSpc>
                <a:spcPct val="90000"/>
              </a:lnSpc>
              <a:spcBef>
                <a:spcPts val="1000"/>
              </a:spcBef>
              <a:buClr>
                <a:srgbClr val="235EE2"/>
              </a:buClr>
              <a:buSzPct val="70000"/>
              <a:buFont typeface="Courier New"/>
              <a:buChar char="o"/>
              <a:defRPr sz="1867" kern="1200" baseline="0">
                <a:solidFill>
                  <a:schemeClr val="tx1">
                    <a:lumMod val="75000"/>
                    <a:lumOff val="25000"/>
                  </a:schemeClr>
                </a:solidFill>
                <a:latin typeface="Helvetica"/>
                <a:ea typeface="+mn-ea"/>
                <a:cs typeface="Helvetica"/>
              </a:defRPr>
            </a:lvl1pPr>
            <a:lvl2pPr marL="685800" indent="-228600" algn="l" defTabSz="914400" rtl="0" eaLnBrk="1" latinLnBrk="0" hangingPunct="1">
              <a:lnSpc>
                <a:spcPct val="90000"/>
              </a:lnSpc>
              <a:spcBef>
                <a:spcPts val="500"/>
              </a:spcBef>
              <a:buClr>
                <a:srgbClr val="235EE2"/>
              </a:buClr>
              <a:buSzPct val="70000"/>
              <a:buFont typeface="Arial" panose="020B0604020202020204" pitchFamily="34" charset="0"/>
              <a:buChar char="•"/>
              <a:defRPr sz="1600" kern="1200" baseline="0">
                <a:solidFill>
                  <a:schemeClr val="tx1">
                    <a:lumMod val="65000"/>
                    <a:lumOff val="35000"/>
                  </a:schemeClr>
                </a:solidFill>
                <a:latin typeface="Helvetica Light"/>
                <a:ea typeface="+mn-ea"/>
                <a:cs typeface="Helvetica Light"/>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venir Heavy"/>
                <a:ea typeface="+mn-ea"/>
                <a:cs typeface="Avenir Heavy"/>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venir Heavy"/>
                <a:ea typeface="+mn-ea"/>
                <a:cs typeface="Avenir Heavy"/>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GB" b="1" dirty="0"/>
              <a:t>'the’  :</a:t>
            </a:r>
            <a:r>
              <a:rPr lang="en-GB" dirty="0"/>
              <a:t> [1, 0, 0, 0, 0, 0]</a:t>
            </a:r>
          </a:p>
          <a:p>
            <a:pPr marL="0" indent="0">
              <a:buNone/>
            </a:pPr>
            <a:r>
              <a:rPr lang="en-GB" b="1" dirty="0"/>
              <a:t>'cat’  :</a:t>
            </a:r>
            <a:r>
              <a:rPr lang="en-GB" dirty="0"/>
              <a:t> [0, 1, 0, 0, 0, 0]</a:t>
            </a:r>
          </a:p>
          <a:p>
            <a:pPr marL="0" indent="0">
              <a:buNone/>
            </a:pPr>
            <a:r>
              <a:rPr lang="en-GB" b="1" dirty="0"/>
              <a:t>'sat’  :</a:t>
            </a:r>
            <a:r>
              <a:rPr lang="en-GB" dirty="0"/>
              <a:t> [0, 0, 1, 0, 0, 0]</a:t>
            </a:r>
          </a:p>
          <a:p>
            <a:pPr marL="0" indent="0">
              <a:buNone/>
            </a:pPr>
            <a:r>
              <a:rPr lang="en-GB" b="1" dirty="0"/>
              <a:t>'on’   :</a:t>
            </a:r>
            <a:r>
              <a:rPr lang="en-GB" dirty="0"/>
              <a:t> [0, 0, 0, 1, 0, 0] </a:t>
            </a:r>
          </a:p>
          <a:p>
            <a:pPr marL="0" indent="0">
              <a:buNone/>
            </a:pPr>
            <a:r>
              <a:rPr lang="en-GB" b="1" dirty="0"/>
              <a:t>'mat' :</a:t>
            </a:r>
            <a:r>
              <a:rPr lang="en-GB" dirty="0"/>
              <a:t> [0, 0, 0, 0, 1, 0]</a:t>
            </a:r>
          </a:p>
          <a:p>
            <a:pPr marL="0" indent="0">
              <a:buNone/>
            </a:pPr>
            <a:r>
              <a:rPr lang="en-GB" b="1" dirty="0"/>
              <a:t>'dog' :</a:t>
            </a:r>
            <a:r>
              <a:rPr lang="en-GB" dirty="0"/>
              <a:t> [0, 0, 0, 0, 0, 1]</a:t>
            </a:r>
            <a:endParaRPr lang="en-US" dirty="0"/>
          </a:p>
        </p:txBody>
      </p:sp>
    </p:spTree>
    <p:extLst>
      <p:ext uri="{BB962C8B-B14F-4D97-AF65-F5344CB8AC3E}">
        <p14:creationId xmlns:p14="http://schemas.microsoft.com/office/powerpoint/2010/main" val="9494103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7FED4-868A-16E8-9B2F-95E9A497D21A}"/>
              </a:ext>
            </a:extLst>
          </p:cNvPr>
          <p:cNvSpPr>
            <a:spLocks noGrp="1"/>
          </p:cNvSpPr>
          <p:nvPr>
            <p:ph type="title"/>
          </p:nvPr>
        </p:nvSpPr>
        <p:spPr/>
        <p:txBody>
          <a:bodyPr/>
          <a:lstStyle/>
          <a:p>
            <a:r>
              <a:rPr lang="en-GB" dirty="0"/>
              <a:t>One-hot encodings</a:t>
            </a:r>
          </a:p>
        </p:txBody>
      </p:sp>
      <p:pic>
        <p:nvPicPr>
          <p:cNvPr id="7" name="Picture 6">
            <a:extLst>
              <a:ext uri="{FF2B5EF4-FFF2-40B4-BE49-F238E27FC236}">
                <a16:creationId xmlns:a16="http://schemas.microsoft.com/office/drawing/2014/main" id="{4EF5B9DE-046D-1B5D-8404-B8D6A4AA94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733353" y="2412486"/>
            <a:ext cx="2892612" cy="2892612"/>
          </a:xfrm>
          <a:prstGeom prst="rect">
            <a:avLst/>
          </a:prstGeom>
          <a:noFill/>
          <a:extLst>
            <a:ext uri="{909E8E84-426E-40DD-AFC4-6F175D3DCCD1}">
              <a14:hiddenFill xmlns:a14="http://schemas.microsoft.com/office/drawing/2010/main">
                <a:solidFill>
                  <a:srgbClr val="FFFFFF"/>
                </a:solidFill>
              </a14:hiddenFill>
            </a:ext>
          </a:extLst>
        </p:spPr>
      </p:pic>
      <p:sp>
        <p:nvSpPr>
          <p:cNvPr id="8" name="Right Arrow 5">
            <a:extLst>
              <a:ext uri="{FF2B5EF4-FFF2-40B4-BE49-F238E27FC236}">
                <a16:creationId xmlns:a16="http://schemas.microsoft.com/office/drawing/2014/main" id="{53B7F66F-DBF1-0E96-D14D-4D12C98AA68C}"/>
              </a:ext>
            </a:extLst>
          </p:cNvPr>
          <p:cNvSpPr/>
          <p:nvPr/>
        </p:nvSpPr>
        <p:spPr>
          <a:xfrm>
            <a:off x="6094617" y="3691654"/>
            <a:ext cx="1277471" cy="32769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aphicFrame>
        <p:nvGraphicFramePr>
          <p:cNvPr id="10" name="Table 9">
            <a:extLst>
              <a:ext uri="{FF2B5EF4-FFF2-40B4-BE49-F238E27FC236}">
                <a16:creationId xmlns:a16="http://schemas.microsoft.com/office/drawing/2014/main" id="{24AEDDF4-C665-D0A7-279B-28DC8E278877}"/>
              </a:ext>
            </a:extLst>
          </p:cNvPr>
          <p:cNvGraphicFramePr>
            <a:graphicFrameLocks noGrp="1"/>
          </p:cNvGraphicFramePr>
          <p:nvPr>
            <p:extLst>
              <p:ext uri="{D42A27DB-BD31-4B8C-83A1-F6EECF244321}">
                <p14:modId xmlns:p14="http://schemas.microsoft.com/office/powerpoint/2010/main" val="1672719688"/>
              </p:ext>
            </p:extLst>
          </p:nvPr>
        </p:nvGraphicFramePr>
        <p:xfrm>
          <a:off x="3174085" y="2746489"/>
          <a:ext cx="2919052" cy="2228850"/>
        </p:xfrm>
        <a:graphic>
          <a:graphicData uri="http://schemas.openxmlformats.org/drawingml/2006/table">
            <a:tbl>
              <a:tblPr bandRow="1">
                <a:tableStyleId>{5C22544A-7EE6-4342-B048-85BDC9FD1C3A}</a:tableStyleId>
              </a:tblPr>
              <a:tblGrid>
                <a:gridCol w="616726">
                  <a:extLst>
                    <a:ext uri="{9D8B030D-6E8A-4147-A177-3AD203B41FA5}">
                      <a16:colId xmlns:a16="http://schemas.microsoft.com/office/drawing/2014/main" val="1180906399"/>
                    </a:ext>
                  </a:extLst>
                </a:gridCol>
                <a:gridCol w="383721">
                  <a:extLst>
                    <a:ext uri="{9D8B030D-6E8A-4147-A177-3AD203B41FA5}">
                      <a16:colId xmlns:a16="http://schemas.microsoft.com/office/drawing/2014/main" val="1002601650"/>
                    </a:ext>
                  </a:extLst>
                </a:gridCol>
                <a:gridCol w="383721">
                  <a:extLst>
                    <a:ext uri="{9D8B030D-6E8A-4147-A177-3AD203B41FA5}">
                      <a16:colId xmlns:a16="http://schemas.microsoft.com/office/drawing/2014/main" val="3459165427"/>
                    </a:ext>
                  </a:extLst>
                </a:gridCol>
                <a:gridCol w="383721">
                  <a:extLst>
                    <a:ext uri="{9D8B030D-6E8A-4147-A177-3AD203B41FA5}">
                      <a16:colId xmlns:a16="http://schemas.microsoft.com/office/drawing/2014/main" val="597717300"/>
                    </a:ext>
                  </a:extLst>
                </a:gridCol>
                <a:gridCol w="383721">
                  <a:extLst>
                    <a:ext uri="{9D8B030D-6E8A-4147-A177-3AD203B41FA5}">
                      <a16:colId xmlns:a16="http://schemas.microsoft.com/office/drawing/2014/main" val="538950111"/>
                    </a:ext>
                  </a:extLst>
                </a:gridCol>
                <a:gridCol w="383721">
                  <a:extLst>
                    <a:ext uri="{9D8B030D-6E8A-4147-A177-3AD203B41FA5}">
                      <a16:colId xmlns:a16="http://schemas.microsoft.com/office/drawing/2014/main" val="3669471786"/>
                    </a:ext>
                  </a:extLst>
                </a:gridCol>
                <a:gridCol w="383721">
                  <a:extLst>
                    <a:ext uri="{9D8B030D-6E8A-4147-A177-3AD203B41FA5}">
                      <a16:colId xmlns:a16="http://schemas.microsoft.com/office/drawing/2014/main" val="320970894"/>
                    </a:ext>
                  </a:extLst>
                </a:gridCol>
              </a:tblGrid>
              <a:tr h="371475">
                <a:tc>
                  <a:txBody>
                    <a:bodyPr/>
                    <a:lstStyle/>
                    <a:p>
                      <a:pPr lvl="0" algn="ctr">
                        <a:lnSpc>
                          <a:spcPts val="2175"/>
                        </a:lnSpc>
                        <a:buNone/>
                      </a:pPr>
                      <a:r>
                        <a:rPr lang="en-US" sz="1800" dirty="0">
                          <a:effectLst/>
                          <a:latin typeface="Calibri"/>
                        </a:rPr>
                        <a:t>the</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811877957"/>
                  </a:ext>
                </a:extLst>
              </a:tr>
              <a:tr h="371475">
                <a:tc>
                  <a:txBody>
                    <a:bodyPr/>
                    <a:lstStyle/>
                    <a:p>
                      <a:pPr lvl="0" algn="ctr">
                        <a:lnSpc>
                          <a:spcPts val="2175"/>
                        </a:lnSpc>
                        <a:buNone/>
                      </a:pPr>
                      <a:r>
                        <a:rPr lang="en-US" sz="1800" dirty="0">
                          <a:effectLst/>
                          <a:latin typeface="Calibri"/>
                        </a:rPr>
                        <a:t>cat</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55719003"/>
                  </a:ext>
                </a:extLst>
              </a:tr>
              <a:tr h="371475">
                <a:tc>
                  <a:txBody>
                    <a:bodyPr/>
                    <a:lstStyle/>
                    <a:p>
                      <a:pPr lvl="0" algn="ctr">
                        <a:lnSpc>
                          <a:spcPts val="2175"/>
                        </a:lnSpc>
                        <a:buNone/>
                      </a:pPr>
                      <a:r>
                        <a:rPr lang="en-US" sz="1800" dirty="0">
                          <a:effectLst/>
                          <a:latin typeface="Calibri"/>
                        </a:rPr>
                        <a:t>sat</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452562408"/>
                  </a:ext>
                </a:extLst>
              </a:tr>
              <a:tr h="371475">
                <a:tc>
                  <a:txBody>
                    <a:bodyPr/>
                    <a:lstStyle/>
                    <a:p>
                      <a:pPr lvl="0" algn="ctr">
                        <a:lnSpc>
                          <a:spcPts val="2175"/>
                        </a:lnSpc>
                        <a:buNone/>
                      </a:pPr>
                      <a:r>
                        <a:rPr lang="en-US" sz="1800" dirty="0">
                          <a:effectLst/>
                          <a:latin typeface="Calibri"/>
                        </a:rPr>
                        <a:t>on</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4221240465"/>
                  </a:ext>
                </a:extLst>
              </a:tr>
              <a:tr h="371475">
                <a:tc>
                  <a:txBody>
                    <a:bodyPr/>
                    <a:lstStyle/>
                    <a:p>
                      <a:pPr lvl="0" algn="ctr">
                        <a:lnSpc>
                          <a:spcPts val="2175"/>
                        </a:lnSpc>
                        <a:buNone/>
                      </a:pPr>
                      <a:r>
                        <a:rPr lang="en-US" sz="1800" dirty="0">
                          <a:effectLst/>
                          <a:latin typeface="Calibri"/>
                        </a:rPr>
                        <a:t>the</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412947475"/>
                  </a:ext>
                </a:extLst>
              </a:tr>
              <a:tr h="371475">
                <a:tc>
                  <a:txBody>
                    <a:bodyPr/>
                    <a:lstStyle/>
                    <a:p>
                      <a:pPr lvl="0" algn="ctr">
                        <a:lnSpc>
                          <a:spcPts val="2175"/>
                        </a:lnSpc>
                        <a:buNone/>
                      </a:pPr>
                      <a:r>
                        <a:rPr lang="en-US" sz="1800" dirty="0">
                          <a:effectLst/>
                          <a:latin typeface="Calibri"/>
                        </a:rPr>
                        <a:t>mat</a:t>
                      </a:r>
                    </a:p>
                  </a:txBody>
                  <a:tcPr>
                    <a:lnL w="9524">
                      <a:solidFill>
                        <a:srgbClr val="FFFFFF"/>
                      </a:solidFill>
                    </a:lnL>
                    <a:lnR w="9524">
                      <a:solidFill>
                        <a:srgbClr val="FFFFFF"/>
                      </a:solidFill>
                    </a:lnR>
                    <a:lnT w="9524">
                      <a:solidFill>
                        <a:srgbClr val="FFFFFF"/>
                      </a:solidFill>
                    </a:lnT>
                    <a:lnB w="9524">
                      <a:solidFill>
                        <a:srgbClr val="FFFFFF"/>
                      </a:solidFill>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4"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1</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algn="ctr" fontAlgn="base">
                        <a:lnSpc>
                          <a:spcPts val="2175"/>
                        </a:lnSpc>
                        <a:buNone/>
                      </a:pPr>
                      <a:r>
                        <a:rPr lang="en-US" sz="1800" dirty="0">
                          <a:effectLst/>
                          <a:latin typeface="Calibri"/>
                        </a:rPr>
                        <a:t>0</a:t>
                      </a:r>
                      <a:endParaRPr lang="en-US" dirty="0">
                        <a:effectLst/>
                        <a:latin typeface="Calibri"/>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757233319"/>
                  </a:ext>
                </a:extLst>
              </a:tr>
            </a:tbl>
          </a:graphicData>
        </a:graphic>
      </p:graphicFrame>
      <p:sp>
        <p:nvSpPr>
          <p:cNvPr id="12" name="Rectangle 11">
            <a:extLst>
              <a:ext uri="{FF2B5EF4-FFF2-40B4-BE49-F238E27FC236}">
                <a16:creationId xmlns:a16="http://schemas.microsoft.com/office/drawing/2014/main" id="{C8158072-0F9C-7CA4-741C-6FCD5B49CA0C}"/>
              </a:ext>
            </a:extLst>
          </p:cNvPr>
          <p:cNvSpPr/>
          <p:nvPr/>
        </p:nvSpPr>
        <p:spPr>
          <a:xfrm>
            <a:off x="2751146" y="2021078"/>
            <a:ext cx="6691064" cy="3674600"/>
          </a:xfrm>
          <a:prstGeom prst="roundRect">
            <a:avLst/>
          </a:prstGeom>
          <a:noFill/>
          <a:ln w="28575">
            <a:solidFill>
              <a:srgbClr val="7030A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GB"/>
          </a:p>
        </p:txBody>
      </p:sp>
    </p:spTree>
    <p:extLst>
      <p:ext uri="{BB962C8B-B14F-4D97-AF65-F5344CB8AC3E}">
        <p14:creationId xmlns:p14="http://schemas.microsoft.com/office/powerpoint/2010/main" val="2117504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59DB-26E4-22C5-6F74-6D94D4DFEF69}"/>
              </a:ext>
            </a:extLst>
          </p:cNvPr>
          <p:cNvSpPr>
            <a:spLocks noGrp="1"/>
          </p:cNvSpPr>
          <p:nvPr>
            <p:ph type="title"/>
          </p:nvPr>
        </p:nvSpPr>
        <p:spPr/>
        <p:txBody>
          <a:bodyPr/>
          <a:lstStyle/>
          <a:p>
            <a:r>
              <a:rPr lang="en-GB" dirty="0"/>
              <a:t>One-hot encodings</a:t>
            </a:r>
          </a:p>
        </p:txBody>
      </p:sp>
      <p:sp>
        <p:nvSpPr>
          <p:cNvPr id="3" name="Content Placeholder 2">
            <a:extLst>
              <a:ext uri="{FF2B5EF4-FFF2-40B4-BE49-F238E27FC236}">
                <a16:creationId xmlns:a16="http://schemas.microsoft.com/office/drawing/2014/main" id="{846168C0-EFD5-2E23-AF6E-4F02CD0F7371}"/>
              </a:ext>
            </a:extLst>
          </p:cNvPr>
          <p:cNvSpPr>
            <a:spLocks noGrp="1"/>
          </p:cNvSpPr>
          <p:nvPr>
            <p:ph idx="1"/>
          </p:nvPr>
        </p:nvSpPr>
        <p:spPr/>
        <p:txBody>
          <a:bodyPr vert="horz" lIns="91440" tIns="45720" rIns="91440" bIns="45720" rtlCol="0" anchor="t">
            <a:normAutofit/>
          </a:bodyPr>
          <a:lstStyle/>
          <a:p>
            <a:r>
              <a:rPr lang="en-GB" dirty="0"/>
              <a:t>Very sparse vectors</a:t>
            </a:r>
          </a:p>
          <a:p>
            <a:r>
              <a:rPr lang="en-GB" dirty="0"/>
              <a:t>High dimensionality</a:t>
            </a:r>
          </a:p>
          <a:p>
            <a:r>
              <a:rPr lang="en-GB" dirty="0"/>
              <a:t>No semantic meaning captured</a:t>
            </a:r>
          </a:p>
        </p:txBody>
      </p:sp>
    </p:spTree>
    <p:extLst>
      <p:ext uri="{BB962C8B-B14F-4D97-AF65-F5344CB8AC3E}">
        <p14:creationId xmlns:p14="http://schemas.microsoft.com/office/powerpoint/2010/main" val="12071166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04C8-66D6-E8A7-37C0-546300F2254A}"/>
              </a:ext>
            </a:extLst>
          </p:cNvPr>
          <p:cNvSpPr>
            <a:spLocks noGrp="1"/>
          </p:cNvSpPr>
          <p:nvPr>
            <p:ph type="title"/>
          </p:nvPr>
        </p:nvSpPr>
        <p:spPr/>
        <p:txBody>
          <a:bodyPr/>
          <a:lstStyle/>
          <a:p>
            <a:r>
              <a:rPr lang="en-GB" dirty="0"/>
              <a:t>TF-IDF</a:t>
            </a:r>
          </a:p>
        </p:txBody>
      </p:sp>
      <p:sp>
        <p:nvSpPr>
          <p:cNvPr id="3" name="Content Placeholder 2">
            <a:extLst>
              <a:ext uri="{FF2B5EF4-FFF2-40B4-BE49-F238E27FC236}">
                <a16:creationId xmlns:a16="http://schemas.microsoft.com/office/drawing/2014/main" id="{FFED098B-22FA-C0CD-02E1-F92DE04AB73A}"/>
              </a:ext>
            </a:extLst>
          </p:cNvPr>
          <p:cNvSpPr>
            <a:spLocks noGrp="1"/>
          </p:cNvSpPr>
          <p:nvPr>
            <p:ph idx="1"/>
          </p:nvPr>
        </p:nvSpPr>
        <p:spPr/>
        <p:txBody>
          <a:bodyPr vert="horz" lIns="91440" tIns="45720" rIns="91440" bIns="45720" rtlCol="0" anchor="t">
            <a:normAutofit/>
          </a:bodyPr>
          <a:lstStyle/>
          <a:p>
            <a:pPr marL="0" indent="0">
              <a:buNone/>
            </a:pPr>
            <a:r>
              <a:rPr lang="en-GB" b="1" dirty="0"/>
              <a:t>Term Frequency – Inverse Document Frequency</a:t>
            </a:r>
          </a:p>
          <a:p>
            <a:pPr marL="0" indent="0">
              <a:buNone/>
            </a:pPr>
            <a:r>
              <a:rPr lang="en-GB" dirty="0"/>
              <a:t>A weighting scheme that reflects how important a word is to a specific document within a larger collection of documents</a:t>
            </a:r>
          </a:p>
          <a:p>
            <a:pPr marL="0" indent="0">
              <a:buNone/>
            </a:pPr>
            <a:endParaRPr lang="en-GB" dirty="0"/>
          </a:p>
          <a:p>
            <a:pPr marL="0" indent="0">
              <a:buNone/>
            </a:pPr>
            <a:r>
              <a:rPr lang="en-GB" dirty="0"/>
              <a:t>Two components:</a:t>
            </a:r>
          </a:p>
          <a:p>
            <a:pPr marL="457200" indent="-457200"/>
            <a:r>
              <a:rPr lang="en-GB" dirty="0"/>
              <a:t>Term Frequency: how often a word appears in a single document</a:t>
            </a:r>
          </a:p>
          <a:p>
            <a:pPr marL="457200" indent="-457200"/>
            <a:r>
              <a:rPr lang="en-GB" dirty="0"/>
              <a:t>Inverse Document Frequency: how rare or common a word is across all documents in the corpus. </a:t>
            </a:r>
          </a:p>
        </p:txBody>
      </p:sp>
    </p:spTree>
    <p:extLst>
      <p:ext uri="{BB962C8B-B14F-4D97-AF65-F5344CB8AC3E}">
        <p14:creationId xmlns:p14="http://schemas.microsoft.com/office/powerpoint/2010/main" val="2007794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A76C91-E6CF-AC28-F1B4-9624A70F91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6E8D34-8442-A095-AE14-D7822CE079E5}"/>
              </a:ext>
            </a:extLst>
          </p:cNvPr>
          <p:cNvSpPr>
            <a:spLocks noGrp="1"/>
          </p:cNvSpPr>
          <p:nvPr>
            <p:ph type="title"/>
          </p:nvPr>
        </p:nvSpPr>
        <p:spPr/>
        <p:txBody>
          <a:bodyPr/>
          <a:lstStyle/>
          <a:p>
            <a:r>
              <a:rPr lang="en-GB" dirty="0"/>
              <a:t>TF-IDF</a:t>
            </a:r>
          </a:p>
        </p:txBody>
      </p:sp>
      <p:sp>
        <p:nvSpPr>
          <p:cNvPr id="3" name="Content Placeholder 2">
            <a:extLst>
              <a:ext uri="{FF2B5EF4-FFF2-40B4-BE49-F238E27FC236}">
                <a16:creationId xmlns:a16="http://schemas.microsoft.com/office/drawing/2014/main" id="{4D9480FE-1F7A-F914-FCDC-FFF7C9A363E1}"/>
              </a:ext>
            </a:extLst>
          </p:cNvPr>
          <p:cNvSpPr>
            <a:spLocks noGrp="1"/>
          </p:cNvSpPr>
          <p:nvPr>
            <p:ph idx="1"/>
          </p:nvPr>
        </p:nvSpPr>
        <p:spPr/>
        <p:txBody>
          <a:bodyPr vert="horz" lIns="91440" tIns="45720" rIns="91440" bIns="45720" rtlCol="0" anchor="t">
            <a:normAutofit/>
          </a:bodyPr>
          <a:lstStyle/>
          <a:p>
            <a:pPr marL="0" indent="0">
              <a:buNone/>
            </a:pPr>
            <a:r>
              <a:rPr lang="en-GB" b="1" dirty="0"/>
              <a:t>Term Frequency</a:t>
            </a:r>
          </a:p>
          <a:p>
            <a:pPr marL="0" indent="0">
              <a:buNone/>
            </a:pPr>
            <a:endParaRPr lang="en-GB" b="1" dirty="0"/>
          </a:p>
          <a:p>
            <a:pPr marL="0" indent="0">
              <a:buNone/>
            </a:pPr>
            <a:endParaRPr lang="en-GB" b="1" dirty="0"/>
          </a:p>
        </p:txBody>
      </p:sp>
      <p:pic>
        <p:nvPicPr>
          <p:cNvPr id="4" name="Picture 3">
            <a:extLst>
              <a:ext uri="{FF2B5EF4-FFF2-40B4-BE49-F238E27FC236}">
                <a16:creationId xmlns:a16="http://schemas.microsoft.com/office/drawing/2014/main" id="{5D49606A-E4E7-0344-BB0C-070484F92977}"/>
              </a:ext>
            </a:extLst>
          </p:cNvPr>
          <p:cNvPicPr>
            <a:picLocks noChangeAspect="1"/>
          </p:cNvPicPr>
          <p:nvPr/>
        </p:nvPicPr>
        <p:blipFill>
          <a:blip r:embed="rId2"/>
          <a:stretch>
            <a:fillRect/>
          </a:stretch>
        </p:blipFill>
        <p:spPr>
          <a:xfrm>
            <a:off x="1583184" y="2994561"/>
            <a:ext cx="3654642" cy="1009438"/>
          </a:xfrm>
          <a:prstGeom prst="rect">
            <a:avLst/>
          </a:prstGeom>
        </p:spPr>
      </p:pic>
      <p:graphicFrame>
        <p:nvGraphicFramePr>
          <p:cNvPr id="6" name="Table 5">
            <a:extLst>
              <a:ext uri="{FF2B5EF4-FFF2-40B4-BE49-F238E27FC236}">
                <a16:creationId xmlns:a16="http://schemas.microsoft.com/office/drawing/2014/main" id="{762655B5-25AD-4E8E-ED18-6D39C5A60DF4}"/>
              </a:ext>
            </a:extLst>
          </p:cNvPr>
          <p:cNvGraphicFramePr>
            <a:graphicFrameLocks noGrp="1"/>
          </p:cNvGraphicFramePr>
          <p:nvPr>
            <p:extLst>
              <p:ext uri="{D42A27DB-BD31-4B8C-83A1-F6EECF244321}">
                <p14:modId xmlns:p14="http://schemas.microsoft.com/office/powerpoint/2010/main" val="1991031827"/>
              </p:ext>
            </p:extLst>
          </p:nvPr>
        </p:nvGraphicFramePr>
        <p:xfrm>
          <a:off x="7843976" y="3652837"/>
          <a:ext cx="3162300" cy="2600325"/>
        </p:xfrm>
        <a:graphic>
          <a:graphicData uri="http://schemas.openxmlformats.org/drawingml/2006/table">
            <a:tbl>
              <a:tblPr bandRow="1">
                <a:tableStyleId>{5C22544A-7EE6-4342-B048-85BDC9FD1C3A}</a:tableStyleId>
              </a:tblPr>
              <a:tblGrid>
                <a:gridCol w="790575">
                  <a:extLst>
                    <a:ext uri="{9D8B030D-6E8A-4147-A177-3AD203B41FA5}">
                      <a16:colId xmlns:a16="http://schemas.microsoft.com/office/drawing/2014/main" val="1007382600"/>
                    </a:ext>
                  </a:extLst>
                </a:gridCol>
                <a:gridCol w="790575">
                  <a:extLst>
                    <a:ext uri="{9D8B030D-6E8A-4147-A177-3AD203B41FA5}">
                      <a16:colId xmlns:a16="http://schemas.microsoft.com/office/drawing/2014/main" val="3408158338"/>
                    </a:ext>
                  </a:extLst>
                </a:gridCol>
                <a:gridCol w="790575">
                  <a:extLst>
                    <a:ext uri="{9D8B030D-6E8A-4147-A177-3AD203B41FA5}">
                      <a16:colId xmlns:a16="http://schemas.microsoft.com/office/drawing/2014/main" val="599742577"/>
                    </a:ext>
                  </a:extLst>
                </a:gridCol>
                <a:gridCol w="790575">
                  <a:extLst>
                    <a:ext uri="{9D8B030D-6E8A-4147-A177-3AD203B41FA5}">
                      <a16:colId xmlns:a16="http://schemas.microsoft.com/office/drawing/2014/main" val="160950983"/>
                    </a:ext>
                  </a:extLst>
                </a:gridCol>
              </a:tblGrid>
              <a:tr h="371475">
                <a:tc>
                  <a:txBody>
                    <a:bodyPr/>
                    <a:lstStyle/>
                    <a:p>
                      <a:pPr fontAlgn="auto">
                        <a:lnSpc>
                          <a:spcPts val="2175"/>
                        </a:lnSpc>
                        <a:buNone/>
                      </a:pPr>
                      <a:endParaRPr lang="en-US" sz="1800">
                        <a:effectLst/>
                        <a:latin typeface="Calibri" panose="020F0502020204030204" pitchFamily="34"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d1</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d2</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2479144161"/>
                  </a:ext>
                </a:extLst>
              </a:tr>
              <a:tr h="371475">
                <a:tc>
                  <a:txBody>
                    <a:bodyPr/>
                    <a:lstStyle/>
                    <a:p>
                      <a:pPr fontAlgn="base">
                        <a:lnSpc>
                          <a:spcPts val="2175"/>
                        </a:lnSpc>
                        <a:buNone/>
                      </a:pPr>
                      <a:r>
                        <a:rPr lang="en-US" sz="1800">
                          <a:effectLst/>
                          <a:latin typeface="Calibri" panose="020F0502020204030204" pitchFamily="34" charset="0"/>
                        </a:rPr>
                        <a:t>the</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0.333</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0.333</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0.333</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382216684"/>
                  </a:ext>
                </a:extLst>
              </a:tr>
              <a:tr h="371475">
                <a:tc>
                  <a:txBody>
                    <a:bodyPr/>
                    <a:lstStyle/>
                    <a:p>
                      <a:pPr fontAlgn="base">
                        <a:lnSpc>
                          <a:spcPts val="2175"/>
                        </a:lnSpc>
                        <a:buNone/>
                      </a:pPr>
                      <a:r>
                        <a:rPr lang="en-US" sz="1800">
                          <a:effectLst/>
                          <a:latin typeface="Calibri" panose="020F0502020204030204" pitchFamily="34" charset="0"/>
                        </a:rPr>
                        <a:t>cat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9594841"/>
                  </a:ext>
                </a:extLst>
              </a:tr>
              <a:tr h="371475">
                <a:tc>
                  <a:txBody>
                    <a:bodyPr/>
                    <a:lstStyle/>
                    <a:p>
                      <a:pPr fontAlgn="base">
                        <a:lnSpc>
                          <a:spcPts val="2175"/>
                        </a:lnSpc>
                        <a:buNone/>
                      </a:pPr>
                      <a:r>
                        <a:rPr lang="en-US" sz="1800">
                          <a:effectLst/>
                          <a:latin typeface="Calibri" panose="020F0502020204030204" pitchFamily="34" charset="0"/>
                        </a:rPr>
                        <a:t>sat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866152622"/>
                  </a:ext>
                </a:extLst>
              </a:tr>
              <a:tr h="371475">
                <a:tc>
                  <a:txBody>
                    <a:bodyPr/>
                    <a:lstStyle/>
                    <a:p>
                      <a:pPr fontAlgn="base">
                        <a:lnSpc>
                          <a:spcPts val="2175"/>
                        </a:lnSpc>
                        <a:buNone/>
                      </a:pPr>
                      <a:r>
                        <a:rPr lang="en-US" sz="1800">
                          <a:effectLst/>
                          <a:latin typeface="Calibri" panose="020F0502020204030204" pitchFamily="34" charset="0"/>
                        </a:rPr>
                        <a:t>on</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76897716"/>
                  </a:ext>
                </a:extLst>
              </a:tr>
              <a:tr h="371475">
                <a:tc>
                  <a:txBody>
                    <a:bodyPr/>
                    <a:lstStyle/>
                    <a:p>
                      <a:pPr fontAlgn="base">
                        <a:lnSpc>
                          <a:spcPts val="2175"/>
                        </a:lnSpc>
                        <a:buNone/>
                      </a:pPr>
                      <a:r>
                        <a:rPr lang="en-US" sz="1800">
                          <a:effectLst/>
                          <a:latin typeface="Calibri" panose="020F0502020204030204" pitchFamily="34" charset="0"/>
                        </a:rPr>
                        <a:t>mat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645024043"/>
                  </a:ext>
                </a:extLst>
              </a:tr>
              <a:tr h="371475">
                <a:tc>
                  <a:txBody>
                    <a:bodyPr/>
                    <a:lstStyle/>
                    <a:p>
                      <a:pPr fontAlgn="base">
                        <a:lnSpc>
                          <a:spcPts val="2175"/>
                        </a:lnSpc>
                        <a:buNone/>
                      </a:pPr>
                      <a:r>
                        <a:rPr lang="en-US" sz="1800">
                          <a:effectLst/>
                          <a:latin typeface="Calibri" panose="020F0502020204030204" pitchFamily="34" charset="0"/>
                        </a:rPr>
                        <a:t>dog</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0.167</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035283249"/>
                  </a:ext>
                </a:extLst>
              </a:tr>
            </a:tbl>
          </a:graphicData>
        </a:graphic>
      </p:graphicFrame>
      <p:cxnSp>
        <p:nvCxnSpPr>
          <p:cNvPr id="7" name="Straight Arrow Connector 6">
            <a:extLst>
              <a:ext uri="{FF2B5EF4-FFF2-40B4-BE49-F238E27FC236}">
                <a16:creationId xmlns:a16="http://schemas.microsoft.com/office/drawing/2014/main" id="{E7757FCB-331B-804A-AC1E-8C690896CECF}"/>
              </a:ext>
            </a:extLst>
          </p:cNvPr>
          <p:cNvCxnSpPr>
            <a:cxnSpLocks/>
          </p:cNvCxnSpPr>
          <p:nvPr/>
        </p:nvCxnSpPr>
        <p:spPr>
          <a:xfrm flipH="1">
            <a:off x="4772260" y="2957592"/>
            <a:ext cx="415825" cy="108306"/>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FEC325DB-6F99-DDA3-8131-97A7CD34B43B}"/>
              </a:ext>
            </a:extLst>
          </p:cNvPr>
          <p:cNvSpPr/>
          <p:nvPr/>
        </p:nvSpPr>
        <p:spPr>
          <a:xfrm>
            <a:off x="3921483" y="2902543"/>
            <a:ext cx="843720" cy="541253"/>
          </a:xfrm>
          <a:custGeom>
            <a:avLst/>
            <a:gdLst>
              <a:gd name="csX0" fmla="*/ 0 w 843720"/>
              <a:gd name="csY0" fmla="*/ 0 h 541253"/>
              <a:gd name="csX1" fmla="*/ 413423 w 843720"/>
              <a:gd name="csY1" fmla="*/ 0 h 541253"/>
              <a:gd name="csX2" fmla="*/ 843720 w 843720"/>
              <a:gd name="csY2" fmla="*/ 0 h 541253"/>
              <a:gd name="csX3" fmla="*/ 843720 w 843720"/>
              <a:gd name="csY3" fmla="*/ 541253 h 541253"/>
              <a:gd name="csX4" fmla="*/ 421860 w 843720"/>
              <a:gd name="csY4" fmla="*/ 541253 h 541253"/>
              <a:gd name="csX5" fmla="*/ 0 w 843720"/>
              <a:gd name="csY5" fmla="*/ 541253 h 541253"/>
              <a:gd name="csX6" fmla="*/ 0 w 843720"/>
              <a:gd name="csY6" fmla="*/ 0 h 541253"/>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843720" h="541253" extrusionOk="0">
                <a:moveTo>
                  <a:pt x="0" y="0"/>
                </a:moveTo>
                <a:cubicBezTo>
                  <a:pt x="110656" y="-27569"/>
                  <a:pt x="236684" y="47103"/>
                  <a:pt x="413423" y="0"/>
                </a:cubicBezTo>
                <a:cubicBezTo>
                  <a:pt x="590162" y="-47103"/>
                  <a:pt x="703085" y="11230"/>
                  <a:pt x="843720" y="0"/>
                </a:cubicBezTo>
                <a:cubicBezTo>
                  <a:pt x="903567" y="258991"/>
                  <a:pt x="823476" y="371602"/>
                  <a:pt x="843720" y="541253"/>
                </a:cubicBezTo>
                <a:cubicBezTo>
                  <a:pt x="682500" y="588039"/>
                  <a:pt x="561257" y="520544"/>
                  <a:pt x="421860" y="541253"/>
                </a:cubicBezTo>
                <a:cubicBezTo>
                  <a:pt x="282463" y="561962"/>
                  <a:pt x="91968" y="518811"/>
                  <a:pt x="0" y="541253"/>
                </a:cubicBezTo>
                <a:cubicBezTo>
                  <a:pt x="-54743" y="320968"/>
                  <a:pt x="61675" y="183847"/>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8">
            <a:extLst>
              <a:ext uri="{FF2B5EF4-FFF2-40B4-BE49-F238E27FC236}">
                <a16:creationId xmlns:a16="http://schemas.microsoft.com/office/drawing/2014/main" id="{47D97464-6CE2-16DA-DCDA-6B77FD19F4B9}"/>
              </a:ext>
            </a:extLst>
          </p:cNvPr>
          <p:cNvSpPr/>
          <p:nvPr/>
        </p:nvSpPr>
        <p:spPr>
          <a:xfrm>
            <a:off x="3391810" y="3494029"/>
            <a:ext cx="1903064" cy="532034"/>
          </a:xfrm>
          <a:custGeom>
            <a:avLst/>
            <a:gdLst>
              <a:gd name="csX0" fmla="*/ 0 w 1903064"/>
              <a:gd name="csY0" fmla="*/ 0 h 532034"/>
              <a:gd name="csX1" fmla="*/ 456735 w 1903064"/>
              <a:gd name="csY1" fmla="*/ 0 h 532034"/>
              <a:gd name="csX2" fmla="*/ 875409 w 1903064"/>
              <a:gd name="csY2" fmla="*/ 0 h 532034"/>
              <a:gd name="csX3" fmla="*/ 1389237 w 1903064"/>
              <a:gd name="csY3" fmla="*/ 0 h 532034"/>
              <a:gd name="csX4" fmla="*/ 1903064 w 1903064"/>
              <a:gd name="csY4" fmla="*/ 0 h 532034"/>
              <a:gd name="csX5" fmla="*/ 1903064 w 1903064"/>
              <a:gd name="csY5" fmla="*/ 532034 h 532034"/>
              <a:gd name="csX6" fmla="*/ 1465359 w 1903064"/>
              <a:gd name="csY6" fmla="*/ 532034 h 532034"/>
              <a:gd name="csX7" fmla="*/ 1027655 w 1903064"/>
              <a:gd name="csY7" fmla="*/ 532034 h 532034"/>
              <a:gd name="csX8" fmla="*/ 513827 w 1903064"/>
              <a:gd name="csY8" fmla="*/ 532034 h 532034"/>
              <a:gd name="csX9" fmla="*/ 0 w 1903064"/>
              <a:gd name="csY9" fmla="*/ 532034 h 532034"/>
              <a:gd name="csX10" fmla="*/ 0 w 1903064"/>
              <a:gd name="csY10" fmla="*/ 0 h 53203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903064" h="532034" extrusionOk="0">
                <a:moveTo>
                  <a:pt x="0" y="0"/>
                </a:moveTo>
                <a:cubicBezTo>
                  <a:pt x="122213" y="-20474"/>
                  <a:pt x="350465" y="16111"/>
                  <a:pt x="456735" y="0"/>
                </a:cubicBezTo>
                <a:cubicBezTo>
                  <a:pt x="563006" y="-16111"/>
                  <a:pt x="783269" y="32068"/>
                  <a:pt x="875409" y="0"/>
                </a:cubicBezTo>
                <a:cubicBezTo>
                  <a:pt x="967549" y="-32068"/>
                  <a:pt x="1144181" y="57719"/>
                  <a:pt x="1389237" y="0"/>
                </a:cubicBezTo>
                <a:cubicBezTo>
                  <a:pt x="1634293" y="-57719"/>
                  <a:pt x="1738583" y="22764"/>
                  <a:pt x="1903064" y="0"/>
                </a:cubicBezTo>
                <a:cubicBezTo>
                  <a:pt x="1917676" y="131858"/>
                  <a:pt x="1889277" y="357540"/>
                  <a:pt x="1903064" y="532034"/>
                </a:cubicBezTo>
                <a:cubicBezTo>
                  <a:pt x="1736258" y="579020"/>
                  <a:pt x="1590010" y="482761"/>
                  <a:pt x="1465359" y="532034"/>
                </a:cubicBezTo>
                <a:cubicBezTo>
                  <a:pt x="1340709" y="581307"/>
                  <a:pt x="1129629" y="511926"/>
                  <a:pt x="1027655" y="532034"/>
                </a:cubicBezTo>
                <a:cubicBezTo>
                  <a:pt x="925681" y="552142"/>
                  <a:pt x="764473" y="500873"/>
                  <a:pt x="513827" y="532034"/>
                </a:cubicBezTo>
                <a:cubicBezTo>
                  <a:pt x="263181" y="563195"/>
                  <a:pt x="194096" y="504746"/>
                  <a:pt x="0" y="532034"/>
                </a:cubicBezTo>
                <a:cubicBezTo>
                  <a:pt x="-55270" y="389411"/>
                  <a:pt x="1572" y="152211"/>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0" name="TextBox 13">
            <a:extLst>
              <a:ext uri="{FF2B5EF4-FFF2-40B4-BE49-F238E27FC236}">
                <a16:creationId xmlns:a16="http://schemas.microsoft.com/office/drawing/2014/main" id="{908D48B0-042A-4412-6A13-D95CF5F22EEC}"/>
              </a:ext>
            </a:extLst>
          </p:cNvPr>
          <p:cNvSpPr txBox="1"/>
          <p:nvPr/>
        </p:nvSpPr>
        <p:spPr>
          <a:xfrm>
            <a:off x="318343" y="4027831"/>
            <a:ext cx="1881492" cy="923330"/>
          </a:xfrm>
          <a:custGeom>
            <a:avLst/>
            <a:gdLst>
              <a:gd name="csX0" fmla="*/ 0 w 1881492"/>
              <a:gd name="csY0" fmla="*/ 0 h 923330"/>
              <a:gd name="csX1" fmla="*/ 451558 w 1881492"/>
              <a:gd name="csY1" fmla="*/ 0 h 923330"/>
              <a:gd name="csX2" fmla="*/ 865486 w 1881492"/>
              <a:gd name="csY2" fmla="*/ 0 h 923330"/>
              <a:gd name="csX3" fmla="*/ 1373489 w 1881492"/>
              <a:gd name="csY3" fmla="*/ 0 h 923330"/>
              <a:gd name="csX4" fmla="*/ 1881492 w 1881492"/>
              <a:gd name="csY4" fmla="*/ 0 h 923330"/>
              <a:gd name="csX5" fmla="*/ 1881492 w 1881492"/>
              <a:gd name="csY5" fmla="*/ 452432 h 923330"/>
              <a:gd name="csX6" fmla="*/ 1881492 w 1881492"/>
              <a:gd name="csY6" fmla="*/ 923330 h 923330"/>
              <a:gd name="csX7" fmla="*/ 1411119 w 1881492"/>
              <a:gd name="csY7" fmla="*/ 923330 h 923330"/>
              <a:gd name="csX8" fmla="*/ 903116 w 1881492"/>
              <a:gd name="csY8" fmla="*/ 923330 h 923330"/>
              <a:gd name="csX9" fmla="*/ 489188 w 1881492"/>
              <a:gd name="csY9" fmla="*/ 923330 h 923330"/>
              <a:gd name="csX10" fmla="*/ 0 w 1881492"/>
              <a:gd name="csY10" fmla="*/ 923330 h 923330"/>
              <a:gd name="csX11" fmla="*/ 0 w 1881492"/>
              <a:gd name="csY11" fmla="*/ 461665 h 923330"/>
              <a:gd name="csX12" fmla="*/ 0 w 1881492"/>
              <a:gd name="csY12"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881492" h="923330" extrusionOk="0">
                <a:moveTo>
                  <a:pt x="0" y="0"/>
                </a:moveTo>
                <a:cubicBezTo>
                  <a:pt x="174993" y="-1325"/>
                  <a:pt x="266285" y="8084"/>
                  <a:pt x="451558" y="0"/>
                </a:cubicBezTo>
                <a:cubicBezTo>
                  <a:pt x="636831" y="-8084"/>
                  <a:pt x="673851" y="42132"/>
                  <a:pt x="865486" y="0"/>
                </a:cubicBezTo>
                <a:cubicBezTo>
                  <a:pt x="1057121" y="-42132"/>
                  <a:pt x="1262606" y="17012"/>
                  <a:pt x="1373489" y="0"/>
                </a:cubicBezTo>
                <a:cubicBezTo>
                  <a:pt x="1484372" y="-17012"/>
                  <a:pt x="1684594" y="21750"/>
                  <a:pt x="1881492" y="0"/>
                </a:cubicBezTo>
                <a:cubicBezTo>
                  <a:pt x="1920669" y="95241"/>
                  <a:pt x="1866391" y="279166"/>
                  <a:pt x="1881492" y="452432"/>
                </a:cubicBezTo>
                <a:cubicBezTo>
                  <a:pt x="1896593" y="625698"/>
                  <a:pt x="1863373" y="697229"/>
                  <a:pt x="1881492" y="923330"/>
                </a:cubicBezTo>
                <a:cubicBezTo>
                  <a:pt x="1739961" y="977829"/>
                  <a:pt x="1621880" y="869045"/>
                  <a:pt x="1411119" y="923330"/>
                </a:cubicBezTo>
                <a:cubicBezTo>
                  <a:pt x="1200358" y="977615"/>
                  <a:pt x="1113968" y="864546"/>
                  <a:pt x="903116" y="923330"/>
                </a:cubicBezTo>
                <a:cubicBezTo>
                  <a:pt x="692264" y="982114"/>
                  <a:pt x="692683" y="912053"/>
                  <a:pt x="489188" y="923330"/>
                </a:cubicBezTo>
                <a:cubicBezTo>
                  <a:pt x="285693" y="934607"/>
                  <a:pt x="179910" y="884136"/>
                  <a:pt x="0" y="923330"/>
                </a:cubicBezTo>
                <a:cubicBezTo>
                  <a:pt x="-8327" y="708578"/>
                  <a:pt x="43168" y="577028"/>
                  <a:pt x="0" y="461665"/>
                </a:cubicBezTo>
                <a:cubicBezTo>
                  <a:pt x="-43168" y="346302"/>
                  <a:pt x="14639" y="135594"/>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The total number of terms in the document</a:t>
            </a:r>
          </a:p>
        </p:txBody>
      </p:sp>
      <p:cxnSp>
        <p:nvCxnSpPr>
          <p:cNvPr id="11" name="Straight Arrow Connector 10">
            <a:extLst>
              <a:ext uri="{FF2B5EF4-FFF2-40B4-BE49-F238E27FC236}">
                <a16:creationId xmlns:a16="http://schemas.microsoft.com/office/drawing/2014/main" id="{5389C7D9-7B63-6CC9-7959-1B795BA58273}"/>
              </a:ext>
            </a:extLst>
          </p:cNvPr>
          <p:cNvCxnSpPr>
            <a:cxnSpLocks/>
          </p:cNvCxnSpPr>
          <p:nvPr/>
        </p:nvCxnSpPr>
        <p:spPr>
          <a:xfrm flipH="1">
            <a:off x="2207232" y="3797037"/>
            <a:ext cx="1177180" cy="32995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3">
            <a:extLst>
              <a:ext uri="{FF2B5EF4-FFF2-40B4-BE49-F238E27FC236}">
                <a16:creationId xmlns:a16="http://schemas.microsoft.com/office/drawing/2014/main" id="{26136600-DEAE-9F08-2A94-C25E8AFD7D8F}"/>
              </a:ext>
            </a:extLst>
          </p:cNvPr>
          <p:cNvSpPr txBox="1"/>
          <p:nvPr/>
        </p:nvSpPr>
        <p:spPr>
          <a:xfrm>
            <a:off x="5193664" y="2067345"/>
            <a:ext cx="2843239" cy="923330"/>
          </a:xfrm>
          <a:custGeom>
            <a:avLst/>
            <a:gdLst>
              <a:gd name="csX0" fmla="*/ 0 w 2843239"/>
              <a:gd name="csY0" fmla="*/ 0 h 923330"/>
              <a:gd name="csX1" fmla="*/ 540215 w 2843239"/>
              <a:gd name="csY1" fmla="*/ 0 h 923330"/>
              <a:gd name="csX2" fmla="*/ 1023566 w 2843239"/>
              <a:gd name="csY2" fmla="*/ 0 h 923330"/>
              <a:gd name="csX3" fmla="*/ 1649079 w 2843239"/>
              <a:gd name="csY3" fmla="*/ 0 h 923330"/>
              <a:gd name="csX4" fmla="*/ 2189294 w 2843239"/>
              <a:gd name="csY4" fmla="*/ 0 h 923330"/>
              <a:gd name="csX5" fmla="*/ 2843239 w 2843239"/>
              <a:gd name="csY5" fmla="*/ 0 h 923330"/>
              <a:gd name="csX6" fmla="*/ 2843239 w 2843239"/>
              <a:gd name="csY6" fmla="*/ 480132 h 923330"/>
              <a:gd name="csX7" fmla="*/ 2843239 w 2843239"/>
              <a:gd name="csY7" fmla="*/ 923330 h 923330"/>
              <a:gd name="csX8" fmla="*/ 2274591 w 2843239"/>
              <a:gd name="csY8" fmla="*/ 923330 h 923330"/>
              <a:gd name="csX9" fmla="*/ 1791241 w 2843239"/>
              <a:gd name="csY9" fmla="*/ 923330 h 923330"/>
              <a:gd name="csX10" fmla="*/ 1222593 w 2843239"/>
              <a:gd name="csY10" fmla="*/ 923330 h 923330"/>
              <a:gd name="csX11" fmla="*/ 653945 w 2843239"/>
              <a:gd name="csY11" fmla="*/ 923330 h 923330"/>
              <a:gd name="csX12" fmla="*/ 0 w 2843239"/>
              <a:gd name="csY12" fmla="*/ 923330 h 923330"/>
              <a:gd name="csX13" fmla="*/ 0 w 2843239"/>
              <a:gd name="csY13" fmla="*/ 443198 h 923330"/>
              <a:gd name="csX14" fmla="*/ 0 w 2843239"/>
              <a:gd name="csY14"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Lst>
            <a:rect l="l" t="t" r="r" b="b"/>
            <a:pathLst>
              <a:path w="2843239" h="923330" extrusionOk="0">
                <a:moveTo>
                  <a:pt x="0" y="0"/>
                </a:moveTo>
                <a:cubicBezTo>
                  <a:pt x="114404" y="-1788"/>
                  <a:pt x="392102" y="4921"/>
                  <a:pt x="540215" y="0"/>
                </a:cubicBezTo>
                <a:cubicBezTo>
                  <a:pt x="688328" y="-4921"/>
                  <a:pt x="921374" y="42833"/>
                  <a:pt x="1023566" y="0"/>
                </a:cubicBezTo>
                <a:cubicBezTo>
                  <a:pt x="1125758" y="-42833"/>
                  <a:pt x="1350703" y="1124"/>
                  <a:pt x="1649079" y="0"/>
                </a:cubicBezTo>
                <a:cubicBezTo>
                  <a:pt x="1947455" y="-1124"/>
                  <a:pt x="2025989" y="58382"/>
                  <a:pt x="2189294" y="0"/>
                </a:cubicBezTo>
                <a:cubicBezTo>
                  <a:pt x="2352600" y="-58382"/>
                  <a:pt x="2557280" y="13328"/>
                  <a:pt x="2843239" y="0"/>
                </a:cubicBezTo>
                <a:cubicBezTo>
                  <a:pt x="2864110" y="162923"/>
                  <a:pt x="2818593" y="370604"/>
                  <a:pt x="2843239" y="480132"/>
                </a:cubicBezTo>
                <a:cubicBezTo>
                  <a:pt x="2867885" y="589660"/>
                  <a:pt x="2842975" y="809124"/>
                  <a:pt x="2843239" y="923330"/>
                </a:cubicBezTo>
                <a:cubicBezTo>
                  <a:pt x="2587546" y="933560"/>
                  <a:pt x="2534102" y="877706"/>
                  <a:pt x="2274591" y="923330"/>
                </a:cubicBezTo>
                <a:cubicBezTo>
                  <a:pt x="2015080" y="968954"/>
                  <a:pt x="1970083" y="899475"/>
                  <a:pt x="1791241" y="923330"/>
                </a:cubicBezTo>
                <a:cubicBezTo>
                  <a:pt x="1612399" y="947185"/>
                  <a:pt x="1427124" y="867717"/>
                  <a:pt x="1222593" y="923330"/>
                </a:cubicBezTo>
                <a:cubicBezTo>
                  <a:pt x="1018062" y="978943"/>
                  <a:pt x="904517" y="863321"/>
                  <a:pt x="653945" y="923330"/>
                </a:cubicBezTo>
                <a:cubicBezTo>
                  <a:pt x="403373" y="983339"/>
                  <a:pt x="239268" y="880382"/>
                  <a:pt x="0" y="923330"/>
                </a:cubicBezTo>
                <a:cubicBezTo>
                  <a:pt x="-12020" y="714129"/>
                  <a:pt x="45552" y="562566"/>
                  <a:pt x="0" y="443198"/>
                </a:cubicBezTo>
                <a:cubicBezTo>
                  <a:pt x="-45552" y="323830"/>
                  <a:pt x="13285" y="89593"/>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Raw count of how often a term</a:t>
            </a:r>
            <a:r>
              <a:rPr lang="en-US" i="1" dirty="0"/>
              <a:t> t </a:t>
            </a:r>
            <a:r>
              <a:rPr lang="en-US" dirty="0"/>
              <a:t>appears in document</a:t>
            </a:r>
            <a:r>
              <a:rPr lang="en-US" i="1" dirty="0"/>
              <a:t> d</a:t>
            </a:r>
            <a:endParaRPr lang="en-US" dirty="0"/>
          </a:p>
        </p:txBody>
      </p:sp>
    </p:spTree>
    <p:extLst>
      <p:ext uri="{BB962C8B-B14F-4D97-AF65-F5344CB8AC3E}">
        <p14:creationId xmlns:p14="http://schemas.microsoft.com/office/powerpoint/2010/main" val="19921182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E4B93-0ECA-EAAD-6F18-7D8B7B330137}"/>
              </a:ext>
            </a:extLst>
          </p:cNvPr>
          <p:cNvSpPr>
            <a:spLocks noGrp="1"/>
          </p:cNvSpPr>
          <p:nvPr>
            <p:ph type="title"/>
          </p:nvPr>
        </p:nvSpPr>
        <p:spPr/>
        <p:txBody>
          <a:bodyPr/>
          <a:lstStyle/>
          <a:p>
            <a:r>
              <a:rPr lang="en-GB" dirty="0"/>
              <a:t>TF-IDF</a:t>
            </a:r>
          </a:p>
        </p:txBody>
      </p:sp>
      <p:sp>
        <p:nvSpPr>
          <p:cNvPr id="3" name="Content Placeholder 2">
            <a:extLst>
              <a:ext uri="{FF2B5EF4-FFF2-40B4-BE49-F238E27FC236}">
                <a16:creationId xmlns:a16="http://schemas.microsoft.com/office/drawing/2014/main" id="{31C5D977-B482-3A00-035F-B5E8D5BEF4A2}"/>
              </a:ext>
            </a:extLst>
          </p:cNvPr>
          <p:cNvSpPr>
            <a:spLocks noGrp="1"/>
          </p:cNvSpPr>
          <p:nvPr>
            <p:ph idx="1"/>
          </p:nvPr>
        </p:nvSpPr>
        <p:spPr/>
        <p:txBody>
          <a:bodyPr vert="horz" lIns="91440" tIns="45720" rIns="91440" bIns="45720" rtlCol="0" anchor="t">
            <a:normAutofit/>
          </a:bodyPr>
          <a:lstStyle/>
          <a:p>
            <a:pPr marL="0" indent="0">
              <a:buNone/>
            </a:pPr>
            <a:r>
              <a:rPr lang="en-GB" b="1" dirty="0"/>
              <a:t>Inverse Document Frequency</a:t>
            </a:r>
          </a:p>
        </p:txBody>
      </p:sp>
      <p:pic>
        <p:nvPicPr>
          <p:cNvPr id="5" name="Picture 4">
            <a:extLst>
              <a:ext uri="{FF2B5EF4-FFF2-40B4-BE49-F238E27FC236}">
                <a16:creationId xmlns:a16="http://schemas.microsoft.com/office/drawing/2014/main" id="{FC1D16EE-6C94-D8AA-F951-E392E8A8ED59}"/>
              </a:ext>
            </a:extLst>
          </p:cNvPr>
          <p:cNvPicPr>
            <a:picLocks noChangeAspect="1"/>
          </p:cNvPicPr>
          <p:nvPr/>
        </p:nvPicPr>
        <p:blipFill>
          <a:blip r:embed="rId2"/>
          <a:stretch>
            <a:fillRect/>
          </a:stretch>
        </p:blipFill>
        <p:spPr>
          <a:xfrm>
            <a:off x="1302059" y="2745805"/>
            <a:ext cx="5999825" cy="870720"/>
          </a:xfrm>
          <a:prstGeom prst="rect">
            <a:avLst/>
          </a:prstGeom>
        </p:spPr>
      </p:pic>
      <p:sp>
        <p:nvSpPr>
          <p:cNvPr id="6" name="TextBox 4">
            <a:extLst>
              <a:ext uri="{FF2B5EF4-FFF2-40B4-BE49-F238E27FC236}">
                <a16:creationId xmlns:a16="http://schemas.microsoft.com/office/drawing/2014/main" id="{FF33294C-0D53-9FC1-682C-311372B69D06}"/>
              </a:ext>
            </a:extLst>
          </p:cNvPr>
          <p:cNvSpPr txBox="1"/>
          <p:nvPr/>
        </p:nvSpPr>
        <p:spPr>
          <a:xfrm>
            <a:off x="6726621" y="2167150"/>
            <a:ext cx="1738590" cy="646331"/>
          </a:xfrm>
          <a:custGeom>
            <a:avLst/>
            <a:gdLst>
              <a:gd name="csX0" fmla="*/ 0 w 1738590"/>
              <a:gd name="csY0" fmla="*/ 0 h 646331"/>
              <a:gd name="csX1" fmla="*/ 562144 w 1738590"/>
              <a:gd name="csY1" fmla="*/ 0 h 646331"/>
              <a:gd name="csX2" fmla="*/ 1089516 w 1738590"/>
              <a:gd name="csY2" fmla="*/ 0 h 646331"/>
              <a:gd name="csX3" fmla="*/ 1738590 w 1738590"/>
              <a:gd name="csY3" fmla="*/ 0 h 646331"/>
              <a:gd name="csX4" fmla="*/ 1738590 w 1738590"/>
              <a:gd name="csY4" fmla="*/ 316702 h 646331"/>
              <a:gd name="csX5" fmla="*/ 1738590 w 1738590"/>
              <a:gd name="csY5" fmla="*/ 646331 h 646331"/>
              <a:gd name="csX6" fmla="*/ 1193832 w 1738590"/>
              <a:gd name="csY6" fmla="*/ 646331 h 646331"/>
              <a:gd name="csX7" fmla="*/ 649074 w 1738590"/>
              <a:gd name="csY7" fmla="*/ 646331 h 646331"/>
              <a:gd name="csX8" fmla="*/ 0 w 1738590"/>
              <a:gd name="csY8" fmla="*/ 646331 h 646331"/>
              <a:gd name="csX9" fmla="*/ 0 w 1738590"/>
              <a:gd name="csY9" fmla="*/ 342555 h 646331"/>
              <a:gd name="csX10" fmla="*/ 0 w 1738590"/>
              <a:gd name="csY10" fmla="*/ 0 h 646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Lst>
            <a:rect l="l" t="t" r="r" b="b"/>
            <a:pathLst>
              <a:path w="1738590" h="646331" extrusionOk="0">
                <a:moveTo>
                  <a:pt x="0" y="0"/>
                </a:moveTo>
                <a:cubicBezTo>
                  <a:pt x="231282" y="-64220"/>
                  <a:pt x="317341" y="17399"/>
                  <a:pt x="562144" y="0"/>
                </a:cubicBezTo>
                <a:cubicBezTo>
                  <a:pt x="806947" y="-17399"/>
                  <a:pt x="890262" y="34380"/>
                  <a:pt x="1089516" y="0"/>
                </a:cubicBezTo>
                <a:cubicBezTo>
                  <a:pt x="1288770" y="-34380"/>
                  <a:pt x="1605101" y="17808"/>
                  <a:pt x="1738590" y="0"/>
                </a:cubicBezTo>
                <a:cubicBezTo>
                  <a:pt x="1765973" y="121065"/>
                  <a:pt x="1725020" y="238935"/>
                  <a:pt x="1738590" y="316702"/>
                </a:cubicBezTo>
                <a:cubicBezTo>
                  <a:pt x="1752160" y="394469"/>
                  <a:pt x="1731733" y="514100"/>
                  <a:pt x="1738590" y="646331"/>
                </a:cubicBezTo>
                <a:cubicBezTo>
                  <a:pt x="1570929" y="702750"/>
                  <a:pt x="1375279" y="610480"/>
                  <a:pt x="1193832" y="646331"/>
                </a:cubicBezTo>
                <a:cubicBezTo>
                  <a:pt x="1012385" y="682182"/>
                  <a:pt x="904897" y="634329"/>
                  <a:pt x="649074" y="646331"/>
                </a:cubicBezTo>
                <a:cubicBezTo>
                  <a:pt x="393251" y="658333"/>
                  <a:pt x="296014" y="576782"/>
                  <a:pt x="0" y="646331"/>
                </a:cubicBezTo>
                <a:cubicBezTo>
                  <a:pt x="-26174" y="508757"/>
                  <a:pt x="23894" y="459392"/>
                  <a:pt x="0" y="342555"/>
                </a:cubicBezTo>
                <a:cubicBezTo>
                  <a:pt x="-23894" y="225718"/>
                  <a:pt x="27255" y="138134"/>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Total number of documents</a:t>
            </a:r>
            <a:endParaRPr lang="en-US" dirty="0"/>
          </a:p>
        </p:txBody>
      </p:sp>
      <p:cxnSp>
        <p:nvCxnSpPr>
          <p:cNvPr id="7" name="Straight Arrow Connector 6">
            <a:extLst>
              <a:ext uri="{FF2B5EF4-FFF2-40B4-BE49-F238E27FC236}">
                <a16:creationId xmlns:a16="http://schemas.microsoft.com/office/drawing/2014/main" id="{119C546D-B8CD-B146-4CBF-0E563A8C8D3B}"/>
              </a:ext>
            </a:extLst>
          </p:cNvPr>
          <p:cNvCxnSpPr>
            <a:cxnSpLocks/>
          </p:cNvCxnSpPr>
          <p:nvPr/>
        </p:nvCxnSpPr>
        <p:spPr>
          <a:xfrm flipV="1">
            <a:off x="5725996" y="2512509"/>
            <a:ext cx="1008023" cy="323165"/>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8" name="Rectangle 7">
            <a:extLst>
              <a:ext uri="{FF2B5EF4-FFF2-40B4-BE49-F238E27FC236}">
                <a16:creationId xmlns:a16="http://schemas.microsoft.com/office/drawing/2014/main" id="{CED46FC5-17D9-8884-8460-5272D36CFC1E}"/>
              </a:ext>
            </a:extLst>
          </p:cNvPr>
          <p:cNvSpPr/>
          <p:nvPr/>
        </p:nvSpPr>
        <p:spPr>
          <a:xfrm>
            <a:off x="5237384" y="2628814"/>
            <a:ext cx="481215" cy="482068"/>
          </a:xfrm>
          <a:custGeom>
            <a:avLst/>
            <a:gdLst>
              <a:gd name="csX0" fmla="*/ 0 w 481215"/>
              <a:gd name="csY0" fmla="*/ 0 h 482068"/>
              <a:gd name="csX1" fmla="*/ 481215 w 481215"/>
              <a:gd name="csY1" fmla="*/ 0 h 482068"/>
              <a:gd name="csX2" fmla="*/ 481215 w 481215"/>
              <a:gd name="csY2" fmla="*/ 482068 h 482068"/>
              <a:gd name="csX3" fmla="*/ 0 w 481215"/>
              <a:gd name="csY3" fmla="*/ 482068 h 482068"/>
              <a:gd name="csX4" fmla="*/ 0 w 481215"/>
              <a:gd name="csY4" fmla="*/ 0 h 482068"/>
            </a:gdLst>
            <a:ahLst/>
            <a:cxnLst>
              <a:cxn ang="0">
                <a:pos x="csX0" y="csY0"/>
              </a:cxn>
              <a:cxn ang="0">
                <a:pos x="csX1" y="csY1"/>
              </a:cxn>
              <a:cxn ang="0">
                <a:pos x="csX2" y="csY2"/>
              </a:cxn>
              <a:cxn ang="0">
                <a:pos x="csX3" y="csY3"/>
              </a:cxn>
              <a:cxn ang="0">
                <a:pos x="csX4" y="csY4"/>
              </a:cxn>
            </a:cxnLst>
            <a:rect l="l" t="t" r="r" b="b"/>
            <a:pathLst>
              <a:path w="481215" h="482068" extrusionOk="0">
                <a:moveTo>
                  <a:pt x="0" y="0"/>
                </a:moveTo>
                <a:cubicBezTo>
                  <a:pt x="238237" y="-751"/>
                  <a:pt x="249365" y="56971"/>
                  <a:pt x="481215" y="0"/>
                </a:cubicBezTo>
                <a:cubicBezTo>
                  <a:pt x="534180" y="199132"/>
                  <a:pt x="428129" y="339594"/>
                  <a:pt x="481215" y="482068"/>
                </a:cubicBezTo>
                <a:cubicBezTo>
                  <a:pt x="366934" y="532892"/>
                  <a:pt x="233842" y="441263"/>
                  <a:pt x="0" y="482068"/>
                </a:cubicBezTo>
                <a:cubicBezTo>
                  <a:pt x="-7102" y="355816"/>
                  <a:pt x="33358" y="218656"/>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9" name="Rectangle 8">
            <a:extLst>
              <a:ext uri="{FF2B5EF4-FFF2-40B4-BE49-F238E27FC236}">
                <a16:creationId xmlns:a16="http://schemas.microsoft.com/office/drawing/2014/main" id="{E08F1A75-4D23-F400-A4CD-AC8039DA833C}"/>
              </a:ext>
            </a:extLst>
          </p:cNvPr>
          <p:cNvSpPr/>
          <p:nvPr/>
        </p:nvSpPr>
        <p:spPr>
          <a:xfrm>
            <a:off x="3627316" y="3182209"/>
            <a:ext cx="3693948" cy="456330"/>
          </a:xfrm>
          <a:custGeom>
            <a:avLst/>
            <a:gdLst>
              <a:gd name="csX0" fmla="*/ 0 w 3693948"/>
              <a:gd name="csY0" fmla="*/ 0 h 456330"/>
              <a:gd name="csX1" fmla="*/ 490767 w 3693948"/>
              <a:gd name="csY1" fmla="*/ 0 h 456330"/>
              <a:gd name="csX2" fmla="*/ 907656 w 3693948"/>
              <a:gd name="csY2" fmla="*/ 0 h 456330"/>
              <a:gd name="csX3" fmla="*/ 1509242 w 3693948"/>
              <a:gd name="csY3" fmla="*/ 0 h 456330"/>
              <a:gd name="csX4" fmla="*/ 2000009 w 3693948"/>
              <a:gd name="csY4" fmla="*/ 0 h 456330"/>
              <a:gd name="csX5" fmla="*/ 2490776 w 3693948"/>
              <a:gd name="csY5" fmla="*/ 0 h 456330"/>
              <a:gd name="csX6" fmla="*/ 3092362 w 3693948"/>
              <a:gd name="csY6" fmla="*/ 0 h 456330"/>
              <a:gd name="csX7" fmla="*/ 3693948 w 3693948"/>
              <a:gd name="csY7" fmla="*/ 0 h 456330"/>
              <a:gd name="csX8" fmla="*/ 3693948 w 3693948"/>
              <a:gd name="csY8" fmla="*/ 456330 h 456330"/>
              <a:gd name="csX9" fmla="*/ 3240120 w 3693948"/>
              <a:gd name="csY9" fmla="*/ 456330 h 456330"/>
              <a:gd name="csX10" fmla="*/ 2712413 w 3693948"/>
              <a:gd name="csY10" fmla="*/ 456330 h 456330"/>
              <a:gd name="csX11" fmla="*/ 2184706 w 3693948"/>
              <a:gd name="csY11" fmla="*/ 456330 h 456330"/>
              <a:gd name="csX12" fmla="*/ 1693939 w 3693948"/>
              <a:gd name="csY12" fmla="*/ 456330 h 456330"/>
              <a:gd name="csX13" fmla="*/ 1092353 w 3693948"/>
              <a:gd name="csY13" fmla="*/ 456330 h 456330"/>
              <a:gd name="csX14" fmla="*/ 490767 w 3693948"/>
              <a:gd name="csY14" fmla="*/ 456330 h 456330"/>
              <a:gd name="csX15" fmla="*/ 0 w 3693948"/>
              <a:gd name="csY15" fmla="*/ 456330 h 456330"/>
              <a:gd name="csX16" fmla="*/ 0 w 3693948"/>
              <a:gd name="csY16" fmla="*/ 0 h 456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693948" h="456330" extrusionOk="0">
                <a:moveTo>
                  <a:pt x="0" y="0"/>
                </a:moveTo>
                <a:cubicBezTo>
                  <a:pt x="210457" y="-27721"/>
                  <a:pt x="374375" y="6368"/>
                  <a:pt x="490767" y="0"/>
                </a:cubicBezTo>
                <a:cubicBezTo>
                  <a:pt x="607159" y="-6368"/>
                  <a:pt x="705108" y="15208"/>
                  <a:pt x="907656" y="0"/>
                </a:cubicBezTo>
                <a:cubicBezTo>
                  <a:pt x="1110204" y="-15208"/>
                  <a:pt x="1300108" y="66242"/>
                  <a:pt x="1509242" y="0"/>
                </a:cubicBezTo>
                <a:cubicBezTo>
                  <a:pt x="1718376" y="-66242"/>
                  <a:pt x="1787170" y="30354"/>
                  <a:pt x="2000009" y="0"/>
                </a:cubicBezTo>
                <a:cubicBezTo>
                  <a:pt x="2212848" y="-30354"/>
                  <a:pt x="2280772" y="16301"/>
                  <a:pt x="2490776" y="0"/>
                </a:cubicBezTo>
                <a:cubicBezTo>
                  <a:pt x="2700780" y="-16301"/>
                  <a:pt x="2965238" y="21144"/>
                  <a:pt x="3092362" y="0"/>
                </a:cubicBezTo>
                <a:cubicBezTo>
                  <a:pt x="3219486" y="-21144"/>
                  <a:pt x="3537292" y="42924"/>
                  <a:pt x="3693948" y="0"/>
                </a:cubicBezTo>
                <a:cubicBezTo>
                  <a:pt x="3707005" y="226135"/>
                  <a:pt x="3693033" y="242460"/>
                  <a:pt x="3693948" y="456330"/>
                </a:cubicBezTo>
                <a:cubicBezTo>
                  <a:pt x="3495403" y="497911"/>
                  <a:pt x="3355878" y="429506"/>
                  <a:pt x="3240120" y="456330"/>
                </a:cubicBezTo>
                <a:cubicBezTo>
                  <a:pt x="3124362" y="483154"/>
                  <a:pt x="2932378" y="444940"/>
                  <a:pt x="2712413" y="456330"/>
                </a:cubicBezTo>
                <a:cubicBezTo>
                  <a:pt x="2492448" y="467720"/>
                  <a:pt x="2362241" y="399759"/>
                  <a:pt x="2184706" y="456330"/>
                </a:cubicBezTo>
                <a:cubicBezTo>
                  <a:pt x="2007171" y="512901"/>
                  <a:pt x="1873614" y="399900"/>
                  <a:pt x="1693939" y="456330"/>
                </a:cubicBezTo>
                <a:cubicBezTo>
                  <a:pt x="1514264" y="512760"/>
                  <a:pt x="1222156" y="436787"/>
                  <a:pt x="1092353" y="456330"/>
                </a:cubicBezTo>
                <a:cubicBezTo>
                  <a:pt x="962550" y="475873"/>
                  <a:pt x="620928" y="432669"/>
                  <a:pt x="490767" y="456330"/>
                </a:cubicBezTo>
                <a:cubicBezTo>
                  <a:pt x="360606" y="479991"/>
                  <a:pt x="173652" y="450819"/>
                  <a:pt x="0" y="456330"/>
                </a:cubicBezTo>
                <a:cubicBezTo>
                  <a:pt x="-50305" y="289604"/>
                  <a:pt x="52263" y="108176"/>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cxnSp>
        <p:nvCxnSpPr>
          <p:cNvPr id="10" name="Straight Arrow Connector 9">
            <a:extLst>
              <a:ext uri="{FF2B5EF4-FFF2-40B4-BE49-F238E27FC236}">
                <a16:creationId xmlns:a16="http://schemas.microsoft.com/office/drawing/2014/main" id="{3F7E7275-5285-CFD3-423B-6192F96C733A}"/>
              </a:ext>
            </a:extLst>
          </p:cNvPr>
          <p:cNvCxnSpPr>
            <a:cxnSpLocks/>
            <a:stCxn id="10" idx="1"/>
          </p:cNvCxnSpPr>
          <p:nvPr/>
        </p:nvCxnSpPr>
        <p:spPr>
          <a:xfrm flipH="1">
            <a:off x="3005444" y="3425171"/>
            <a:ext cx="614474" cy="677923"/>
          </a:xfrm>
          <a:prstGeom prst="straightConnector1">
            <a:avLst/>
          </a:prstGeom>
          <a:ln w="254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4">
            <a:extLst>
              <a:ext uri="{FF2B5EF4-FFF2-40B4-BE49-F238E27FC236}">
                <a16:creationId xmlns:a16="http://schemas.microsoft.com/office/drawing/2014/main" id="{8DD4E348-4C78-7A06-908A-9F3EBBE5E384}"/>
              </a:ext>
            </a:extLst>
          </p:cNvPr>
          <p:cNvSpPr txBox="1"/>
          <p:nvPr/>
        </p:nvSpPr>
        <p:spPr>
          <a:xfrm>
            <a:off x="874757" y="3639363"/>
            <a:ext cx="2130687" cy="923330"/>
          </a:xfrm>
          <a:custGeom>
            <a:avLst/>
            <a:gdLst>
              <a:gd name="csX0" fmla="*/ 0 w 2130687"/>
              <a:gd name="csY0" fmla="*/ 0 h 923330"/>
              <a:gd name="csX1" fmla="*/ 511365 w 2130687"/>
              <a:gd name="csY1" fmla="*/ 0 h 923330"/>
              <a:gd name="csX2" fmla="*/ 980116 w 2130687"/>
              <a:gd name="csY2" fmla="*/ 0 h 923330"/>
              <a:gd name="csX3" fmla="*/ 1555402 w 2130687"/>
              <a:gd name="csY3" fmla="*/ 0 h 923330"/>
              <a:gd name="csX4" fmla="*/ 2130687 w 2130687"/>
              <a:gd name="csY4" fmla="*/ 0 h 923330"/>
              <a:gd name="csX5" fmla="*/ 2130687 w 2130687"/>
              <a:gd name="csY5" fmla="*/ 452432 h 923330"/>
              <a:gd name="csX6" fmla="*/ 2130687 w 2130687"/>
              <a:gd name="csY6" fmla="*/ 923330 h 923330"/>
              <a:gd name="csX7" fmla="*/ 1598015 w 2130687"/>
              <a:gd name="csY7" fmla="*/ 923330 h 923330"/>
              <a:gd name="csX8" fmla="*/ 1022730 w 2130687"/>
              <a:gd name="csY8" fmla="*/ 923330 h 923330"/>
              <a:gd name="csX9" fmla="*/ 553979 w 2130687"/>
              <a:gd name="csY9" fmla="*/ 923330 h 923330"/>
              <a:gd name="csX10" fmla="*/ 0 w 2130687"/>
              <a:gd name="csY10" fmla="*/ 923330 h 923330"/>
              <a:gd name="csX11" fmla="*/ 0 w 2130687"/>
              <a:gd name="csY11" fmla="*/ 461665 h 923330"/>
              <a:gd name="csX12" fmla="*/ 0 w 2130687"/>
              <a:gd name="csY12" fmla="*/ 0 h 92333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2130687" h="923330" extrusionOk="0">
                <a:moveTo>
                  <a:pt x="0" y="0"/>
                </a:moveTo>
                <a:cubicBezTo>
                  <a:pt x="163322" y="-59757"/>
                  <a:pt x="274330" y="2759"/>
                  <a:pt x="511365" y="0"/>
                </a:cubicBezTo>
                <a:cubicBezTo>
                  <a:pt x="748400" y="-2759"/>
                  <a:pt x="814069" y="15099"/>
                  <a:pt x="980116" y="0"/>
                </a:cubicBezTo>
                <a:cubicBezTo>
                  <a:pt x="1146163" y="-15099"/>
                  <a:pt x="1310830" y="59666"/>
                  <a:pt x="1555402" y="0"/>
                </a:cubicBezTo>
                <a:cubicBezTo>
                  <a:pt x="1799974" y="-59666"/>
                  <a:pt x="1951539" y="58546"/>
                  <a:pt x="2130687" y="0"/>
                </a:cubicBezTo>
                <a:cubicBezTo>
                  <a:pt x="2169864" y="95241"/>
                  <a:pt x="2115586" y="279166"/>
                  <a:pt x="2130687" y="452432"/>
                </a:cubicBezTo>
                <a:cubicBezTo>
                  <a:pt x="2145788" y="625698"/>
                  <a:pt x="2112568" y="697229"/>
                  <a:pt x="2130687" y="923330"/>
                </a:cubicBezTo>
                <a:cubicBezTo>
                  <a:pt x="1992732" y="980701"/>
                  <a:pt x="1820126" y="908122"/>
                  <a:pt x="1598015" y="923330"/>
                </a:cubicBezTo>
                <a:cubicBezTo>
                  <a:pt x="1375904" y="938538"/>
                  <a:pt x="1229765" y="894219"/>
                  <a:pt x="1022730" y="923330"/>
                </a:cubicBezTo>
                <a:cubicBezTo>
                  <a:pt x="815696" y="952441"/>
                  <a:pt x="678280" y="890967"/>
                  <a:pt x="553979" y="923330"/>
                </a:cubicBezTo>
                <a:cubicBezTo>
                  <a:pt x="429678" y="955693"/>
                  <a:pt x="180078" y="917559"/>
                  <a:pt x="0" y="923330"/>
                </a:cubicBezTo>
                <a:cubicBezTo>
                  <a:pt x="-8327" y="708578"/>
                  <a:pt x="43168" y="577028"/>
                  <a:pt x="0" y="461665"/>
                </a:cubicBezTo>
                <a:cubicBezTo>
                  <a:pt x="-43168" y="346302"/>
                  <a:pt x="14639" y="135594"/>
                  <a:pt x="0" y="0"/>
                </a:cubicBezTo>
                <a:close/>
              </a:path>
            </a:pathLst>
          </a:custGeom>
          <a:noFill/>
          <a:ln w="25400">
            <a:solidFill>
              <a:srgbClr val="C00000"/>
            </a:solidFill>
            <a:extLst>
              <a:ext uri="{C807C97D-BFC1-408E-A445-0C87EB9F89A2}">
                <ask:lineSketchStyleProps xmlns:ask="http://schemas.microsoft.com/office/drawing/2018/sketchyshapes" sd="1219033472">
                  <a:prstGeom prst="rect">
                    <a:avLst/>
                  </a:prstGeom>
                  <ask:type>
                    <ask:lineSketchScribble/>
                  </ask:type>
                </ask:lineSketchStyleProps>
              </a:ext>
            </a:extLst>
          </a:ln>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Total number of documents that contain the term </a:t>
            </a:r>
            <a:r>
              <a:rPr lang="en-GB" i="1" dirty="0"/>
              <a:t>t</a:t>
            </a:r>
            <a:endParaRPr lang="en-US" i="1" dirty="0"/>
          </a:p>
        </p:txBody>
      </p:sp>
      <p:sp>
        <p:nvSpPr>
          <p:cNvPr id="12" name="TextBox 15">
            <a:extLst>
              <a:ext uri="{FF2B5EF4-FFF2-40B4-BE49-F238E27FC236}">
                <a16:creationId xmlns:a16="http://schemas.microsoft.com/office/drawing/2014/main" id="{FFAB4A74-4BBD-5D08-0424-77F6023E19F1}"/>
              </a:ext>
            </a:extLst>
          </p:cNvPr>
          <p:cNvSpPr txBox="1"/>
          <p:nvPr/>
        </p:nvSpPr>
        <p:spPr>
          <a:xfrm>
            <a:off x="5472363" y="4550210"/>
            <a:ext cx="4193386" cy="1754326"/>
          </a:xfrm>
          <a:prstGeom prst="rect">
            <a:avLst/>
          </a:prstGeom>
          <a:noFill/>
        </p:spPr>
        <p:txBody>
          <a:bodyPr wrap="square" lIns="91440" tIns="45720" rIns="91440" bIns="4572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GB" dirty="0"/>
              <a:t>IDF('the') = log(3 / 3) = log(1) = 0</a:t>
            </a:r>
          </a:p>
          <a:p>
            <a:r>
              <a:rPr lang="en-GB" dirty="0"/>
              <a:t>IDF('cat') = log(3 / 2) = log(1.5) ≈ 0.405 IDF('sat') = log(3 / 3) = log(1) = 0</a:t>
            </a:r>
          </a:p>
          <a:p>
            <a:r>
              <a:rPr lang="en-GB" dirty="0"/>
              <a:t>IDF ('on') = log(3 / 3) = log(1) = 0 </a:t>
            </a:r>
          </a:p>
          <a:p>
            <a:r>
              <a:rPr lang="en-GB" dirty="0"/>
              <a:t>IDF('mat') = log(3 / 2) = log(1.5) ≈ 0.405 IDF('dog') = log(3 / 2) = log(1.5) ≈ 0.405</a:t>
            </a:r>
            <a:endParaRPr lang="en-US" dirty="0"/>
          </a:p>
        </p:txBody>
      </p:sp>
    </p:spTree>
    <p:extLst>
      <p:ext uri="{BB962C8B-B14F-4D97-AF65-F5344CB8AC3E}">
        <p14:creationId xmlns:p14="http://schemas.microsoft.com/office/powerpoint/2010/main" val="3554544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8" grpId="0" animBg="1"/>
      <p:bldP spid="9" grpId="0" animBg="1"/>
      <p:bldP spid="11" grpId="0" animBg="1"/>
      <p:bldP spid="1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DEB5E-D2FC-ED5F-F06F-AF6C0A98AF52}"/>
              </a:ext>
            </a:extLst>
          </p:cNvPr>
          <p:cNvSpPr>
            <a:spLocks noGrp="1"/>
          </p:cNvSpPr>
          <p:nvPr>
            <p:ph type="title"/>
          </p:nvPr>
        </p:nvSpPr>
        <p:spPr/>
        <p:txBody>
          <a:bodyPr/>
          <a:lstStyle/>
          <a:p>
            <a:r>
              <a:rPr lang="en-GB" dirty="0"/>
              <a:t>TF-IDF</a:t>
            </a:r>
          </a:p>
        </p:txBody>
      </p:sp>
      <p:graphicFrame>
        <p:nvGraphicFramePr>
          <p:cNvPr id="7" name="Table 6">
            <a:extLst>
              <a:ext uri="{FF2B5EF4-FFF2-40B4-BE49-F238E27FC236}">
                <a16:creationId xmlns:a16="http://schemas.microsoft.com/office/drawing/2014/main" id="{852A757C-C9AF-D450-B1DA-CBFC6C0916CF}"/>
              </a:ext>
            </a:extLst>
          </p:cNvPr>
          <p:cNvGraphicFramePr>
            <a:graphicFrameLocks noGrp="1"/>
          </p:cNvGraphicFramePr>
          <p:nvPr>
            <p:extLst>
              <p:ext uri="{D42A27DB-BD31-4B8C-83A1-F6EECF244321}">
                <p14:modId xmlns:p14="http://schemas.microsoft.com/office/powerpoint/2010/main" val="1084850831"/>
              </p:ext>
            </p:extLst>
          </p:nvPr>
        </p:nvGraphicFramePr>
        <p:xfrm>
          <a:off x="4305300" y="3253342"/>
          <a:ext cx="3581400" cy="2600325"/>
        </p:xfrm>
        <a:graphic>
          <a:graphicData uri="http://schemas.openxmlformats.org/drawingml/2006/table">
            <a:tbl>
              <a:tblPr bandRow="1">
                <a:tableStyleId>{5C22544A-7EE6-4342-B048-85BDC9FD1C3A}</a:tableStyleId>
              </a:tblPr>
              <a:tblGrid>
                <a:gridCol w="895350">
                  <a:extLst>
                    <a:ext uri="{9D8B030D-6E8A-4147-A177-3AD203B41FA5}">
                      <a16:colId xmlns:a16="http://schemas.microsoft.com/office/drawing/2014/main" val="1495879846"/>
                    </a:ext>
                  </a:extLst>
                </a:gridCol>
                <a:gridCol w="895350">
                  <a:extLst>
                    <a:ext uri="{9D8B030D-6E8A-4147-A177-3AD203B41FA5}">
                      <a16:colId xmlns:a16="http://schemas.microsoft.com/office/drawing/2014/main" val="748796092"/>
                    </a:ext>
                  </a:extLst>
                </a:gridCol>
                <a:gridCol w="895350">
                  <a:extLst>
                    <a:ext uri="{9D8B030D-6E8A-4147-A177-3AD203B41FA5}">
                      <a16:colId xmlns:a16="http://schemas.microsoft.com/office/drawing/2014/main" val="2360711675"/>
                    </a:ext>
                  </a:extLst>
                </a:gridCol>
                <a:gridCol w="895350">
                  <a:extLst>
                    <a:ext uri="{9D8B030D-6E8A-4147-A177-3AD203B41FA5}">
                      <a16:colId xmlns:a16="http://schemas.microsoft.com/office/drawing/2014/main" val="83001714"/>
                    </a:ext>
                  </a:extLst>
                </a:gridCol>
              </a:tblGrid>
              <a:tr h="371475">
                <a:tc>
                  <a:txBody>
                    <a:bodyPr/>
                    <a:lstStyle/>
                    <a:p>
                      <a:pPr fontAlgn="auto">
                        <a:lnSpc>
                          <a:spcPts val="2175"/>
                        </a:lnSpc>
                        <a:buNone/>
                      </a:pPr>
                      <a:endParaRPr lang="en-US" sz="1800">
                        <a:effectLst/>
                        <a:latin typeface="Calibri" panose="020F0502020204030204" pitchFamily="34" charset="0"/>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d1</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d2</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788596577"/>
                  </a:ext>
                </a:extLst>
              </a:tr>
              <a:tr h="371475">
                <a:tc>
                  <a:txBody>
                    <a:bodyPr/>
                    <a:lstStyle/>
                    <a:p>
                      <a:pPr fontAlgn="base">
                        <a:lnSpc>
                          <a:spcPts val="2175"/>
                        </a:lnSpc>
                        <a:buNone/>
                      </a:pPr>
                      <a:r>
                        <a:rPr lang="en-US" sz="1800">
                          <a:effectLst/>
                          <a:latin typeface="Calibri" panose="020F0502020204030204" pitchFamily="34" charset="0"/>
                        </a:rPr>
                        <a:t>the</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382762457"/>
                  </a:ext>
                </a:extLst>
              </a:tr>
              <a:tr h="371475">
                <a:tc>
                  <a:txBody>
                    <a:bodyPr/>
                    <a:lstStyle/>
                    <a:p>
                      <a:pPr fontAlgn="base">
                        <a:lnSpc>
                          <a:spcPts val="2175"/>
                        </a:lnSpc>
                        <a:buNone/>
                      </a:pPr>
                      <a:r>
                        <a:rPr lang="en-US" sz="1800">
                          <a:effectLst/>
                          <a:latin typeface="Calibri" panose="020F0502020204030204" pitchFamily="34" charset="0"/>
                        </a:rPr>
                        <a:t>cat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1399013488"/>
                  </a:ext>
                </a:extLst>
              </a:tr>
              <a:tr h="371475">
                <a:tc>
                  <a:txBody>
                    <a:bodyPr/>
                    <a:lstStyle/>
                    <a:p>
                      <a:pPr fontAlgn="base">
                        <a:lnSpc>
                          <a:spcPts val="2175"/>
                        </a:lnSpc>
                        <a:buNone/>
                      </a:pPr>
                      <a:r>
                        <a:rPr lang="en-US" sz="1800">
                          <a:effectLst/>
                          <a:latin typeface="Calibri" panose="020F0502020204030204" pitchFamily="34" charset="0"/>
                        </a:rPr>
                        <a:t>sat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18651577"/>
                  </a:ext>
                </a:extLst>
              </a:tr>
              <a:tr h="371475">
                <a:tc>
                  <a:txBody>
                    <a:bodyPr/>
                    <a:lstStyle/>
                    <a:p>
                      <a:pPr fontAlgn="base">
                        <a:lnSpc>
                          <a:spcPts val="2175"/>
                        </a:lnSpc>
                        <a:buNone/>
                      </a:pPr>
                      <a:r>
                        <a:rPr lang="en-US" sz="1800">
                          <a:effectLst/>
                          <a:latin typeface="Calibri" panose="020F0502020204030204" pitchFamily="34" charset="0"/>
                        </a:rPr>
                        <a:t>on</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410234843"/>
                  </a:ext>
                </a:extLst>
              </a:tr>
              <a:tr h="371475">
                <a:tc>
                  <a:txBody>
                    <a:bodyPr/>
                    <a:lstStyle/>
                    <a:p>
                      <a:pPr fontAlgn="base">
                        <a:lnSpc>
                          <a:spcPts val="2175"/>
                        </a:lnSpc>
                        <a:buNone/>
                      </a:pPr>
                      <a:r>
                        <a:rPr lang="en-US" sz="1800">
                          <a:effectLst/>
                          <a:latin typeface="Calibri" panose="020F0502020204030204" pitchFamily="34" charset="0"/>
                        </a:rPr>
                        <a:t>mat</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535106231"/>
                  </a:ext>
                </a:extLst>
              </a:tr>
              <a:tr h="371475">
                <a:tc>
                  <a:txBody>
                    <a:bodyPr/>
                    <a:lstStyle/>
                    <a:p>
                      <a:pPr fontAlgn="base">
                        <a:lnSpc>
                          <a:spcPts val="2175"/>
                        </a:lnSpc>
                        <a:buNone/>
                      </a:pPr>
                      <a:r>
                        <a:rPr lang="en-US" sz="1800">
                          <a:effectLst/>
                          <a:latin typeface="Calibri" panose="020F0502020204030204" pitchFamily="34" charset="0"/>
                        </a:rPr>
                        <a:t>dog</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0.000</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tc>
                  <a:txBody>
                    <a:bodyPr/>
                    <a:lstStyle/>
                    <a:p>
                      <a:pPr fontAlgn="base">
                        <a:lnSpc>
                          <a:spcPts val="2175"/>
                        </a:lnSpc>
                        <a:buNone/>
                      </a:pPr>
                      <a:r>
                        <a:rPr lang="en-US" sz="1800">
                          <a:effectLst/>
                          <a:latin typeface="Calibri" panose="020F0502020204030204" pitchFamily="34" charset="0"/>
                        </a:rPr>
                        <a:t>0.0675</a:t>
                      </a:r>
                      <a:endParaRPr lang="en-US">
                        <a:effectLst/>
                      </a:endParaRPr>
                    </a:p>
                  </a:txBody>
                  <a:tcP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solidFill>
                      <a:srgbClr val="E9EBF5"/>
                    </a:solidFill>
                  </a:tcPr>
                </a:tc>
                <a:extLst>
                  <a:ext uri="{0D108BD9-81ED-4DB2-BD59-A6C34878D82A}">
                    <a16:rowId xmlns:a16="http://schemas.microsoft.com/office/drawing/2014/main" val="305565363"/>
                  </a:ext>
                </a:extLst>
              </a:tr>
            </a:tbl>
          </a:graphicData>
        </a:graphic>
      </p:graphicFrame>
      <p:pic>
        <p:nvPicPr>
          <p:cNvPr id="8" name="Picture 7">
            <a:extLst>
              <a:ext uri="{FF2B5EF4-FFF2-40B4-BE49-F238E27FC236}">
                <a16:creationId xmlns:a16="http://schemas.microsoft.com/office/drawing/2014/main" id="{CF6C401E-A763-5095-739F-DDECF0397A67}"/>
              </a:ext>
            </a:extLst>
          </p:cNvPr>
          <p:cNvPicPr>
            <a:picLocks noChangeAspect="1"/>
          </p:cNvPicPr>
          <p:nvPr/>
        </p:nvPicPr>
        <p:blipFill>
          <a:blip r:embed="rId2"/>
          <a:stretch>
            <a:fillRect/>
          </a:stretch>
        </p:blipFill>
        <p:spPr>
          <a:xfrm>
            <a:off x="2944427" y="1983159"/>
            <a:ext cx="6295748" cy="457722"/>
          </a:xfrm>
          <a:prstGeom prst="rect">
            <a:avLst/>
          </a:prstGeom>
        </p:spPr>
      </p:pic>
    </p:spTree>
    <p:extLst>
      <p:ext uri="{BB962C8B-B14F-4D97-AF65-F5344CB8AC3E}">
        <p14:creationId xmlns:p14="http://schemas.microsoft.com/office/powerpoint/2010/main" val="39562704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BF4AC1-6D97-7539-EA2B-CA51FBF1D81E}"/>
              </a:ext>
            </a:extLst>
          </p:cNvPr>
          <p:cNvSpPr>
            <a:spLocks noGrp="1"/>
          </p:cNvSpPr>
          <p:nvPr>
            <p:ph type="title"/>
          </p:nvPr>
        </p:nvSpPr>
        <p:spPr/>
        <p:txBody>
          <a:bodyPr/>
          <a:lstStyle/>
          <a:p>
            <a:r>
              <a:rPr lang="en-GB" dirty="0"/>
              <a:t>TF-IDF</a:t>
            </a:r>
          </a:p>
        </p:txBody>
      </p:sp>
      <p:sp>
        <p:nvSpPr>
          <p:cNvPr id="3" name="Content Placeholder 2">
            <a:extLst>
              <a:ext uri="{FF2B5EF4-FFF2-40B4-BE49-F238E27FC236}">
                <a16:creationId xmlns:a16="http://schemas.microsoft.com/office/drawing/2014/main" id="{2C302A89-E48C-6F1F-68EA-7BA185CC25B0}"/>
              </a:ext>
            </a:extLst>
          </p:cNvPr>
          <p:cNvSpPr>
            <a:spLocks noGrp="1"/>
          </p:cNvSpPr>
          <p:nvPr>
            <p:ph idx="1"/>
          </p:nvPr>
        </p:nvSpPr>
        <p:spPr/>
        <p:txBody>
          <a:bodyPr vert="horz" lIns="91440" tIns="45720" rIns="91440" bIns="45720" rtlCol="0" anchor="t">
            <a:normAutofit/>
          </a:bodyPr>
          <a:lstStyle/>
          <a:p>
            <a:r>
              <a:rPr lang="en-GB" dirty="0"/>
              <a:t>Each "document" is represented as a vector of </a:t>
            </a:r>
            <a:r>
              <a:rPr lang="en-GB" dirty="0" err="1"/>
              <a:t>tf-idf</a:t>
            </a:r>
            <a:r>
              <a:rPr lang="en-GB" dirty="0"/>
              <a:t> scores:</a:t>
            </a:r>
          </a:p>
          <a:p>
            <a:pPr marL="0" indent="0">
              <a:buNone/>
            </a:pPr>
            <a:endParaRPr lang="en-GB" dirty="0"/>
          </a:p>
          <a:p>
            <a:pPr marL="0" indent="0">
              <a:buNone/>
            </a:pPr>
            <a:r>
              <a:rPr lang="en-GB" dirty="0"/>
              <a:t>"the cat sat on the mat" : </a:t>
            </a:r>
            <a:r>
              <a:rPr lang="en-GB" dirty="0">
                <a:solidFill>
                  <a:schemeClr val="bg2">
                    <a:lumMod val="49000"/>
                  </a:schemeClr>
                </a:solidFill>
                <a:latin typeface="Consolas"/>
              </a:rPr>
              <a:t>[0, 0.0675, 0, 0, 0.0675, 0]</a:t>
            </a:r>
          </a:p>
          <a:p>
            <a:pPr marL="0" indent="0">
              <a:buNone/>
            </a:pPr>
            <a:endParaRPr lang="en-GB" dirty="0"/>
          </a:p>
          <a:p>
            <a:pPr marL="457200" indent="-457200"/>
            <a:r>
              <a:rPr lang="en-GB"/>
              <a:t>Reflects term importance</a:t>
            </a:r>
          </a:p>
          <a:p>
            <a:pPr marL="457200" indent="-457200"/>
            <a:r>
              <a:rPr lang="en-GB" dirty="0"/>
              <a:t>Sparse</a:t>
            </a:r>
          </a:p>
          <a:p>
            <a:pPr marL="457200" indent="-457200"/>
            <a:r>
              <a:rPr lang="en-GB" dirty="0"/>
              <a:t>High-dimensional</a:t>
            </a:r>
          </a:p>
          <a:p>
            <a:pPr marL="457200" indent="-457200"/>
            <a:r>
              <a:rPr lang="en-GB" dirty="0"/>
              <a:t>Still not really any semantic meaning</a:t>
            </a:r>
          </a:p>
        </p:txBody>
      </p:sp>
    </p:spTree>
    <p:extLst>
      <p:ext uri="{BB962C8B-B14F-4D97-AF65-F5344CB8AC3E}">
        <p14:creationId xmlns:p14="http://schemas.microsoft.com/office/powerpoint/2010/main" val="267141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982F54-ADB8-7E25-42EB-84D73593F9BC}"/>
              </a:ext>
            </a:extLst>
          </p:cNvPr>
          <p:cNvSpPr>
            <a:spLocks noGrp="1"/>
          </p:cNvSpPr>
          <p:nvPr>
            <p:ph type="title"/>
          </p:nvPr>
        </p:nvSpPr>
        <p:spPr/>
        <p:txBody>
          <a:bodyPr/>
          <a:lstStyle/>
          <a:p>
            <a:r>
              <a:rPr lang="en-GB" dirty="0"/>
              <a:t>TF-IDF</a:t>
            </a:r>
          </a:p>
        </p:txBody>
      </p:sp>
      <p:sp>
        <p:nvSpPr>
          <p:cNvPr id="3" name="Content Placeholder 2">
            <a:extLst>
              <a:ext uri="{FF2B5EF4-FFF2-40B4-BE49-F238E27FC236}">
                <a16:creationId xmlns:a16="http://schemas.microsoft.com/office/drawing/2014/main" id="{66FEF64E-E376-D236-B913-0D0C783E49C5}"/>
              </a:ext>
            </a:extLst>
          </p:cNvPr>
          <p:cNvSpPr>
            <a:spLocks noGrp="1"/>
          </p:cNvSpPr>
          <p:nvPr>
            <p:ph idx="1"/>
          </p:nvPr>
        </p:nvSpPr>
        <p:spPr/>
        <p:txBody>
          <a:bodyPr vert="horz" lIns="91440" tIns="45720" rIns="91440" bIns="45720" rtlCol="0" anchor="t">
            <a:normAutofit/>
          </a:bodyPr>
          <a:lstStyle/>
          <a:p>
            <a:r>
              <a:rPr lang="en-GB"/>
              <a:t>Still useful for searching!</a:t>
            </a:r>
            <a:endParaRPr lang="en-GB" dirty="0"/>
          </a:p>
          <a:p>
            <a:endParaRPr lang="en-GB" dirty="0"/>
          </a:p>
          <a:p>
            <a:pPr marL="0" indent="0">
              <a:buNone/>
            </a:pPr>
            <a:r>
              <a:rPr lang="en-GB" dirty="0"/>
              <a:t>1. Treat the search query as a document and calculate </a:t>
            </a:r>
            <a:r>
              <a:rPr lang="en-GB" err="1"/>
              <a:t>tf-idf</a:t>
            </a:r>
            <a:r>
              <a:rPr lang="en-GB" dirty="0"/>
              <a:t> score.</a:t>
            </a:r>
          </a:p>
          <a:p>
            <a:pPr marL="0" indent="0">
              <a:buNone/>
            </a:pPr>
            <a:r>
              <a:rPr lang="en-GB" dirty="0"/>
              <a:t>2. Compare search query vector to other documents.</a:t>
            </a:r>
          </a:p>
          <a:p>
            <a:pPr marL="0" indent="0">
              <a:buNone/>
            </a:pPr>
            <a:r>
              <a:rPr lang="en-GB" dirty="0"/>
              <a:t>3. Rank and return</a:t>
            </a:r>
          </a:p>
          <a:p>
            <a:pPr marL="0" indent="0">
              <a:buNone/>
            </a:pPr>
            <a:endParaRPr lang="en-GB" dirty="0"/>
          </a:p>
          <a:p>
            <a:pPr marL="0" indent="0" algn="ctr">
              <a:buNone/>
            </a:pPr>
            <a:r>
              <a:rPr lang="en-GB"/>
              <a:t>This was extended to BM25</a:t>
            </a:r>
            <a:endParaRPr lang="en-GB" dirty="0"/>
          </a:p>
        </p:txBody>
      </p:sp>
    </p:spTree>
    <p:extLst>
      <p:ext uri="{BB962C8B-B14F-4D97-AF65-F5344CB8AC3E}">
        <p14:creationId xmlns:p14="http://schemas.microsoft.com/office/powerpoint/2010/main" val="14771245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E9EF5-5817-4F29-6B4C-66D5EE636898}"/>
              </a:ext>
            </a:extLst>
          </p:cNvPr>
          <p:cNvSpPr>
            <a:spLocks noGrp="1"/>
          </p:cNvSpPr>
          <p:nvPr>
            <p:ph type="title"/>
          </p:nvPr>
        </p:nvSpPr>
        <p:spPr/>
        <p:txBody>
          <a:bodyPr/>
          <a:lstStyle/>
          <a:p>
            <a:r>
              <a:rPr lang="en-GB" dirty="0"/>
              <a:t>word2vec</a:t>
            </a:r>
          </a:p>
        </p:txBody>
      </p:sp>
      <p:sp>
        <p:nvSpPr>
          <p:cNvPr id="3" name="Content Placeholder 2">
            <a:extLst>
              <a:ext uri="{FF2B5EF4-FFF2-40B4-BE49-F238E27FC236}">
                <a16:creationId xmlns:a16="http://schemas.microsoft.com/office/drawing/2014/main" id="{F62EF272-B4DB-1449-C5B9-C2484B3E3C89}"/>
              </a:ext>
            </a:extLst>
          </p:cNvPr>
          <p:cNvSpPr>
            <a:spLocks noGrp="1"/>
          </p:cNvSpPr>
          <p:nvPr>
            <p:ph idx="1"/>
          </p:nvPr>
        </p:nvSpPr>
        <p:spPr/>
        <p:txBody>
          <a:bodyPr vert="horz" lIns="91440" tIns="45720" rIns="91440" bIns="45720" rtlCol="0" anchor="t">
            <a:normAutofit/>
          </a:bodyPr>
          <a:lstStyle/>
          <a:p>
            <a:pPr marL="0" indent="0">
              <a:buNone/>
            </a:pPr>
            <a:r>
              <a:rPr lang="en-US" sz="1900" dirty="0">
                <a:solidFill>
                  <a:srgbClr val="404040"/>
                </a:solidFill>
                <a:latin typeface="Consolas"/>
              </a:rPr>
              <a:t>[</a:t>
            </a:r>
            <a:endParaRPr lang="en-US" sz="1900" dirty="0">
              <a:latin typeface="Consolas"/>
            </a:endParaRPr>
          </a:p>
          <a:p>
            <a:pPr marL="0" indent="0">
              <a:buNone/>
            </a:pPr>
            <a:r>
              <a:rPr lang="en-US" sz="1900" dirty="0">
                <a:solidFill>
                  <a:srgbClr val="C00000"/>
                </a:solidFill>
                <a:latin typeface="Consolas"/>
              </a:rPr>
              <a:t>  "the cat sat on the mat"</a:t>
            </a:r>
            <a:r>
              <a:rPr lang="en-US" sz="1900" dirty="0">
                <a:solidFill>
                  <a:srgbClr val="404040"/>
                </a:solidFill>
                <a:latin typeface="Consolas"/>
              </a:rPr>
              <a:t>,</a:t>
            </a:r>
            <a:endParaRPr lang="en-US" sz="1900" dirty="0">
              <a:latin typeface="Consolas"/>
            </a:endParaRPr>
          </a:p>
          <a:p>
            <a:pPr marL="0" indent="0">
              <a:buNone/>
            </a:pPr>
            <a:r>
              <a:rPr lang="en-US" sz="1900" dirty="0">
                <a:solidFill>
                  <a:srgbClr val="C00000"/>
                </a:solidFill>
                <a:latin typeface="Consolas"/>
              </a:rPr>
              <a:t>  "the dog sat on the mat"</a:t>
            </a:r>
            <a:r>
              <a:rPr lang="en-US" sz="1900" dirty="0">
                <a:solidFill>
                  <a:srgbClr val="404040"/>
                </a:solidFill>
                <a:latin typeface="Consolas"/>
              </a:rPr>
              <a:t>,</a:t>
            </a:r>
            <a:endParaRPr lang="en-US" sz="1900" dirty="0">
              <a:latin typeface="Consolas"/>
            </a:endParaRPr>
          </a:p>
          <a:p>
            <a:pPr marL="0" indent="0">
              <a:buNone/>
            </a:pPr>
            <a:r>
              <a:rPr lang="en-US" sz="1900" dirty="0">
                <a:solidFill>
                  <a:srgbClr val="C00000"/>
                </a:solidFill>
                <a:latin typeface="Consolas"/>
              </a:rPr>
              <a:t>  "the cat sat on the dog"</a:t>
            </a:r>
            <a:r>
              <a:rPr lang="en-US" sz="1900" dirty="0">
                <a:solidFill>
                  <a:srgbClr val="404040"/>
                </a:solidFill>
                <a:latin typeface="Consolas"/>
              </a:rPr>
              <a:t>,</a:t>
            </a:r>
            <a:endParaRPr lang="en-US" sz="1900" dirty="0">
              <a:latin typeface="Consolas"/>
            </a:endParaRPr>
          </a:p>
          <a:p>
            <a:pPr marL="0" indent="0">
              <a:buNone/>
            </a:pPr>
            <a:r>
              <a:rPr lang="en-US" sz="1900" dirty="0">
                <a:solidFill>
                  <a:srgbClr val="404040"/>
                </a:solidFill>
                <a:latin typeface="Consolas"/>
              </a:rPr>
              <a:t>]</a:t>
            </a:r>
            <a:endParaRPr lang="en-GB" dirty="0"/>
          </a:p>
          <a:p>
            <a:pPr marL="0" indent="0">
              <a:buNone/>
            </a:pPr>
            <a:endParaRPr lang="en-GB" dirty="0"/>
          </a:p>
          <a:p>
            <a:pPr marL="457200" indent="-457200"/>
            <a:r>
              <a:rPr lang="en-GB" dirty="0"/>
              <a:t>Cat and dog appear to be used in a similar way in the first sentence</a:t>
            </a:r>
          </a:p>
          <a:p>
            <a:pPr marL="457200" indent="-457200"/>
            <a:r>
              <a:rPr lang="en-GB" dirty="0"/>
              <a:t>Maybe "cat" and "dog" are semantically similar</a:t>
            </a:r>
          </a:p>
        </p:txBody>
      </p:sp>
    </p:spTree>
    <p:extLst>
      <p:ext uri="{BB962C8B-B14F-4D97-AF65-F5344CB8AC3E}">
        <p14:creationId xmlns:p14="http://schemas.microsoft.com/office/powerpoint/2010/main" val="33913499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BB8ECB-D55F-3B0A-7EF8-4CFD9E29CC3C}"/>
              </a:ext>
            </a:extLst>
          </p:cNvPr>
          <p:cNvSpPr>
            <a:spLocks noGrp="1"/>
          </p:cNvSpPr>
          <p:nvPr>
            <p:ph type="title"/>
          </p:nvPr>
        </p:nvSpPr>
        <p:spPr/>
        <p:txBody>
          <a:bodyPr/>
          <a:lstStyle/>
          <a:p>
            <a:r>
              <a:rPr lang="en-GB" dirty="0"/>
              <a:t>word2vec</a:t>
            </a:r>
          </a:p>
        </p:txBody>
      </p:sp>
      <p:sp>
        <p:nvSpPr>
          <p:cNvPr id="3" name="Content Placeholder 2">
            <a:extLst>
              <a:ext uri="{FF2B5EF4-FFF2-40B4-BE49-F238E27FC236}">
                <a16:creationId xmlns:a16="http://schemas.microsoft.com/office/drawing/2014/main" id="{E8953CCB-D9F4-FCF8-491E-7D7B7E78B268}"/>
              </a:ext>
            </a:extLst>
          </p:cNvPr>
          <p:cNvSpPr>
            <a:spLocks noGrp="1"/>
          </p:cNvSpPr>
          <p:nvPr>
            <p:ph idx="1"/>
          </p:nvPr>
        </p:nvSpPr>
        <p:spPr/>
        <p:txBody>
          <a:bodyPr vert="horz" lIns="91440" tIns="45720" rIns="91440" bIns="45720" rtlCol="0" anchor="t">
            <a:normAutofit/>
          </a:bodyPr>
          <a:lstStyle/>
          <a:p>
            <a:r>
              <a:rPr lang="en-GB" dirty="0"/>
              <a:t>We know that neural networks can do lots of stuff</a:t>
            </a:r>
            <a:endParaRPr lang="en-US" dirty="0"/>
          </a:p>
          <a:p>
            <a:r>
              <a:rPr lang="en-GB" dirty="0"/>
              <a:t>So let's try and use one</a:t>
            </a:r>
          </a:p>
        </p:txBody>
      </p:sp>
      <p:pic>
        <p:nvPicPr>
          <p:cNvPr id="4" name="Picture 3" descr="A diagram of a diagram&#10;&#10;AI-generated content may be incorrect.">
            <a:extLst>
              <a:ext uri="{FF2B5EF4-FFF2-40B4-BE49-F238E27FC236}">
                <a16:creationId xmlns:a16="http://schemas.microsoft.com/office/drawing/2014/main" id="{E9E113E1-A823-D762-08BC-AB2602B8C462}"/>
              </a:ext>
            </a:extLst>
          </p:cNvPr>
          <p:cNvPicPr>
            <a:picLocks noChangeAspect="1"/>
          </p:cNvPicPr>
          <p:nvPr/>
        </p:nvPicPr>
        <p:blipFill>
          <a:blip r:embed="rId2"/>
          <a:stretch>
            <a:fillRect/>
          </a:stretch>
        </p:blipFill>
        <p:spPr>
          <a:xfrm>
            <a:off x="2971800" y="2889760"/>
            <a:ext cx="6248400" cy="3781425"/>
          </a:xfrm>
          <a:prstGeom prst="rect">
            <a:avLst/>
          </a:prstGeom>
        </p:spPr>
      </p:pic>
    </p:spTree>
    <p:extLst>
      <p:ext uri="{BB962C8B-B14F-4D97-AF65-F5344CB8AC3E}">
        <p14:creationId xmlns:p14="http://schemas.microsoft.com/office/powerpoint/2010/main" val="30255989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E8872B-321F-9DAD-F0ED-568E1E6FEE20}"/>
              </a:ext>
            </a:extLst>
          </p:cNvPr>
          <p:cNvSpPr>
            <a:spLocks noGrp="1"/>
          </p:cNvSpPr>
          <p:nvPr>
            <p:ph type="title"/>
          </p:nvPr>
        </p:nvSpPr>
        <p:spPr/>
        <p:txBody>
          <a:bodyPr/>
          <a:lstStyle/>
          <a:p>
            <a:r>
              <a:rPr lang="en-GB" dirty="0"/>
              <a:t>word2vec</a:t>
            </a:r>
          </a:p>
        </p:txBody>
      </p:sp>
      <p:pic>
        <p:nvPicPr>
          <p:cNvPr id="5" name="Picture 4" descr="A black background with blue lines&#10;&#10;AI-generated content may be incorrect.">
            <a:extLst>
              <a:ext uri="{FF2B5EF4-FFF2-40B4-BE49-F238E27FC236}">
                <a16:creationId xmlns:a16="http://schemas.microsoft.com/office/drawing/2014/main" id="{C29A7DFC-A7F5-DDF8-3267-659E608CB9EF}"/>
              </a:ext>
            </a:extLst>
          </p:cNvPr>
          <p:cNvPicPr>
            <a:picLocks noChangeAspect="1"/>
          </p:cNvPicPr>
          <p:nvPr/>
        </p:nvPicPr>
        <p:blipFill>
          <a:blip r:embed="rId3"/>
          <a:stretch>
            <a:fillRect/>
          </a:stretch>
        </p:blipFill>
        <p:spPr>
          <a:xfrm>
            <a:off x="1881943" y="1357605"/>
            <a:ext cx="8428113" cy="4702567"/>
          </a:xfrm>
          <a:prstGeom prst="rect">
            <a:avLst/>
          </a:prstGeom>
        </p:spPr>
      </p:pic>
      <p:sp>
        <p:nvSpPr>
          <p:cNvPr id="6" name="TextBox 5">
            <a:extLst>
              <a:ext uri="{FF2B5EF4-FFF2-40B4-BE49-F238E27FC236}">
                <a16:creationId xmlns:a16="http://schemas.microsoft.com/office/drawing/2014/main" id="{5B6F17E1-285D-FC02-0564-C4D597EFE081}"/>
              </a:ext>
            </a:extLst>
          </p:cNvPr>
          <p:cNvSpPr txBox="1"/>
          <p:nvPr/>
        </p:nvSpPr>
        <p:spPr>
          <a:xfrm>
            <a:off x="299357" y="6408964"/>
            <a:ext cx="7851321"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1200" dirty="0">
                <a:ea typeface="+mn-lt"/>
                <a:cs typeface="+mn-lt"/>
              </a:rPr>
              <a:t>https://commons.wikimedia.org/wiki/File:CBOW_word2vec_as_an_autoencoder.svg</a:t>
            </a:r>
            <a:endParaRPr lang="en-US" sz="1200" dirty="0">
              <a:ea typeface="+mn-lt"/>
              <a:cs typeface="+mn-lt"/>
            </a:endParaRPr>
          </a:p>
        </p:txBody>
      </p:sp>
    </p:spTree>
    <p:extLst>
      <p:ext uri="{BB962C8B-B14F-4D97-AF65-F5344CB8AC3E}">
        <p14:creationId xmlns:p14="http://schemas.microsoft.com/office/powerpoint/2010/main" val="39905710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96252-F3CA-60E3-8ABF-99A14B1C17BF}"/>
              </a:ext>
            </a:extLst>
          </p:cNvPr>
          <p:cNvSpPr>
            <a:spLocks noGrp="1"/>
          </p:cNvSpPr>
          <p:nvPr>
            <p:ph type="title"/>
          </p:nvPr>
        </p:nvSpPr>
        <p:spPr/>
        <p:txBody>
          <a:bodyPr/>
          <a:lstStyle/>
          <a:p>
            <a:r>
              <a:rPr lang="en-GB" dirty="0"/>
              <a:t>word2vec</a:t>
            </a:r>
          </a:p>
        </p:txBody>
      </p:sp>
      <p:graphicFrame>
        <p:nvGraphicFramePr>
          <p:cNvPr id="4" name="Table 3">
            <a:extLst>
              <a:ext uri="{FF2B5EF4-FFF2-40B4-BE49-F238E27FC236}">
                <a16:creationId xmlns:a16="http://schemas.microsoft.com/office/drawing/2014/main" id="{CD91162D-9315-7F7F-17E8-9BD601A493DA}"/>
              </a:ext>
            </a:extLst>
          </p:cNvPr>
          <p:cNvGraphicFramePr>
            <a:graphicFrameLocks noGrp="1"/>
          </p:cNvGraphicFramePr>
          <p:nvPr>
            <p:extLst>
              <p:ext uri="{D42A27DB-BD31-4B8C-83A1-F6EECF244321}">
                <p14:modId xmlns:p14="http://schemas.microsoft.com/office/powerpoint/2010/main" val="1338346647"/>
              </p:ext>
            </p:extLst>
          </p:nvPr>
        </p:nvGraphicFramePr>
        <p:xfrm>
          <a:off x="4270466" y="1688483"/>
          <a:ext cx="5365530" cy="4452525"/>
        </p:xfrm>
        <a:graphic>
          <a:graphicData uri="http://schemas.openxmlformats.org/drawingml/2006/table">
            <a:tbl>
              <a:tblPr firstRow="1" bandRow="1">
                <a:tableStyleId>{5940675A-B579-460E-94D1-54222C63F5DA}</a:tableStyleId>
              </a:tblPr>
              <a:tblGrid>
                <a:gridCol w="1073106">
                  <a:extLst>
                    <a:ext uri="{9D8B030D-6E8A-4147-A177-3AD203B41FA5}">
                      <a16:colId xmlns:a16="http://schemas.microsoft.com/office/drawing/2014/main" val="1823223017"/>
                    </a:ext>
                  </a:extLst>
                </a:gridCol>
                <a:gridCol w="1073106">
                  <a:extLst>
                    <a:ext uri="{9D8B030D-6E8A-4147-A177-3AD203B41FA5}">
                      <a16:colId xmlns:a16="http://schemas.microsoft.com/office/drawing/2014/main" val="2197494329"/>
                    </a:ext>
                  </a:extLst>
                </a:gridCol>
                <a:gridCol w="1073106">
                  <a:extLst>
                    <a:ext uri="{9D8B030D-6E8A-4147-A177-3AD203B41FA5}">
                      <a16:colId xmlns:a16="http://schemas.microsoft.com/office/drawing/2014/main" val="2688037563"/>
                    </a:ext>
                  </a:extLst>
                </a:gridCol>
                <a:gridCol w="1073106">
                  <a:extLst>
                    <a:ext uri="{9D8B030D-6E8A-4147-A177-3AD203B41FA5}">
                      <a16:colId xmlns:a16="http://schemas.microsoft.com/office/drawing/2014/main" val="3465223169"/>
                    </a:ext>
                  </a:extLst>
                </a:gridCol>
                <a:gridCol w="1073106">
                  <a:extLst>
                    <a:ext uri="{9D8B030D-6E8A-4147-A177-3AD203B41FA5}">
                      <a16:colId xmlns:a16="http://schemas.microsoft.com/office/drawing/2014/main" val="2877333064"/>
                    </a:ext>
                  </a:extLst>
                </a:gridCol>
              </a:tblGrid>
              <a:tr h="890505">
                <a:tc>
                  <a:txBody>
                    <a:bodyPr/>
                    <a:lstStyle/>
                    <a:p>
                      <a:pPr algn="ctr"/>
                      <a:r>
                        <a:rPr lang="en-GB" dirty="0"/>
                        <a:t>0.01</a:t>
                      </a:r>
                    </a:p>
                  </a:txBody>
                  <a:tcPr anchor="ctr"/>
                </a:tc>
                <a:tc>
                  <a:txBody>
                    <a:bodyPr/>
                    <a:lstStyle/>
                    <a:p>
                      <a:pPr algn="ctr"/>
                      <a:r>
                        <a:rPr lang="en-GB" dirty="0"/>
                        <a:t>0.41</a:t>
                      </a:r>
                    </a:p>
                  </a:txBody>
                  <a:tcPr anchor="ctr"/>
                </a:tc>
                <a:tc>
                  <a:txBody>
                    <a:bodyPr/>
                    <a:lstStyle/>
                    <a:p>
                      <a:pPr algn="ctr"/>
                      <a:r>
                        <a:rPr lang="en-GB" dirty="0"/>
                        <a:t>-0.12</a:t>
                      </a:r>
                    </a:p>
                  </a:txBody>
                  <a:tcPr anchor="ctr"/>
                </a:tc>
                <a:tc>
                  <a:txBody>
                    <a:bodyPr/>
                    <a:lstStyle/>
                    <a:p>
                      <a:pPr algn="ctr"/>
                      <a:r>
                        <a:rPr lang="en-GB" dirty="0"/>
                        <a:t>-0.94</a:t>
                      </a:r>
                    </a:p>
                  </a:txBody>
                  <a:tcPr anchor="ctr"/>
                </a:tc>
                <a:tc>
                  <a:txBody>
                    <a:bodyPr/>
                    <a:lstStyle/>
                    <a:p>
                      <a:pPr algn="ctr"/>
                      <a:r>
                        <a:rPr lang="en-GB" dirty="0"/>
                        <a:t>0.89</a:t>
                      </a:r>
                    </a:p>
                  </a:txBody>
                  <a:tcPr anchor="ctr"/>
                </a:tc>
                <a:extLst>
                  <a:ext uri="{0D108BD9-81ED-4DB2-BD59-A6C34878D82A}">
                    <a16:rowId xmlns:a16="http://schemas.microsoft.com/office/drawing/2014/main" val="3218354831"/>
                  </a:ext>
                </a:extLst>
              </a:tr>
              <a:tr h="890505">
                <a:tc>
                  <a:txBody>
                    <a:bodyPr/>
                    <a:lstStyle/>
                    <a:p>
                      <a:pPr algn="ctr"/>
                      <a:r>
                        <a:rPr lang="en-GB" dirty="0"/>
                        <a:t>-0.02</a:t>
                      </a:r>
                    </a:p>
                  </a:txBody>
                  <a:tcPr anchor="ctr"/>
                </a:tc>
                <a:tc>
                  <a:txBody>
                    <a:bodyPr/>
                    <a:lstStyle/>
                    <a:p>
                      <a:pPr algn="ctr"/>
                      <a:r>
                        <a:rPr lang="en-GB" dirty="0"/>
                        <a:t>0.04</a:t>
                      </a:r>
                    </a:p>
                  </a:txBody>
                  <a:tcPr anchor="ctr"/>
                </a:tc>
                <a:tc>
                  <a:txBody>
                    <a:bodyPr/>
                    <a:lstStyle/>
                    <a:p>
                      <a:pPr algn="ctr"/>
                      <a:r>
                        <a:rPr lang="en-GB" dirty="0"/>
                        <a:t>0.56</a:t>
                      </a:r>
                    </a:p>
                  </a:txBody>
                  <a:tcPr anchor="ctr"/>
                </a:tc>
                <a:tc>
                  <a:txBody>
                    <a:bodyPr/>
                    <a:lstStyle/>
                    <a:p>
                      <a:pPr algn="ctr"/>
                      <a:r>
                        <a:rPr lang="en-GB" dirty="0"/>
                        <a:t>0.26</a:t>
                      </a:r>
                    </a:p>
                  </a:txBody>
                  <a:tcPr anchor="ctr"/>
                </a:tc>
                <a:tc>
                  <a:txBody>
                    <a:bodyPr/>
                    <a:lstStyle/>
                    <a:p>
                      <a:pPr algn="ctr"/>
                      <a:r>
                        <a:rPr lang="en-GB" dirty="0"/>
                        <a:t>0.86</a:t>
                      </a:r>
                    </a:p>
                  </a:txBody>
                  <a:tcPr anchor="ctr"/>
                </a:tc>
                <a:extLst>
                  <a:ext uri="{0D108BD9-81ED-4DB2-BD59-A6C34878D82A}">
                    <a16:rowId xmlns:a16="http://schemas.microsoft.com/office/drawing/2014/main" val="1158055776"/>
                  </a:ext>
                </a:extLst>
              </a:tr>
              <a:tr h="890505">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extLst>
                  <a:ext uri="{0D108BD9-81ED-4DB2-BD59-A6C34878D82A}">
                    <a16:rowId xmlns:a16="http://schemas.microsoft.com/office/drawing/2014/main" val="85814497"/>
                  </a:ext>
                </a:extLst>
              </a:tr>
              <a:tr h="890505">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tc>
                  <a:txBody>
                    <a:bodyPr/>
                    <a:lstStyle/>
                    <a:p>
                      <a:pPr algn="ctr"/>
                      <a:r>
                        <a:rPr lang="en-GB" dirty="0"/>
                        <a:t>...</a:t>
                      </a:r>
                    </a:p>
                  </a:txBody>
                  <a:tcPr anchor="ctr"/>
                </a:tc>
                <a:extLst>
                  <a:ext uri="{0D108BD9-81ED-4DB2-BD59-A6C34878D82A}">
                    <a16:rowId xmlns:a16="http://schemas.microsoft.com/office/drawing/2014/main" val="302682781"/>
                  </a:ext>
                </a:extLst>
              </a:tr>
              <a:tr h="890505">
                <a:tc>
                  <a:txBody>
                    <a:bodyPr/>
                    <a:lstStyle/>
                    <a:p>
                      <a:pPr algn="ctr"/>
                      <a:r>
                        <a:rPr lang="en-GB" dirty="0"/>
                        <a:t>0.76</a:t>
                      </a:r>
                    </a:p>
                  </a:txBody>
                  <a:tcPr anchor="ctr"/>
                </a:tc>
                <a:tc>
                  <a:txBody>
                    <a:bodyPr/>
                    <a:lstStyle/>
                    <a:p>
                      <a:pPr algn="ctr"/>
                      <a:r>
                        <a:rPr lang="en-GB" dirty="0"/>
                        <a:t>-0.10</a:t>
                      </a:r>
                    </a:p>
                  </a:txBody>
                  <a:tcPr anchor="ctr"/>
                </a:tc>
                <a:tc>
                  <a:txBody>
                    <a:bodyPr/>
                    <a:lstStyle/>
                    <a:p>
                      <a:pPr algn="ctr"/>
                      <a:r>
                        <a:rPr lang="en-GB" dirty="0"/>
                        <a:t>-0.68</a:t>
                      </a:r>
                    </a:p>
                  </a:txBody>
                  <a:tcPr anchor="ctr"/>
                </a:tc>
                <a:tc>
                  <a:txBody>
                    <a:bodyPr/>
                    <a:lstStyle/>
                    <a:p>
                      <a:pPr algn="ctr"/>
                      <a:r>
                        <a:rPr lang="en-GB" dirty="0"/>
                        <a:t>0.34</a:t>
                      </a:r>
                      <a:endParaRPr lang="en-US" dirty="0"/>
                    </a:p>
                  </a:txBody>
                  <a:tcPr anchor="ctr"/>
                </a:tc>
                <a:tc>
                  <a:txBody>
                    <a:bodyPr/>
                    <a:lstStyle/>
                    <a:p>
                      <a:pPr algn="ctr"/>
                      <a:r>
                        <a:rPr lang="en-GB" dirty="0"/>
                        <a:t>0.80</a:t>
                      </a:r>
                    </a:p>
                  </a:txBody>
                  <a:tcPr anchor="ctr"/>
                </a:tc>
                <a:extLst>
                  <a:ext uri="{0D108BD9-81ED-4DB2-BD59-A6C34878D82A}">
                    <a16:rowId xmlns:a16="http://schemas.microsoft.com/office/drawing/2014/main" val="4235429770"/>
                  </a:ext>
                </a:extLst>
              </a:tr>
            </a:tbl>
          </a:graphicData>
        </a:graphic>
      </p:graphicFrame>
      <p:graphicFrame>
        <p:nvGraphicFramePr>
          <p:cNvPr id="5" name="Table 4">
            <a:extLst>
              <a:ext uri="{FF2B5EF4-FFF2-40B4-BE49-F238E27FC236}">
                <a16:creationId xmlns:a16="http://schemas.microsoft.com/office/drawing/2014/main" id="{16A0A5D4-9CFB-BF19-B7E4-6925ACF1C489}"/>
              </a:ext>
            </a:extLst>
          </p:cNvPr>
          <p:cNvGraphicFramePr>
            <a:graphicFrameLocks noGrp="1"/>
          </p:cNvGraphicFramePr>
          <p:nvPr>
            <p:extLst>
              <p:ext uri="{D42A27DB-BD31-4B8C-83A1-F6EECF244321}">
                <p14:modId xmlns:p14="http://schemas.microsoft.com/office/powerpoint/2010/main" val="1707315471"/>
              </p:ext>
            </p:extLst>
          </p:nvPr>
        </p:nvGraphicFramePr>
        <p:xfrm>
          <a:off x="1830161" y="1714500"/>
          <a:ext cx="1215302" cy="4449600"/>
        </p:xfrm>
        <a:graphic>
          <a:graphicData uri="http://schemas.openxmlformats.org/drawingml/2006/table">
            <a:tbl>
              <a:tblPr firstRow="1" bandRow="1">
                <a:tableStyleId>{5940675A-B579-460E-94D1-54222C63F5DA}</a:tableStyleId>
              </a:tblPr>
              <a:tblGrid>
                <a:gridCol w="1215302">
                  <a:extLst>
                    <a:ext uri="{9D8B030D-6E8A-4147-A177-3AD203B41FA5}">
                      <a16:colId xmlns:a16="http://schemas.microsoft.com/office/drawing/2014/main" val="1174878195"/>
                    </a:ext>
                  </a:extLst>
                </a:gridCol>
              </a:tblGrid>
              <a:tr h="889920">
                <a:tc>
                  <a:txBody>
                    <a:bodyPr/>
                    <a:lstStyle/>
                    <a:p>
                      <a:pPr algn="ctr"/>
                      <a:r>
                        <a:rPr lang="en-GB" dirty="0" err="1"/>
                        <a:t>aadvark</a:t>
                      </a:r>
                    </a:p>
                  </a:txBody>
                  <a:tcPr anchor="ctr"/>
                </a:tc>
                <a:extLst>
                  <a:ext uri="{0D108BD9-81ED-4DB2-BD59-A6C34878D82A}">
                    <a16:rowId xmlns:a16="http://schemas.microsoft.com/office/drawing/2014/main" val="1060573072"/>
                  </a:ext>
                </a:extLst>
              </a:tr>
              <a:tr h="889920">
                <a:tc>
                  <a:txBody>
                    <a:bodyPr/>
                    <a:lstStyle/>
                    <a:p>
                      <a:pPr algn="ctr"/>
                      <a:r>
                        <a:rPr lang="en-GB" dirty="0"/>
                        <a:t>abalone</a:t>
                      </a:r>
                    </a:p>
                  </a:txBody>
                  <a:tcPr anchor="ctr"/>
                </a:tc>
                <a:extLst>
                  <a:ext uri="{0D108BD9-81ED-4DB2-BD59-A6C34878D82A}">
                    <a16:rowId xmlns:a16="http://schemas.microsoft.com/office/drawing/2014/main" val="2555121801"/>
                  </a:ext>
                </a:extLst>
              </a:tr>
              <a:tr h="889920">
                <a:tc>
                  <a:txBody>
                    <a:bodyPr/>
                    <a:lstStyle/>
                    <a:p>
                      <a:pPr algn="ctr"/>
                      <a:r>
                        <a:rPr lang="en-GB" dirty="0"/>
                        <a:t>...</a:t>
                      </a:r>
                    </a:p>
                  </a:txBody>
                  <a:tcPr anchor="ctr"/>
                </a:tc>
                <a:extLst>
                  <a:ext uri="{0D108BD9-81ED-4DB2-BD59-A6C34878D82A}">
                    <a16:rowId xmlns:a16="http://schemas.microsoft.com/office/drawing/2014/main" val="299897704"/>
                  </a:ext>
                </a:extLst>
              </a:tr>
              <a:tr h="889920">
                <a:tc>
                  <a:txBody>
                    <a:bodyPr/>
                    <a:lstStyle/>
                    <a:p>
                      <a:pPr algn="ctr"/>
                      <a:r>
                        <a:rPr lang="en-GB" dirty="0"/>
                        <a:t>...</a:t>
                      </a:r>
                    </a:p>
                  </a:txBody>
                  <a:tcPr anchor="ctr"/>
                </a:tc>
                <a:extLst>
                  <a:ext uri="{0D108BD9-81ED-4DB2-BD59-A6C34878D82A}">
                    <a16:rowId xmlns:a16="http://schemas.microsoft.com/office/drawing/2014/main" val="1112210959"/>
                  </a:ext>
                </a:extLst>
              </a:tr>
              <a:tr h="889920">
                <a:tc>
                  <a:txBody>
                    <a:bodyPr/>
                    <a:lstStyle/>
                    <a:p>
                      <a:pPr lvl="0" algn="ctr">
                        <a:buNone/>
                      </a:pPr>
                      <a:r>
                        <a:rPr lang="en-GB" sz="1800" b="0" i="0" u="none" strike="noStrike" noProof="0" dirty="0">
                          <a:latin typeface="Aptos"/>
                        </a:rPr>
                        <a:t>Zyzzyva</a:t>
                      </a:r>
                      <a:endParaRPr lang="en-US" dirty="0"/>
                    </a:p>
                  </a:txBody>
                  <a:tcPr anchor="ctr"/>
                </a:tc>
                <a:extLst>
                  <a:ext uri="{0D108BD9-81ED-4DB2-BD59-A6C34878D82A}">
                    <a16:rowId xmlns:a16="http://schemas.microsoft.com/office/drawing/2014/main" val="3565574324"/>
                  </a:ext>
                </a:extLst>
              </a:tr>
            </a:tbl>
          </a:graphicData>
        </a:graphic>
      </p:graphicFrame>
      <p:sp>
        <p:nvSpPr>
          <p:cNvPr id="6" name="TextBox 5">
            <a:extLst>
              <a:ext uri="{FF2B5EF4-FFF2-40B4-BE49-F238E27FC236}">
                <a16:creationId xmlns:a16="http://schemas.microsoft.com/office/drawing/2014/main" id="{DFBC5676-CEF5-25D8-9E2C-A75C6794EE4B}"/>
              </a:ext>
            </a:extLst>
          </p:cNvPr>
          <p:cNvSpPr txBox="1"/>
          <p:nvPr/>
        </p:nvSpPr>
        <p:spPr>
          <a:xfrm>
            <a:off x="9953624" y="3728357"/>
            <a:ext cx="174171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dirty="0" err="1">
                <a:latin typeface="Consolas"/>
              </a:rPr>
              <a:t>vocab_size</a:t>
            </a:r>
            <a:endParaRPr lang="en-GB" dirty="0">
              <a:latin typeface="Consolas"/>
            </a:endParaRPr>
          </a:p>
        </p:txBody>
      </p:sp>
      <p:sp>
        <p:nvSpPr>
          <p:cNvPr id="7" name="TextBox 6">
            <a:extLst>
              <a:ext uri="{FF2B5EF4-FFF2-40B4-BE49-F238E27FC236}">
                <a16:creationId xmlns:a16="http://schemas.microsoft.com/office/drawing/2014/main" id="{6F9DB712-71EB-1064-40C9-4B3477EED38A}"/>
              </a:ext>
            </a:extLst>
          </p:cNvPr>
          <p:cNvSpPr txBox="1"/>
          <p:nvPr/>
        </p:nvSpPr>
        <p:spPr>
          <a:xfrm>
            <a:off x="5912302" y="1177018"/>
            <a:ext cx="2081891"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dirty="0" err="1">
                <a:latin typeface="Consolas"/>
              </a:rPr>
              <a:t>embedding_size</a:t>
            </a:r>
            <a:endParaRPr lang="en-US" dirty="0">
              <a:latin typeface="Consolas"/>
            </a:endParaRPr>
          </a:p>
        </p:txBody>
      </p:sp>
    </p:spTree>
    <p:extLst>
      <p:ext uri="{BB962C8B-B14F-4D97-AF65-F5344CB8AC3E}">
        <p14:creationId xmlns:p14="http://schemas.microsoft.com/office/powerpoint/2010/main" val="39278748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24637B-412E-3B89-519E-C6FC1A581EFA}"/>
              </a:ext>
            </a:extLst>
          </p:cNvPr>
          <p:cNvSpPr>
            <a:spLocks noGrp="1"/>
          </p:cNvSpPr>
          <p:nvPr>
            <p:ph type="title"/>
          </p:nvPr>
        </p:nvSpPr>
        <p:spPr/>
        <p:txBody>
          <a:bodyPr/>
          <a:lstStyle/>
          <a:p>
            <a:r>
              <a:rPr lang="en-GB" dirty="0"/>
              <a:t>Learned embeddings</a:t>
            </a:r>
          </a:p>
        </p:txBody>
      </p:sp>
      <p:sp>
        <p:nvSpPr>
          <p:cNvPr id="3" name="Content Placeholder 2">
            <a:extLst>
              <a:ext uri="{FF2B5EF4-FFF2-40B4-BE49-F238E27FC236}">
                <a16:creationId xmlns:a16="http://schemas.microsoft.com/office/drawing/2014/main" id="{5253E180-B0CD-00DE-0143-6DDB8933F632}"/>
              </a:ext>
            </a:extLst>
          </p:cNvPr>
          <p:cNvSpPr>
            <a:spLocks noGrp="1"/>
          </p:cNvSpPr>
          <p:nvPr>
            <p:ph idx="1"/>
          </p:nvPr>
        </p:nvSpPr>
        <p:spPr/>
        <p:txBody>
          <a:bodyPr vert="horz" lIns="91440" tIns="45720" rIns="91440" bIns="45720" rtlCol="0" anchor="ctr">
            <a:normAutofit/>
          </a:bodyPr>
          <a:lstStyle/>
          <a:p>
            <a:pPr marL="0" indent="0" algn="ctr">
              <a:buNone/>
            </a:pPr>
            <a:r>
              <a:rPr lang="en-GB" i="1" dirty="0"/>
              <a:t>We just throw some linear layers at the input and call it a day.</a:t>
            </a:r>
            <a:endParaRPr lang="en-US" i="1" dirty="0"/>
          </a:p>
        </p:txBody>
      </p:sp>
    </p:spTree>
    <p:extLst>
      <p:ext uri="{BB962C8B-B14F-4D97-AF65-F5344CB8AC3E}">
        <p14:creationId xmlns:p14="http://schemas.microsoft.com/office/powerpoint/2010/main" val="2793535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655635D9-C3F7-1009-AD1A-FD648A95C5A1}"/>
              </a:ext>
            </a:extLst>
          </p:cNvPr>
          <p:cNvGraphicFramePr>
            <a:graphicFrameLocks noGrp="1"/>
          </p:cNvGraphicFramePr>
          <p:nvPr>
            <p:extLst>
              <p:ext uri="{D42A27DB-BD31-4B8C-83A1-F6EECF244321}">
                <p14:modId xmlns:p14="http://schemas.microsoft.com/office/powerpoint/2010/main" val="494413445"/>
              </p:ext>
            </p:extLst>
          </p:nvPr>
        </p:nvGraphicFramePr>
        <p:xfrm>
          <a:off x="965442" y="1482521"/>
          <a:ext cx="687083" cy="4018038"/>
        </p:xfrm>
        <a:graphic>
          <a:graphicData uri="http://schemas.openxmlformats.org/drawingml/2006/table">
            <a:tbl>
              <a:tblPr firstRow="1" bandRow="1">
                <a:tableStyleId>{5940675A-B579-460E-94D1-54222C63F5DA}</a:tableStyleId>
              </a:tblPr>
              <a:tblGrid>
                <a:gridCol w="687083">
                  <a:extLst>
                    <a:ext uri="{9D8B030D-6E8A-4147-A177-3AD203B41FA5}">
                      <a16:colId xmlns:a16="http://schemas.microsoft.com/office/drawing/2014/main" val="1194405302"/>
                    </a:ext>
                  </a:extLst>
                </a:gridCol>
              </a:tblGrid>
              <a:tr h="669673">
                <a:tc>
                  <a:txBody>
                    <a:bodyPr/>
                    <a:lstStyle/>
                    <a:p>
                      <a:pPr algn="ctr"/>
                      <a:r>
                        <a:rPr lang="en-GB" dirty="0"/>
                        <a:t>the</a:t>
                      </a:r>
                    </a:p>
                  </a:txBody>
                  <a:tcPr anchor="ctr"/>
                </a:tc>
                <a:extLst>
                  <a:ext uri="{0D108BD9-81ED-4DB2-BD59-A6C34878D82A}">
                    <a16:rowId xmlns:a16="http://schemas.microsoft.com/office/drawing/2014/main" val="786931194"/>
                  </a:ext>
                </a:extLst>
              </a:tr>
              <a:tr h="669673">
                <a:tc>
                  <a:txBody>
                    <a:bodyPr/>
                    <a:lstStyle/>
                    <a:p>
                      <a:pPr algn="ctr"/>
                      <a:r>
                        <a:rPr lang="en-GB" dirty="0"/>
                        <a:t>cat</a:t>
                      </a:r>
                    </a:p>
                  </a:txBody>
                  <a:tcPr anchor="ctr"/>
                </a:tc>
                <a:extLst>
                  <a:ext uri="{0D108BD9-81ED-4DB2-BD59-A6C34878D82A}">
                    <a16:rowId xmlns:a16="http://schemas.microsoft.com/office/drawing/2014/main" val="1382759752"/>
                  </a:ext>
                </a:extLst>
              </a:tr>
              <a:tr h="669673">
                <a:tc>
                  <a:txBody>
                    <a:bodyPr/>
                    <a:lstStyle/>
                    <a:p>
                      <a:pPr algn="ctr"/>
                      <a:r>
                        <a:rPr lang="en-GB" dirty="0"/>
                        <a:t>sat</a:t>
                      </a:r>
                    </a:p>
                  </a:txBody>
                  <a:tcPr anchor="ctr"/>
                </a:tc>
                <a:extLst>
                  <a:ext uri="{0D108BD9-81ED-4DB2-BD59-A6C34878D82A}">
                    <a16:rowId xmlns:a16="http://schemas.microsoft.com/office/drawing/2014/main" val="3228732501"/>
                  </a:ext>
                </a:extLst>
              </a:tr>
              <a:tr h="669673">
                <a:tc>
                  <a:txBody>
                    <a:bodyPr/>
                    <a:lstStyle/>
                    <a:p>
                      <a:pPr algn="ctr"/>
                      <a:r>
                        <a:rPr lang="en-GB" dirty="0"/>
                        <a:t>on</a:t>
                      </a:r>
                    </a:p>
                  </a:txBody>
                  <a:tcPr anchor="ctr"/>
                </a:tc>
                <a:extLst>
                  <a:ext uri="{0D108BD9-81ED-4DB2-BD59-A6C34878D82A}">
                    <a16:rowId xmlns:a16="http://schemas.microsoft.com/office/drawing/2014/main" val="1970119174"/>
                  </a:ext>
                </a:extLst>
              </a:tr>
              <a:tr h="669673">
                <a:tc>
                  <a:txBody>
                    <a:bodyPr/>
                    <a:lstStyle/>
                    <a:p>
                      <a:pPr algn="ctr"/>
                      <a:r>
                        <a:rPr lang="en-GB" dirty="0"/>
                        <a:t>the</a:t>
                      </a:r>
                    </a:p>
                  </a:txBody>
                  <a:tcPr anchor="ctr"/>
                </a:tc>
                <a:extLst>
                  <a:ext uri="{0D108BD9-81ED-4DB2-BD59-A6C34878D82A}">
                    <a16:rowId xmlns:a16="http://schemas.microsoft.com/office/drawing/2014/main" val="3061388568"/>
                  </a:ext>
                </a:extLst>
              </a:tr>
              <a:tr h="669673">
                <a:tc>
                  <a:txBody>
                    <a:bodyPr/>
                    <a:lstStyle/>
                    <a:p>
                      <a:pPr algn="ctr"/>
                      <a:r>
                        <a:rPr lang="en-GB" dirty="0"/>
                        <a:t>mat</a:t>
                      </a:r>
                    </a:p>
                  </a:txBody>
                  <a:tcPr anchor="ctr"/>
                </a:tc>
                <a:extLst>
                  <a:ext uri="{0D108BD9-81ED-4DB2-BD59-A6C34878D82A}">
                    <a16:rowId xmlns:a16="http://schemas.microsoft.com/office/drawing/2014/main" val="3177399393"/>
                  </a:ext>
                </a:extLst>
              </a:tr>
            </a:tbl>
          </a:graphicData>
        </a:graphic>
      </p:graphicFrame>
      <p:graphicFrame>
        <p:nvGraphicFramePr>
          <p:cNvPr id="5" name="Table 4">
            <a:extLst>
              <a:ext uri="{FF2B5EF4-FFF2-40B4-BE49-F238E27FC236}">
                <a16:creationId xmlns:a16="http://schemas.microsoft.com/office/drawing/2014/main" id="{953A6063-1BC4-9CD8-AE41-EA17FC0BD353}"/>
              </a:ext>
            </a:extLst>
          </p:cNvPr>
          <p:cNvGraphicFramePr>
            <a:graphicFrameLocks noGrp="1"/>
          </p:cNvGraphicFramePr>
          <p:nvPr>
            <p:extLst>
              <p:ext uri="{D42A27DB-BD31-4B8C-83A1-F6EECF244321}">
                <p14:modId xmlns:p14="http://schemas.microsoft.com/office/powerpoint/2010/main" val="2234064646"/>
              </p:ext>
            </p:extLst>
          </p:nvPr>
        </p:nvGraphicFramePr>
        <p:xfrm>
          <a:off x="2451643" y="1482521"/>
          <a:ext cx="687083" cy="4018038"/>
        </p:xfrm>
        <a:graphic>
          <a:graphicData uri="http://schemas.openxmlformats.org/drawingml/2006/table">
            <a:tbl>
              <a:tblPr firstRow="1" bandRow="1">
                <a:tableStyleId>{5940675A-B579-460E-94D1-54222C63F5DA}</a:tableStyleId>
              </a:tblPr>
              <a:tblGrid>
                <a:gridCol w="687083">
                  <a:extLst>
                    <a:ext uri="{9D8B030D-6E8A-4147-A177-3AD203B41FA5}">
                      <a16:colId xmlns:a16="http://schemas.microsoft.com/office/drawing/2014/main" val="1194405302"/>
                    </a:ext>
                  </a:extLst>
                </a:gridCol>
              </a:tblGrid>
              <a:tr h="669673">
                <a:tc>
                  <a:txBody>
                    <a:bodyPr/>
                    <a:lstStyle/>
                    <a:p>
                      <a:pPr algn="ctr"/>
                      <a:r>
                        <a:rPr lang="en-GB" dirty="0"/>
                        <a:t>43</a:t>
                      </a:r>
                    </a:p>
                  </a:txBody>
                  <a:tcPr anchor="ctr"/>
                </a:tc>
                <a:extLst>
                  <a:ext uri="{0D108BD9-81ED-4DB2-BD59-A6C34878D82A}">
                    <a16:rowId xmlns:a16="http://schemas.microsoft.com/office/drawing/2014/main" val="786931194"/>
                  </a:ext>
                </a:extLst>
              </a:tr>
              <a:tr h="669673">
                <a:tc>
                  <a:txBody>
                    <a:bodyPr/>
                    <a:lstStyle/>
                    <a:p>
                      <a:pPr algn="ctr"/>
                      <a:r>
                        <a:rPr lang="en-GB" dirty="0"/>
                        <a:t>123</a:t>
                      </a:r>
                    </a:p>
                  </a:txBody>
                  <a:tcPr anchor="ctr"/>
                </a:tc>
                <a:extLst>
                  <a:ext uri="{0D108BD9-81ED-4DB2-BD59-A6C34878D82A}">
                    <a16:rowId xmlns:a16="http://schemas.microsoft.com/office/drawing/2014/main" val="1382759752"/>
                  </a:ext>
                </a:extLst>
              </a:tr>
              <a:tr h="669673">
                <a:tc>
                  <a:txBody>
                    <a:bodyPr/>
                    <a:lstStyle/>
                    <a:p>
                      <a:pPr algn="ctr"/>
                      <a:r>
                        <a:rPr lang="en-GB" dirty="0"/>
                        <a:t>522</a:t>
                      </a:r>
                    </a:p>
                  </a:txBody>
                  <a:tcPr anchor="ctr"/>
                </a:tc>
                <a:extLst>
                  <a:ext uri="{0D108BD9-81ED-4DB2-BD59-A6C34878D82A}">
                    <a16:rowId xmlns:a16="http://schemas.microsoft.com/office/drawing/2014/main" val="3228732501"/>
                  </a:ext>
                </a:extLst>
              </a:tr>
              <a:tr h="669673">
                <a:tc>
                  <a:txBody>
                    <a:bodyPr/>
                    <a:lstStyle/>
                    <a:p>
                      <a:pPr algn="ctr"/>
                      <a:r>
                        <a:rPr lang="en-GB" dirty="0"/>
                        <a:t>7245</a:t>
                      </a:r>
                    </a:p>
                  </a:txBody>
                  <a:tcPr anchor="ctr"/>
                </a:tc>
                <a:extLst>
                  <a:ext uri="{0D108BD9-81ED-4DB2-BD59-A6C34878D82A}">
                    <a16:rowId xmlns:a16="http://schemas.microsoft.com/office/drawing/2014/main" val="1970119174"/>
                  </a:ext>
                </a:extLst>
              </a:tr>
              <a:tr h="669673">
                <a:tc>
                  <a:txBody>
                    <a:bodyPr/>
                    <a:lstStyle/>
                    <a:p>
                      <a:pPr algn="ctr"/>
                      <a:r>
                        <a:rPr lang="en-GB" dirty="0"/>
                        <a:t>43</a:t>
                      </a:r>
                    </a:p>
                  </a:txBody>
                  <a:tcPr anchor="ctr"/>
                </a:tc>
                <a:extLst>
                  <a:ext uri="{0D108BD9-81ED-4DB2-BD59-A6C34878D82A}">
                    <a16:rowId xmlns:a16="http://schemas.microsoft.com/office/drawing/2014/main" val="3061388568"/>
                  </a:ext>
                </a:extLst>
              </a:tr>
              <a:tr h="669673">
                <a:tc>
                  <a:txBody>
                    <a:bodyPr/>
                    <a:lstStyle/>
                    <a:p>
                      <a:pPr lvl="0" algn="ctr">
                        <a:buNone/>
                      </a:pPr>
                      <a:r>
                        <a:rPr lang="en-GB" dirty="0"/>
                        <a:t>237</a:t>
                      </a:r>
                    </a:p>
                  </a:txBody>
                  <a:tcPr anchor="ctr"/>
                </a:tc>
                <a:extLst>
                  <a:ext uri="{0D108BD9-81ED-4DB2-BD59-A6C34878D82A}">
                    <a16:rowId xmlns:a16="http://schemas.microsoft.com/office/drawing/2014/main" val="3177399393"/>
                  </a:ext>
                </a:extLst>
              </a:tr>
            </a:tbl>
          </a:graphicData>
        </a:graphic>
      </p:graphicFrame>
      <p:graphicFrame>
        <p:nvGraphicFramePr>
          <p:cNvPr id="8" name="Table 7">
            <a:extLst>
              <a:ext uri="{FF2B5EF4-FFF2-40B4-BE49-F238E27FC236}">
                <a16:creationId xmlns:a16="http://schemas.microsoft.com/office/drawing/2014/main" id="{54BF714A-279B-18E7-C999-5B5EC01DAE3C}"/>
              </a:ext>
            </a:extLst>
          </p:cNvPr>
          <p:cNvGraphicFramePr>
            <a:graphicFrameLocks noGrp="1"/>
          </p:cNvGraphicFramePr>
          <p:nvPr>
            <p:extLst>
              <p:ext uri="{D42A27DB-BD31-4B8C-83A1-F6EECF244321}">
                <p14:modId xmlns:p14="http://schemas.microsoft.com/office/powerpoint/2010/main" val="2829672885"/>
              </p:ext>
            </p:extLst>
          </p:nvPr>
        </p:nvGraphicFramePr>
        <p:xfrm>
          <a:off x="8649836" y="798452"/>
          <a:ext cx="2657575" cy="2244542"/>
        </p:xfrm>
        <a:graphic>
          <a:graphicData uri="http://schemas.openxmlformats.org/drawingml/2006/table">
            <a:tbl>
              <a:tblPr firstRow="1" bandRow="1">
                <a:tableStyleId>{5940675A-B579-460E-94D1-54222C63F5DA}</a:tableStyleId>
              </a:tblPr>
              <a:tblGrid>
                <a:gridCol w="531515">
                  <a:extLst>
                    <a:ext uri="{9D8B030D-6E8A-4147-A177-3AD203B41FA5}">
                      <a16:colId xmlns:a16="http://schemas.microsoft.com/office/drawing/2014/main" val="1823223017"/>
                    </a:ext>
                  </a:extLst>
                </a:gridCol>
                <a:gridCol w="531515">
                  <a:extLst>
                    <a:ext uri="{9D8B030D-6E8A-4147-A177-3AD203B41FA5}">
                      <a16:colId xmlns:a16="http://schemas.microsoft.com/office/drawing/2014/main" val="2197494329"/>
                    </a:ext>
                  </a:extLst>
                </a:gridCol>
                <a:gridCol w="531515">
                  <a:extLst>
                    <a:ext uri="{9D8B030D-6E8A-4147-A177-3AD203B41FA5}">
                      <a16:colId xmlns:a16="http://schemas.microsoft.com/office/drawing/2014/main" val="2688037563"/>
                    </a:ext>
                  </a:extLst>
                </a:gridCol>
                <a:gridCol w="531515">
                  <a:extLst>
                    <a:ext uri="{9D8B030D-6E8A-4147-A177-3AD203B41FA5}">
                      <a16:colId xmlns:a16="http://schemas.microsoft.com/office/drawing/2014/main" val="3465223169"/>
                    </a:ext>
                  </a:extLst>
                </a:gridCol>
                <a:gridCol w="531515">
                  <a:extLst>
                    <a:ext uri="{9D8B030D-6E8A-4147-A177-3AD203B41FA5}">
                      <a16:colId xmlns:a16="http://schemas.microsoft.com/office/drawing/2014/main" val="2877333064"/>
                    </a:ext>
                  </a:extLst>
                </a:gridCol>
              </a:tblGrid>
              <a:tr h="468797">
                <a:tc>
                  <a:txBody>
                    <a:bodyPr/>
                    <a:lstStyle/>
                    <a:p>
                      <a:pPr algn="ctr"/>
                      <a:r>
                        <a:rPr lang="en-GB" sz="1200" dirty="0"/>
                        <a:t>0.01</a:t>
                      </a:r>
                    </a:p>
                  </a:txBody>
                  <a:tcPr anchor="ctr"/>
                </a:tc>
                <a:tc>
                  <a:txBody>
                    <a:bodyPr/>
                    <a:lstStyle/>
                    <a:p>
                      <a:pPr algn="ctr"/>
                      <a:r>
                        <a:rPr lang="en-GB" sz="1200" dirty="0"/>
                        <a:t>0.41</a:t>
                      </a:r>
                    </a:p>
                  </a:txBody>
                  <a:tcPr anchor="ctr"/>
                </a:tc>
                <a:tc>
                  <a:txBody>
                    <a:bodyPr/>
                    <a:lstStyle/>
                    <a:p>
                      <a:pPr lvl="0" algn="ctr">
                        <a:buNone/>
                      </a:pPr>
                      <a:r>
                        <a:rPr lang="en-GB" sz="1200" dirty="0"/>
                        <a:t>...</a:t>
                      </a:r>
                    </a:p>
                  </a:txBody>
                  <a:tcPr anchor="ctr"/>
                </a:tc>
                <a:tc>
                  <a:txBody>
                    <a:bodyPr/>
                    <a:lstStyle/>
                    <a:p>
                      <a:pPr algn="ctr"/>
                      <a:r>
                        <a:rPr lang="en-GB" sz="1200" dirty="0"/>
                        <a:t>-0.94</a:t>
                      </a:r>
                    </a:p>
                  </a:txBody>
                  <a:tcPr anchor="ctr"/>
                </a:tc>
                <a:tc>
                  <a:txBody>
                    <a:bodyPr/>
                    <a:lstStyle/>
                    <a:p>
                      <a:pPr algn="ctr"/>
                      <a:r>
                        <a:rPr lang="en-GB" sz="1200" dirty="0"/>
                        <a:t>0.89</a:t>
                      </a:r>
                    </a:p>
                  </a:txBody>
                  <a:tcPr anchor="ctr"/>
                </a:tc>
                <a:extLst>
                  <a:ext uri="{0D108BD9-81ED-4DB2-BD59-A6C34878D82A}">
                    <a16:rowId xmlns:a16="http://schemas.microsoft.com/office/drawing/2014/main" val="3218354831"/>
                  </a:ext>
                </a:extLst>
              </a:tr>
              <a:tr h="326737">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extLst>
                  <a:ext uri="{0D108BD9-81ED-4DB2-BD59-A6C34878D82A}">
                    <a16:rowId xmlns:a16="http://schemas.microsoft.com/office/drawing/2014/main" val="85814497"/>
                  </a:ext>
                </a:extLst>
              </a:tr>
              <a:tr h="326737">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extLst>
                  <a:ext uri="{0D108BD9-81ED-4DB2-BD59-A6C34878D82A}">
                    <a16:rowId xmlns:a16="http://schemas.microsoft.com/office/drawing/2014/main" val="302682781"/>
                  </a:ext>
                </a:extLst>
              </a:tr>
              <a:tr h="326737">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extLst>
                  <a:ext uri="{0D108BD9-81ED-4DB2-BD59-A6C34878D82A}">
                    <a16:rowId xmlns:a16="http://schemas.microsoft.com/office/drawing/2014/main" val="4235429770"/>
                  </a:ext>
                </a:extLst>
              </a:tr>
              <a:tr h="326737">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extLst>
                  <a:ext uri="{0D108BD9-81ED-4DB2-BD59-A6C34878D82A}">
                    <a16:rowId xmlns:a16="http://schemas.microsoft.com/office/drawing/2014/main" val="4258881284"/>
                  </a:ext>
                </a:extLst>
              </a:tr>
              <a:tr h="468797">
                <a:tc>
                  <a:txBody>
                    <a:bodyPr/>
                    <a:lstStyle/>
                    <a:p>
                      <a:pPr lvl="0" algn="ctr">
                        <a:buNone/>
                      </a:pPr>
                      <a:r>
                        <a:rPr lang="en-GB" sz="1200" dirty="0"/>
                        <a:t>0.76</a:t>
                      </a:r>
                      <a:endParaRPr lang="en-US" sz="1200"/>
                    </a:p>
                  </a:txBody>
                  <a:tcPr anchor="ctr"/>
                </a:tc>
                <a:tc>
                  <a:txBody>
                    <a:bodyPr/>
                    <a:lstStyle/>
                    <a:p>
                      <a:pPr lvl="0" algn="ctr">
                        <a:buNone/>
                      </a:pPr>
                      <a:r>
                        <a:rPr lang="en-GB" sz="1200" dirty="0"/>
                        <a:t>-0.10</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0.34</a:t>
                      </a:r>
                      <a:endParaRPr lang="en-US" sz="1200"/>
                    </a:p>
                  </a:txBody>
                  <a:tcPr anchor="ctr"/>
                </a:tc>
                <a:tc>
                  <a:txBody>
                    <a:bodyPr/>
                    <a:lstStyle/>
                    <a:p>
                      <a:pPr lvl="0" algn="ctr">
                        <a:buNone/>
                      </a:pPr>
                      <a:r>
                        <a:rPr lang="en-GB" sz="1200" dirty="0"/>
                        <a:t>0.80</a:t>
                      </a:r>
                      <a:endParaRPr lang="en-US" sz="1200"/>
                    </a:p>
                  </a:txBody>
                  <a:tcPr anchor="ctr"/>
                </a:tc>
                <a:extLst>
                  <a:ext uri="{0D108BD9-81ED-4DB2-BD59-A6C34878D82A}">
                    <a16:rowId xmlns:a16="http://schemas.microsoft.com/office/drawing/2014/main" val="757087464"/>
                  </a:ext>
                </a:extLst>
              </a:tr>
            </a:tbl>
          </a:graphicData>
        </a:graphic>
      </p:graphicFrame>
      <p:sp>
        <p:nvSpPr>
          <p:cNvPr id="9" name="TextBox 8">
            <a:extLst>
              <a:ext uri="{FF2B5EF4-FFF2-40B4-BE49-F238E27FC236}">
                <a16:creationId xmlns:a16="http://schemas.microsoft.com/office/drawing/2014/main" id="{62E8B88F-F7D6-CB2F-60A7-1ED416F46890}"/>
              </a:ext>
            </a:extLst>
          </p:cNvPr>
          <p:cNvSpPr txBox="1"/>
          <p:nvPr/>
        </p:nvSpPr>
        <p:spPr>
          <a:xfrm>
            <a:off x="8647957" y="428971"/>
            <a:ext cx="2619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t>
            </a:r>
            <a:r>
              <a:rPr lang="en-GB" dirty="0" err="1"/>
              <a:t>input_size</a:t>
            </a:r>
            <a:r>
              <a:rPr lang="en-GB" dirty="0"/>
              <a:t>, </a:t>
            </a:r>
            <a:r>
              <a:rPr lang="en-GB" dirty="0" err="1"/>
              <a:t>embed_dim</a:t>
            </a:r>
            <a:r>
              <a:rPr lang="en-GB" dirty="0"/>
              <a:t>)</a:t>
            </a:r>
          </a:p>
        </p:txBody>
      </p:sp>
      <p:sp>
        <p:nvSpPr>
          <p:cNvPr id="10" name="Rectangle: Rounded Corners 9">
            <a:extLst>
              <a:ext uri="{FF2B5EF4-FFF2-40B4-BE49-F238E27FC236}">
                <a16:creationId xmlns:a16="http://schemas.microsoft.com/office/drawing/2014/main" id="{B4B06024-60CD-D4E5-563D-370D5D6AB776}"/>
              </a:ext>
            </a:extLst>
          </p:cNvPr>
          <p:cNvSpPr/>
          <p:nvPr/>
        </p:nvSpPr>
        <p:spPr>
          <a:xfrm>
            <a:off x="4327688" y="1483522"/>
            <a:ext cx="3129642" cy="8708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err="1"/>
              <a:t>nn.Embedding</a:t>
            </a:r>
          </a:p>
          <a:p>
            <a:pPr algn="ctr"/>
            <a:r>
              <a:rPr lang="en-GB" dirty="0"/>
              <a:t>(</a:t>
            </a:r>
            <a:r>
              <a:rPr lang="en-GB" dirty="0" err="1"/>
              <a:t>vocab_size</a:t>
            </a:r>
            <a:r>
              <a:rPr lang="en-GB" dirty="0"/>
              <a:t>, </a:t>
            </a:r>
            <a:r>
              <a:rPr lang="en-GB" dirty="0" err="1"/>
              <a:t>embed_dim</a:t>
            </a:r>
            <a:r>
              <a:rPr lang="en-GB" dirty="0"/>
              <a:t>)</a:t>
            </a:r>
          </a:p>
        </p:txBody>
      </p:sp>
      <p:sp>
        <p:nvSpPr>
          <p:cNvPr id="11" name="Rectangle: Rounded Corners 10">
            <a:extLst>
              <a:ext uri="{FF2B5EF4-FFF2-40B4-BE49-F238E27FC236}">
                <a16:creationId xmlns:a16="http://schemas.microsoft.com/office/drawing/2014/main" id="{969AE0CA-A829-616A-5C67-FD3BD9AC27C8}"/>
              </a:ext>
            </a:extLst>
          </p:cNvPr>
          <p:cNvSpPr/>
          <p:nvPr/>
        </p:nvSpPr>
        <p:spPr>
          <a:xfrm>
            <a:off x="4327688" y="4606361"/>
            <a:ext cx="3129642" cy="87085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GB" dirty="0" err="1"/>
              <a:t>nn.Embedding</a:t>
            </a:r>
            <a:endParaRPr lang="en-GB" dirty="0"/>
          </a:p>
          <a:p>
            <a:pPr algn="ctr"/>
            <a:r>
              <a:rPr lang="en-GB" dirty="0"/>
              <a:t>(</a:t>
            </a:r>
            <a:r>
              <a:rPr lang="en-GB" dirty="0" err="1"/>
              <a:t>context_size</a:t>
            </a:r>
            <a:r>
              <a:rPr lang="en-GB" dirty="0"/>
              <a:t>, </a:t>
            </a:r>
            <a:r>
              <a:rPr lang="en-GB" dirty="0" err="1"/>
              <a:t>embed_dim</a:t>
            </a:r>
            <a:r>
              <a:rPr lang="en-GB" dirty="0"/>
              <a:t>)</a:t>
            </a:r>
          </a:p>
        </p:txBody>
      </p:sp>
      <p:graphicFrame>
        <p:nvGraphicFramePr>
          <p:cNvPr id="12" name="Table 11">
            <a:extLst>
              <a:ext uri="{FF2B5EF4-FFF2-40B4-BE49-F238E27FC236}">
                <a16:creationId xmlns:a16="http://schemas.microsoft.com/office/drawing/2014/main" id="{C1D52326-DCFB-BB6D-07DF-C991AEDAB075}"/>
              </a:ext>
            </a:extLst>
          </p:cNvPr>
          <p:cNvGraphicFramePr>
            <a:graphicFrameLocks noGrp="1"/>
          </p:cNvGraphicFramePr>
          <p:nvPr>
            <p:extLst>
              <p:ext uri="{D42A27DB-BD31-4B8C-83A1-F6EECF244321}">
                <p14:modId xmlns:p14="http://schemas.microsoft.com/office/powerpoint/2010/main" val="2190328685"/>
              </p:ext>
            </p:extLst>
          </p:nvPr>
        </p:nvGraphicFramePr>
        <p:xfrm>
          <a:off x="8649835" y="3921292"/>
          <a:ext cx="2657575" cy="2244542"/>
        </p:xfrm>
        <a:graphic>
          <a:graphicData uri="http://schemas.openxmlformats.org/drawingml/2006/table">
            <a:tbl>
              <a:tblPr firstRow="1" bandRow="1">
                <a:tableStyleId>{5940675A-B579-460E-94D1-54222C63F5DA}</a:tableStyleId>
              </a:tblPr>
              <a:tblGrid>
                <a:gridCol w="531515">
                  <a:extLst>
                    <a:ext uri="{9D8B030D-6E8A-4147-A177-3AD203B41FA5}">
                      <a16:colId xmlns:a16="http://schemas.microsoft.com/office/drawing/2014/main" val="1823223017"/>
                    </a:ext>
                  </a:extLst>
                </a:gridCol>
                <a:gridCol w="531515">
                  <a:extLst>
                    <a:ext uri="{9D8B030D-6E8A-4147-A177-3AD203B41FA5}">
                      <a16:colId xmlns:a16="http://schemas.microsoft.com/office/drawing/2014/main" val="2197494329"/>
                    </a:ext>
                  </a:extLst>
                </a:gridCol>
                <a:gridCol w="531515">
                  <a:extLst>
                    <a:ext uri="{9D8B030D-6E8A-4147-A177-3AD203B41FA5}">
                      <a16:colId xmlns:a16="http://schemas.microsoft.com/office/drawing/2014/main" val="2688037563"/>
                    </a:ext>
                  </a:extLst>
                </a:gridCol>
                <a:gridCol w="531515">
                  <a:extLst>
                    <a:ext uri="{9D8B030D-6E8A-4147-A177-3AD203B41FA5}">
                      <a16:colId xmlns:a16="http://schemas.microsoft.com/office/drawing/2014/main" val="3465223169"/>
                    </a:ext>
                  </a:extLst>
                </a:gridCol>
                <a:gridCol w="531515">
                  <a:extLst>
                    <a:ext uri="{9D8B030D-6E8A-4147-A177-3AD203B41FA5}">
                      <a16:colId xmlns:a16="http://schemas.microsoft.com/office/drawing/2014/main" val="2877333064"/>
                    </a:ext>
                  </a:extLst>
                </a:gridCol>
              </a:tblGrid>
              <a:tr h="468797">
                <a:tc>
                  <a:txBody>
                    <a:bodyPr/>
                    <a:lstStyle/>
                    <a:p>
                      <a:pPr algn="ctr"/>
                      <a:r>
                        <a:rPr lang="en-GB" sz="1200" dirty="0"/>
                        <a:t>0.05</a:t>
                      </a:r>
                    </a:p>
                  </a:txBody>
                  <a:tcPr anchor="ctr"/>
                </a:tc>
                <a:tc>
                  <a:txBody>
                    <a:bodyPr/>
                    <a:lstStyle/>
                    <a:p>
                      <a:pPr algn="ctr"/>
                      <a:r>
                        <a:rPr lang="en-GB" sz="1200" dirty="0"/>
                        <a:t>-0.70</a:t>
                      </a:r>
                    </a:p>
                  </a:txBody>
                  <a:tcPr anchor="ctr"/>
                </a:tc>
                <a:tc>
                  <a:txBody>
                    <a:bodyPr/>
                    <a:lstStyle/>
                    <a:p>
                      <a:pPr lvl="0" algn="ctr">
                        <a:buNone/>
                      </a:pPr>
                      <a:r>
                        <a:rPr lang="en-GB" sz="1200" dirty="0"/>
                        <a:t>...</a:t>
                      </a:r>
                    </a:p>
                  </a:txBody>
                  <a:tcPr anchor="ctr"/>
                </a:tc>
                <a:tc>
                  <a:txBody>
                    <a:bodyPr/>
                    <a:lstStyle/>
                    <a:p>
                      <a:pPr algn="ctr"/>
                      <a:r>
                        <a:rPr lang="en-GB" sz="1200" dirty="0"/>
                        <a:t>-0.90</a:t>
                      </a:r>
                    </a:p>
                  </a:txBody>
                  <a:tcPr anchor="ctr"/>
                </a:tc>
                <a:tc>
                  <a:txBody>
                    <a:bodyPr/>
                    <a:lstStyle/>
                    <a:p>
                      <a:pPr algn="ctr"/>
                      <a:r>
                        <a:rPr lang="en-GB" sz="1200" dirty="0"/>
                        <a:t>0.10</a:t>
                      </a:r>
                    </a:p>
                  </a:txBody>
                  <a:tcPr anchor="ctr"/>
                </a:tc>
                <a:extLst>
                  <a:ext uri="{0D108BD9-81ED-4DB2-BD59-A6C34878D82A}">
                    <a16:rowId xmlns:a16="http://schemas.microsoft.com/office/drawing/2014/main" val="3218354831"/>
                  </a:ext>
                </a:extLst>
              </a:tr>
              <a:tr h="326737">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extLst>
                  <a:ext uri="{0D108BD9-81ED-4DB2-BD59-A6C34878D82A}">
                    <a16:rowId xmlns:a16="http://schemas.microsoft.com/office/drawing/2014/main" val="85814497"/>
                  </a:ext>
                </a:extLst>
              </a:tr>
              <a:tr h="326737">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tc>
                  <a:txBody>
                    <a:bodyPr/>
                    <a:lstStyle/>
                    <a:p>
                      <a:pPr algn="ctr"/>
                      <a:r>
                        <a:rPr lang="en-GB" sz="1200" dirty="0"/>
                        <a:t>...</a:t>
                      </a:r>
                    </a:p>
                  </a:txBody>
                  <a:tcPr anchor="ctr"/>
                </a:tc>
                <a:extLst>
                  <a:ext uri="{0D108BD9-81ED-4DB2-BD59-A6C34878D82A}">
                    <a16:rowId xmlns:a16="http://schemas.microsoft.com/office/drawing/2014/main" val="302682781"/>
                  </a:ext>
                </a:extLst>
              </a:tr>
              <a:tr h="326737">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dirty="0"/>
                    </a:p>
                  </a:txBody>
                  <a:tcPr anchor="ctr"/>
                </a:tc>
                <a:extLst>
                  <a:ext uri="{0D108BD9-81ED-4DB2-BD59-A6C34878D82A}">
                    <a16:rowId xmlns:a16="http://schemas.microsoft.com/office/drawing/2014/main" val="4235429770"/>
                  </a:ext>
                </a:extLst>
              </a:tr>
              <a:tr h="326737">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a:t>
                      </a:r>
                      <a:endParaRPr lang="en-US" sz="1200" dirty="0"/>
                    </a:p>
                  </a:txBody>
                  <a:tcPr anchor="ctr"/>
                </a:tc>
                <a:extLst>
                  <a:ext uri="{0D108BD9-81ED-4DB2-BD59-A6C34878D82A}">
                    <a16:rowId xmlns:a16="http://schemas.microsoft.com/office/drawing/2014/main" val="4258881284"/>
                  </a:ext>
                </a:extLst>
              </a:tr>
              <a:tr h="468797">
                <a:tc>
                  <a:txBody>
                    <a:bodyPr/>
                    <a:lstStyle/>
                    <a:p>
                      <a:pPr lvl="0" algn="ctr">
                        <a:buNone/>
                      </a:pPr>
                      <a:r>
                        <a:rPr lang="en-GB" sz="1200" dirty="0"/>
                        <a:t>0.1</a:t>
                      </a:r>
                      <a:endParaRPr lang="en-US" sz="1200" dirty="0"/>
                    </a:p>
                  </a:txBody>
                  <a:tcPr anchor="ctr"/>
                </a:tc>
                <a:tc>
                  <a:txBody>
                    <a:bodyPr/>
                    <a:lstStyle/>
                    <a:p>
                      <a:pPr lvl="0" algn="ctr">
                        <a:buNone/>
                      </a:pPr>
                      <a:r>
                        <a:rPr lang="en-GB" sz="1200" dirty="0"/>
                        <a:t>0.8</a:t>
                      </a:r>
                      <a:endParaRPr lang="en-US" sz="1200" dirty="0"/>
                    </a:p>
                  </a:txBody>
                  <a:tcPr anchor="ctr"/>
                </a:tc>
                <a:tc>
                  <a:txBody>
                    <a:bodyPr/>
                    <a:lstStyle/>
                    <a:p>
                      <a:pPr lvl="0" algn="ctr">
                        <a:buNone/>
                      </a:pPr>
                      <a:r>
                        <a:rPr lang="en-GB" sz="1200" dirty="0"/>
                        <a:t>...</a:t>
                      </a:r>
                      <a:endParaRPr lang="en-US" sz="1200"/>
                    </a:p>
                  </a:txBody>
                  <a:tcPr anchor="ctr"/>
                </a:tc>
                <a:tc>
                  <a:txBody>
                    <a:bodyPr/>
                    <a:lstStyle/>
                    <a:p>
                      <a:pPr lvl="0" algn="ctr">
                        <a:buNone/>
                      </a:pPr>
                      <a:r>
                        <a:rPr lang="en-GB" sz="1200" dirty="0"/>
                        <a:t>0.7</a:t>
                      </a:r>
                      <a:endParaRPr lang="en-US" sz="1200" dirty="0"/>
                    </a:p>
                  </a:txBody>
                  <a:tcPr anchor="ctr"/>
                </a:tc>
                <a:tc>
                  <a:txBody>
                    <a:bodyPr/>
                    <a:lstStyle/>
                    <a:p>
                      <a:pPr lvl="0" algn="ctr">
                        <a:buNone/>
                      </a:pPr>
                      <a:r>
                        <a:rPr lang="en-GB" sz="1200" dirty="0"/>
                        <a:t>0.6</a:t>
                      </a:r>
                      <a:endParaRPr lang="en-US" sz="1200" dirty="0"/>
                    </a:p>
                  </a:txBody>
                  <a:tcPr anchor="ctr"/>
                </a:tc>
                <a:extLst>
                  <a:ext uri="{0D108BD9-81ED-4DB2-BD59-A6C34878D82A}">
                    <a16:rowId xmlns:a16="http://schemas.microsoft.com/office/drawing/2014/main" val="757087464"/>
                  </a:ext>
                </a:extLst>
              </a:tr>
            </a:tbl>
          </a:graphicData>
        </a:graphic>
      </p:graphicFrame>
      <p:sp>
        <p:nvSpPr>
          <p:cNvPr id="16" name="TextBox 15">
            <a:extLst>
              <a:ext uri="{FF2B5EF4-FFF2-40B4-BE49-F238E27FC236}">
                <a16:creationId xmlns:a16="http://schemas.microsoft.com/office/drawing/2014/main" id="{D284AD42-70D1-1836-AE37-8BEFAF4DA20B}"/>
              </a:ext>
            </a:extLst>
          </p:cNvPr>
          <p:cNvSpPr txBox="1"/>
          <p:nvPr/>
        </p:nvSpPr>
        <p:spPr>
          <a:xfrm>
            <a:off x="8647957" y="6164381"/>
            <a:ext cx="261937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dirty="0"/>
              <a:t>(</a:t>
            </a:r>
            <a:r>
              <a:rPr lang="en-GB" dirty="0" err="1"/>
              <a:t>input_size</a:t>
            </a:r>
            <a:r>
              <a:rPr lang="en-GB" dirty="0"/>
              <a:t>, </a:t>
            </a:r>
            <a:r>
              <a:rPr lang="en-GB" dirty="0" err="1"/>
              <a:t>embed_dim</a:t>
            </a:r>
            <a:r>
              <a:rPr lang="en-GB" dirty="0"/>
              <a:t>)</a:t>
            </a:r>
          </a:p>
        </p:txBody>
      </p:sp>
      <p:sp>
        <p:nvSpPr>
          <p:cNvPr id="17" name="Arrow: Right 16">
            <a:extLst>
              <a:ext uri="{FF2B5EF4-FFF2-40B4-BE49-F238E27FC236}">
                <a16:creationId xmlns:a16="http://schemas.microsoft.com/office/drawing/2014/main" id="{299F540D-9479-7184-9139-A240AF1EEBD2}"/>
              </a:ext>
            </a:extLst>
          </p:cNvPr>
          <p:cNvSpPr/>
          <p:nvPr/>
        </p:nvSpPr>
        <p:spPr>
          <a:xfrm>
            <a:off x="3368385" y="1776075"/>
            <a:ext cx="680357"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Arrow: Right 17">
            <a:extLst>
              <a:ext uri="{FF2B5EF4-FFF2-40B4-BE49-F238E27FC236}">
                <a16:creationId xmlns:a16="http://schemas.microsoft.com/office/drawing/2014/main" id="{607DDD34-2451-536E-3FCB-4EA47B086B4C}"/>
              </a:ext>
            </a:extLst>
          </p:cNvPr>
          <p:cNvSpPr/>
          <p:nvPr/>
        </p:nvSpPr>
        <p:spPr>
          <a:xfrm>
            <a:off x="3368384" y="4898913"/>
            <a:ext cx="680357"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Arrow: Right 18">
            <a:extLst>
              <a:ext uri="{FF2B5EF4-FFF2-40B4-BE49-F238E27FC236}">
                <a16:creationId xmlns:a16="http://schemas.microsoft.com/office/drawing/2014/main" id="{6DE3FE6A-CD94-88BF-F3BF-7330239A7D84}"/>
              </a:ext>
            </a:extLst>
          </p:cNvPr>
          <p:cNvSpPr/>
          <p:nvPr/>
        </p:nvSpPr>
        <p:spPr>
          <a:xfrm>
            <a:off x="7688652" y="1776073"/>
            <a:ext cx="680357"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Arrow: Right 19">
            <a:extLst>
              <a:ext uri="{FF2B5EF4-FFF2-40B4-BE49-F238E27FC236}">
                <a16:creationId xmlns:a16="http://schemas.microsoft.com/office/drawing/2014/main" id="{FA658F95-58AD-4EA5-41B1-97CEB34B386D}"/>
              </a:ext>
            </a:extLst>
          </p:cNvPr>
          <p:cNvSpPr/>
          <p:nvPr/>
        </p:nvSpPr>
        <p:spPr>
          <a:xfrm>
            <a:off x="7688652" y="4898912"/>
            <a:ext cx="680357"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extBox 1">
            <a:extLst>
              <a:ext uri="{FF2B5EF4-FFF2-40B4-BE49-F238E27FC236}">
                <a16:creationId xmlns:a16="http://schemas.microsoft.com/office/drawing/2014/main" id="{B336C61F-B207-6B82-F55B-E62237D9F40F}"/>
              </a:ext>
            </a:extLst>
          </p:cNvPr>
          <p:cNvSpPr txBox="1"/>
          <p:nvPr/>
        </p:nvSpPr>
        <p:spPr>
          <a:xfrm>
            <a:off x="9781886" y="3168540"/>
            <a:ext cx="3937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GB" sz="3600" b="1" dirty="0"/>
              <a:t>+</a:t>
            </a:r>
          </a:p>
        </p:txBody>
      </p:sp>
      <p:sp>
        <p:nvSpPr>
          <p:cNvPr id="3" name="Arrow: Right 2">
            <a:extLst>
              <a:ext uri="{FF2B5EF4-FFF2-40B4-BE49-F238E27FC236}">
                <a16:creationId xmlns:a16="http://schemas.microsoft.com/office/drawing/2014/main" id="{8C52FFCB-A001-DDD4-0D72-46C961F0E7DF}"/>
              </a:ext>
            </a:extLst>
          </p:cNvPr>
          <p:cNvSpPr/>
          <p:nvPr/>
        </p:nvSpPr>
        <p:spPr>
          <a:xfrm>
            <a:off x="1717384" y="3350874"/>
            <a:ext cx="680357" cy="28575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4931773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animBg="1"/>
      <p:bldP spid="11" grpId="0" animBg="1"/>
      <p:bldP spid="16" grpId="0"/>
      <p:bldP spid="17" grpId="0" animBg="1"/>
      <p:bldP spid="18" grpId="0" animBg="1"/>
      <p:bldP spid="19" grpId="0" animBg="1"/>
      <p:bldP spid="20" grpId="0" animBg="1"/>
      <p:bldP spid="2" grpId="0"/>
      <p:bldP spid="3"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CB59A-BE75-E9E2-725F-1FBE52E8CA49}"/>
              </a:ext>
            </a:extLst>
          </p:cNvPr>
          <p:cNvSpPr>
            <a:spLocks noGrp="1"/>
          </p:cNvSpPr>
          <p:nvPr>
            <p:ph type="title"/>
          </p:nvPr>
        </p:nvSpPr>
        <p:spPr/>
        <p:txBody>
          <a:bodyPr/>
          <a:lstStyle/>
          <a:p>
            <a:r>
              <a:rPr lang="en-GB" dirty="0"/>
              <a:t>Static embeddings</a:t>
            </a:r>
          </a:p>
        </p:txBody>
      </p:sp>
      <p:sp>
        <p:nvSpPr>
          <p:cNvPr id="3" name="Content Placeholder 2">
            <a:extLst>
              <a:ext uri="{FF2B5EF4-FFF2-40B4-BE49-F238E27FC236}">
                <a16:creationId xmlns:a16="http://schemas.microsoft.com/office/drawing/2014/main" id="{EBF0863C-1BE6-D429-C26B-BD4041593978}"/>
              </a:ext>
            </a:extLst>
          </p:cNvPr>
          <p:cNvSpPr>
            <a:spLocks noGrp="1"/>
          </p:cNvSpPr>
          <p:nvPr>
            <p:ph idx="1"/>
          </p:nvPr>
        </p:nvSpPr>
        <p:spPr/>
        <p:txBody>
          <a:bodyPr vert="horz" lIns="91440" tIns="45720" rIns="91440" bIns="45720" rtlCol="0" anchor="t">
            <a:normAutofit/>
          </a:bodyPr>
          <a:lstStyle/>
          <a:p>
            <a:pPr marL="0" indent="0">
              <a:buNone/>
            </a:pPr>
            <a:r>
              <a:rPr lang="en-GB" dirty="0"/>
              <a:t>We have created </a:t>
            </a:r>
            <a:r>
              <a:rPr lang="en-GB" b="1" i="1" dirty="0"/>
              <a:t>static </a:t>
            </a:r>
            <a:r>
              <a:rPr lang="en-GB" dirty="0"/>
              <a:t>embeddings</a:t>
            </a:r>
          </a:p>
          <a:p>
            <a:pPr marL="0" indent="0">
              <a:buNone/>
            </a:pPr>
            <a:endParaRPr lang="en-GB" dirty="0"/>
          </a:p>
          <a:p>
            <a:pPr marL="0" indent="0" algn="ctr">
              <a:buNone/>
            </a:pPr>
            <a:r>
              <a:rPr lang="en-GB" dirty="0"/>
              <a:t>"dogs like to </a:t>
            </a:r>
            <a:r>
              <a:rPr lang="en-GB" b="1" dirty="0">
                <a:solidFill>
                  <a:srgbClr val="7030A0"/>
                </a:solidFill>
              </a:rPr>
              <a:t>bark </a:t>
            </a:r>
            <a:r>
              <a:rPr lang="en-GB" dirty="0"/>
              <a:t>at squirrels"</a:t>
            </a:r>
          </a:p>
          <a:p>
            <a:pPr marL="0" indent="0" algn="ctr">
              <a:buNone/>
            </a:pPr>
            <a:endParaRPr lang="en-GB" dirty="0"/>
          </a:p>
          <a:p>
            <a:pPr marL="0" indent="0" algn="ctr">
              <a:buNone/>
            </a:pPr>
            <a:r>
              <a:rPr lang="en-GB" dirty="0"/>
              <a:t>"squirrels like climbing tree </a:t>
            </a:r>
            <a:r>
              <a:rPr lang="en-GB" b="1" dirty="0">
                <a:solidFill>
                  <a:srgbClr val="7030A0"/>
                </a:solidFill>
              </a:rPr>
              <a:t>bark</a:t>
            </a:r>
            <a:r>
              <a:rPr lang="en-GB" dirty="0"/>
              <a:t>"</a:t>
            </a:r>
          </a:p>
          <a:p>
            <a:pPr marL="0" indent="0" algn="ctr">
              <a:buNone/>
            </a:pPr>
            <a:endParaRPr lang="en-GB" dirty="0"/>
          </a:p>
          <a:p>
            <a:pPr marL="0" indent="0" algn="ctr">
              <a:buNone/>
            </a:pPr>
            <a:r>
              <a:rPr lang="en-GB" dirty="0"/>
              <a:t>Same embeddings</a:t>
            </a:r>
          </a:p>
        </p:txBody>
      </p:sp>
      <p:pic>
        <p:nvPicPr>
          <p:cNvPr id="6" name="Picture 5">
            <a:extLst>
              <a:ext uri="{FF2B5EF4-FFF2-40B4-BE49-F238E27FC236}">
                <a16:creationId xmlns:a16="http://schemas.microsoft.com/office/drawing/2014/main" id="{38388B83-F749-9F82-9DAE-3A5A0608E27F}"/>
              </a:ext>
            </a:extLst>
          </p:cNvPr>
          <p:cNvPicPr>
            <a:picLocks noChangeAspect="1"/>
          </p:cNvPicPr>
          <p:nvPr/>
        </p:nvPicPr>
        <p:blipFill>
          <a:blip r:embed="rId2"/>
          <a:srcRect l="26151" r="12701"/>
          <a:stretch>
            <a:fillRect/>
          </a:stretch>
        </p:blipFill>
        <p:spPr>
          <a:xfrm>
            <a:off x="8901404" y="2676821"/>
            <a:ext cx="2967135" cy="2648945"/>
          </a:xfrm>
          <a:prstGeom prst="rect">
            <a:avLst/>
          </a:prstGeom>
        </p:spPr>
      </p:pic>
      <p:sp>
        <p:nvSpPr>
          <p:cNvPr id="8" name="TextBox 7">
            <a:extLst>
              <a:ext uri="{FF2B5EF4-FFF2-40B4-BE49-F238E27FC236}">
                <a16:creationId xmlns:a16="http://schemas.microsoft.com/office/drawing/2014/main" id="{2D83F238-1606-387A-CD11-030A13E86628}"/>
              </a:ext>
            </a:extLst>
          </p:cNvPr>
          <p:cNvSpPr txBox="1"/>
          <p:nvPr/>
        </p:nvSpPr>
        <p:spPr>
          <a:xfrm>
            <a:off x="8720964" y="5325766"/>
            <a:ext cx="2967135" cy="369332"/>
          </a:xfrm>
          <a:prstGeom prst="rect">
            <a:avLst/>
          </a:prstGeom>
          <a:noFill/>
        </p:spPr>
        <p:txBody>
          <a:bodyPr wrap="square">
            <a:spAutoFit/>
          </a:bodyPr>
          <a:lstStyle/>
          <a:p>
            <a:pPr marL="0" indent="0" algn="ctr">
              <a:buNone/>
            </a:pPr>
            <a:r>
              <a:rPr lang="en-GB" i="1" dirty="0">
                <a:solidFill>
                  <a:schemeClr val="bg2">
                    <a:lumMod val="50000"/>
                  </a:schemeClr>
                </a:solidFill>
              </a:rPr>
              <a:t>Source: Google Imagen 3</a:t>
            </a:r>
          </a:p>
        </p:txBody>
      </p:sp>
    </p:spTree>
    <p:extLst>
      <p:ext uri="{BB962C8B-B14F-4D97-AF65-F5344CB8AC3E}">
        <p14:creationId xmlns:p14="http://schemas.microsoft.com/office/powerpoint/2010/main" val="27131796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169</TotalTime>
  <Words>1417</Words>
  <Application>Microsoft Macintosh PowerPoint</Application>
  <PresentationFormat>Widescreen</PresentationFormat>
  <Paragraphs>421</Paragraphs>
  <Slides>28</Slides>
  <Notes>6</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28</vt:i4>
      </vt:variant>
    </vt:vector>
  </HeadingPairs>
  <TitlesOfParts>
    <vt:vector size="41" baseType="lpstr">
      <vt:lpstr>Aptos</vt:lpstr>
      <vt:lpstr>Aptos Display</vt:lpstr>
      <vt:lpstr>Arial</vt:lpstr>
      <vt:lpstr>Calibri</vt:lpstr>
      <vt:lpstr>Cambria Math</vt:lpstr>
      <vt:lpstr>Comic Sans MS</vt:lpstr>
      <vt:lpstr>Consolas</vt:lpstr>
      <vt:lpstr>Constantia</vt:lpstr>
      <vt:lpstr>Roboto Serif</vt:lpstr>
      <vt:lpstr>Source Code Pro</vt:lpstr>
      <vt:lpstr>Wingdings</vt:lpstr>
      <vt:lpstr>office theme</vt:lpstr>
      <vt:lpstr>Simple Light</vt:lpstr>
      <vt:lpstr>PowerPoint Presentation</vt:lpstr>
      <vt:lpstr>Embeddings</vt:lpstr>
      <vt:lpstr>Overview</vt:lpstr>
      <vt:lpstr>Why do we even want "embeddings"</vt:lpstr>
      <vt:lpstr>Vectors</vt:lpstr>
      <vt:lpstr>Vectors</vt:lpstr>
      <vt:lpstr>Vectors</vt:lpstr>
      <vt:lpstr>Vectors</vt:lpstr>
      <vt:lpstr>Vectors</vt:lpstr>
      <vt:lpstr>Vectors</vt:lpstr>
      <vt:lpstr>Vectors</vt:lpstr>
      <vt:lpstr>Embeddings</vt:lpstr>
      <vt:lpstr>One-hot encoding</vt:lpstr>
      <vt:lpstr>One-hot encodings</vt:lpstr>
      <vt:lpstr>One-hot encodings</vt:lpstr>
      <vt:lpstr>TF-IDF</vt:lpstr>
      <vt:lpstr>TF-IDF</vt:lpstr>
      <vt:lpstr>TF-IDF</vt:lpstr>
      <vt:lpstr>TF-IDF</vt:lpstr>
      <vt:lpstr>TF-IDF</vt:lpstr>
      <vt:lpstr>TF-IDF</vt:lpstr>
      <vt:lpstr>word2vec</vt:lpstr>
      <vt:lpstr>word2vec</vt:lpstr>
      <vt:lpstr>word2vec</vt:lpstr>
      <vt:lpstr>word2vec</vt:lpstr>
      <vt:lpstr>Learned embeddings</vt:lpstr>
      <vt:lpstr>PowerPoint Presentation</vt:lpstr>
      <vt:lpstr>Static embeddings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Finley Griffin</cp:lastModifiedBy>
  <cp:revision>839</cp:revision>
  <dcterms:created xsi:type="dcterms:W3CDTF">2025-07-24T15:09:45Z</dcterms:created>
  <dcterms:modified xsi:type="dcterms:W3CDTF">2026-05-06T13:07:39Z</dcterms:modified>
</cp:coreProperties>
</file>