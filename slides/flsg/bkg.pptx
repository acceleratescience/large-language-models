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5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2"/>
  </p:normalViewPr>
  <p:slideViewPr>
    <p:cSldViewPr snapToGrid="0">
      <p:cViewPr>
        <p:scale>
          <a:sx n="93" d="100"/>
          <a:sy n="93" d="100"/>
        </p:scale>
        <p:origin x="1512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1199D-7249-A769-BEE8-47D49FEEF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1C475-6964-B240-3CA0-9E84753FB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C4B4-6058-3E16-5730-5268A2DBE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9DEE-B299-3643-A231-53E5ACB76607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E664E-C188-A380-D35B-F8FBDBBC2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1EDC2-C917-8DEE-0C55-40964EA76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1810-715F-B842-92DD-70BCEA550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751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487CF-B52E-CB43-4097-A2010E073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61A9B-0CB4-4A0C-7424-3DD8C0FB5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D4677-8411-CCAE-90BC-055E9EEB6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9DEE-B299-3643-A231-53E5ACB76607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F7973-E06C-327C-C3E3-5DA84730D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EFB02-D6D1-D569-E8E6-D0C1A9D2C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1810-715F-B842-92DD-70BCEA550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019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A22-1CEB-45AB-801C-D3444B471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B7F73-064C-EEED-93D3-8D28C1F43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7C61F-A07F-6B9C-E618-733FB67FA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9DEE-B299-3643-A231-53E5ACB76607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F9843-6D04-C98F-8366-38E89C440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7EBB4-9165-D90B-A310-C050E9E0F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1810-715F-B842-92DD-70BCEA550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35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A8BC8-CC78-0F0B-C5BD-AE175292D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F5113-BCDD-446B-8425-DAEF627B91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D7F845-4D51-6820-769F-DC58FC852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F19B9A-196A-8254-AF10-6D14541E2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9DEE-B299-3643-A231-53E5ACB76607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8E8B6-B32F-12E9-C4CB-09DBEEF33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43E60-FEE6-A36C-2C16-CE73EF72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1810-715F-B842-92DD-70BCEA550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00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6FDE0-20D6-F018-CC02-7B38AF29C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4332D-5AAA-B808-22AB-DD19CF19D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BFCB90-287F-3CA8-D0FB-D34A911719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4E55A8-B33A-BD23-0486-17750B5978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83C539-C5C1-90F3-2A3D-A95EC67B9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1468B-1233-4328-5FD2-10A05567E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9DEE-B299-3643-A231-53E5ACB76607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6AAB18-E5EC-08C7-77DD-27BB009B6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ACF47C-53D4-C214-C57C-8DA19026C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1810-715F-B842-92DD-70BCEA550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34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DDF67-012D-2AE6-EB8C-3876EBFBE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7A4D34-75D5-A19D-D2F5-613FC6216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9DEE-B299-3643-A231-53E5ACB76607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7BCA7-A6C8-B374-1ED0-539288DB9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6C5D15-10E7-6381-4FD5-1B1B3142B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1810-715F-B842-92DD-70BCEA550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52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A74245-692C-893F-3C6D-5AEFAD2C9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9DEE-B299-3643-A231-53E5ACB76607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7621FC-00C5-47BC-99CB-1C544BE97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0C319-A383-3306-1075-0B3992B2C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1810-715F-B842-92DD-70BCEA550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429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6F6B5-AEBC-A5B9-A34E-A075EC644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BCEBB-06FB-CE4C-9834-0CB201640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8082B5-49D2-8114-9088-C36DA8EEB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37E0C-2461-043D-EA14-A2BE403B6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9DEE-B299-3643-A231-53E5ACB76607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17D54A-E8CE-788D-AA0A-B1321CEA3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445C7B-8134-51F2-BC9F-F5F10683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1810-715F-B842-92DD-70BCEA550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838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27FF6-7AFA-A8C2-BAA4-87569AE02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9AAB40-8799-186F-41ED-7A9F50452B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E633F-27E2-4C1C-1E95-6C1B3819E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D5F6D-CFEA-97A8-FA2E-CEA5A4303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9DEE-B299-3643-A231-53E5ACB76607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827D5-7A23-F2AD-FAA5-5BA196D5B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3A7F98-6045-2EDA-7181-61F5B634D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1810-715F-B842-92DD-70BCEA550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400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22CD3-7594-5749-4AF2-A9B805044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90CD50-04D1-4251-54DA-3D6EB3F9B7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42072-D2D7-8E12-8D8A-08293A682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9DEE-B299-3643-A231-53E5ACB76607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C61AF-8B0C-5549-9FA0-72075B2FC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92F90-F46F-A4A8-58D3-F5BDD5403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1810-715F-B842-92DD-70BCEA550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564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19DEBD-BD32-B031-CB36-4159B2B2A4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A2BB23-FEAB-2EA3-C6A1-90CAD7889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272AA-7D0D-EC90-3191-8902D045A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9DEE-B299-3643-A231-53E5ACB76607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93DA3-BE6B-8425-3D69-E1ABEF970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192FA-F7DC-D06A-C9A2-E4142C1C1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1810-715F-B842-92DD-70BCEA550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009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AD4D75-03B3-A2A8-4E6B-C8693DEB4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5AD6F-7E00-0201-A730-C2295DE7F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D6D52-BB8A-3937-4170-DABAC5566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0E9DEE-B299-3643-A231-53E5ACB76607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86172-3C60-BCF0-70B0-2DE09CDFE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3CFAE-15A4-0EFB-C06D-3BB6A164F4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7C1810-715F-B842-92DD-70BCEA550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54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A305A8B-5E75-95B1-0550-16770053EE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5BC3E-95A5-1D7B-11F1-F9EDA82C2F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193" b="36392"/>
          <a:stretch>
            <a:fillRect/>
          </a:stretch>
        </p:blipFill>
        <p:spPr>
          <a:xfrm>
            <a:off x="8229600" y="6189830"/>
            <a:ext cx="3962400" cy="6681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455A82D-0071-0408-B70E-1F7E0A1FE5F0}"/>
              </a:ext>
            </a:extLst>
          </p:cNvPr>
          <p:cNvSpPr/>
          <p:nvPr/>
        </p:nvSpPr>
        <p:spPr>
          <a:xfrm>
            <a:off x="0" y="6189830"/>
            <a:ext cx="8321040" cy="668170"/>
          </a:xfrm>
          <a:prstGeom prst="rect">
            <a:avLst/>
          </a:prstGeom>
          <a:solidFill>
            <a:srgbClr val="1B55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F2440F-9D39-63D1-7882-2A4DA59B8C8A}"/>
              </a:ext>
            </a:extLst>
          </p:cNvPr>
          <p:cNvSpPr/>
          <p:nvPr/>
        </p:nvSpPr>
        <p:spPr>
          <a:xfrm>
            <a:off x="0" y="5930964"/>
            <a:ext cx="12192000" cy="2588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E36FF94-E99C-B749-BAED-5A8A06C2D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174" y="6357322"/>
            <a:ext cx="1750803" cy="36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920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Finley Griffin</dc:creator>
  <cp:lastModifiedBy>Finley Griffin</cp:lastModifiedBy>
  <cp:revision>1</cp:revision>
  <dcterms:created xsi:type="dcterms:W3CDTF">2026-05-12T13:12:26Z</dcterms:created>
  <dcterms:modified xsi:type="dcterms:W3CDTF">2026-05-12T13:34:09Z</dcterms:modified>
</cp:coreProperties>
</file>