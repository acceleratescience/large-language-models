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82" r:id="rId2"/>
    <p:sldId id="283" r:id="rId3"/>
    <p:sldId id="256" r:id="rId4"/>
    <p:sldId id="257" r:id="rId5"/>
    <p:sldId id="284" r:id="rId6"/>
    <p:sldId id="285" r:id="rId7"/>
    <p:sldId id="258" r:id="rId8"/>
    <p:sldId id="261" r:id="rId9"/>
    <p:sldId id="262" r:id="rId10"/>
    <p:sldId id="263" r:id="rId11"/>
    <p:sldId id="264" r:id="rId12"/>
    <p:sldId id="265" r:id="rId13"/>
    <p:sldId id="286" r:id="rId14"/>
    <p:sldId id="288" r:id="rId15"/>
    <p:sldId id="291" r:id="rId16"/>
    <p:sldId id="289" r:id="rId17"/>
    <p:sldId id="292" r:id="rId18"/>
    <p:sldId id="293" r:id="rId19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55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7FED6F-2118-6CA6-D178-8D790376C88C}" v="14" dt="2025-09-13T12:18:03.0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–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99" autoAdjust="0"/>
    <p:restoredTop sz="91907"/>
  </p:normalViewPr>
  <p:slideViewPr>
    <p:cSldViewPr snapToGrid="0">
      <p:cViewPr varScale="1">
        <p:scale>
          <a:sx n="146" d="100"/>
          <a:sy n="146" d="100"/>
        </p:scale>
        <p:origin x="45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Daniels" userId="S::rkd43@cam.ac.uk::aaa4fbe9-f474-4140-b10b-5257398ac308" providerId="AD" clId="Web-{813824F5-F2C1-43B2-3CDA-34FA9F178B56}"/>
    <pc:docChg chg="addSld modSld">
      <pc:chgData name="Ryan Daniels" userId="S::rkd43@cam.ac.uk::aaa4fbe9-f474-4140-b10b-5257398ac308" providerId="AD" clId="Web-{813824F5-F2C1-43B2-3CDA-34FA9F178B56}" dt="2025-07-29T12:05:13.556" v="69" actId="1076"/>
      <pc:docMkLst>
        <pc:docMk/>
      </pc:docMkLst>
      <pc:sldChg chg="modSp new">
        <pc:chgData name="Ryan Daniels" userId="S::rkd43@cam.ac.uk::aaa4fbe9-f474-4140-b10b-5257398ac308" providerId="AD" clId="Web-{813824F5-F2C1-43B2-3CDA-34FA9F178B56}" dt="2025-07-29T09:47:09.564" v="31" actId="20577"/>
        <pc:sldMkLst>
          <pc:docMk/>
          <pc:sldMk cId="3798011017" sldId="257"/>
        </pc:sldMkLst>
      </pc:sldChg>
      <pc:sldChg chg="addSp delSp modSp new">
        <pc:chgData name="Ryan Daniels" userId="S::rkd43@cam.ac.uk::aaa4fbe9-f474-4140-b10b-5257398ac308" providerId="AD" clId="Web-{813824F5-F2C1-43B2-3CDA-34FA9F178B56}" dt="2025-07-29T09:49:30.207" v="39" actId="1076"/>
        <pc:sldMkLst>
          <pc:docMk/>
          <pc:sldMk cId="1845929933" sldId="258"/>
        </pc:sldMkLst>
      </pc:sldChg>
      <pc:sldChg chg="addSp delSp modSp new mod setBg addAnim">
        <pc:chgData name="Ryan Daniels" userId="S::rkd43@cam.ac.uk::aaa4fbe9-f474-4140-b10b-5257398ac308" providerId="AD" clId="Web-{813824F5-F2C1-43B2-3CDA-34FA9F178B56}" dt="2025-07-29T09:51:32.084" v="50"/>
        <pc:sldMkLst>
          <pc:docMk/>
          <pc:sldMk cId="86074783" sldId="259"/>
        </pc:sldMkLst>
      </pc:sldChg>
      <pc:sldChg chg="addSp delSp modSp new">
        <pc:chgData name="Ryan Daniels" userId="S::rkd43@cam.ac.uk::aaa4fbe9-f474-4140-b10b-5257398ac308" providerId="AD" clId="Web-{813824F5-F2C1-43B2-3CDA-34FA9F178B56}" dt="2025-07-29T12:03:34.664" v="56" actId="14100"/>
        <pc:sldMkLst>
          <pc:docMk/>
          <pc:sldMk cId="2560365162" sldId="260"/>
        </pc:sldMkLst>
      </pc:sldChg>
      <pc:sldChg chg="addSp delSp modSp new">
        <pc:chgData name="Ryan Daniels" userId="S::rkd43@cam.ac.uk::aaa4fbe9-f474-4140-b10b-5257398ac308" providerId="AD" clId="Web-{813824F5-F2C1-43B2-3CDA-34FA9F178B56}" dt="2025-07-29T12:04:22.118" v="62" actId="14100"/>
        <pc:sldMkLst>
          <pc:docMk/>
          <pc:sldMk cId="3314331022" sldId="261"/>
        </pc:sldMkLst>
      </pc:sldChg>
      <pc:sldChg chg="addSp delSp modSp new">
        <pc:chgData name="Ryan Daniels" userId="S::rkd43@cam.ac.uk::aaa4fbe9-f474-4140-b10b-5257398ac308" providerId="AD" clId="Web-{813824F5-F2C1-43B2-3CDA-34FA9F178B56}" dt="2025-07-29T12:05:13.556" v="69" actId="1076"/>
        <pc:sldMkLst>
          <pc:docMk/>
          <pc:sldMk cId="661156352" sldId="262"/>
        </pc:sldMkLst>
      </pc:sldChg>
    </pc:docChg>
  </pc:docChgLst>
  <pc:docChgLst>
    <pc:chgData name="Ryan Daniels" userId="S::rkd43@cam.ac.uk::aaa4fbe9-f474-4140-b10b-5257398ac308" providerId="AD" clId="Web-{31373D1B-2608-E999-04C5-53F7ACA94871}"/>
    <pc:docChg chg="addSld delSld modSld">
      <pc:chgData name="Ryan Daniels" userId="S::rkd43@cam.ac.uk::aaa4fbe9-f474-4140-b10b-5257398ac308" providerId="AD" clId="Web-{31373D1B-2608-E999-04C5-53F7ACA94871}" dt="2025-09-09T20:53:11.985" v="478" actId="14100"/>
      <pc:docMkLst>
        <pc:docMk/>
      </pc:docMkLst>
      <pc:sldChg chg="addSp modSp">
        <pc:chgData name="Ryan Daniels" userId="S::rkd43@cam.ac.uk::aaa4fbe9-f474-4140-b10b-5257398ac308" providerId="AD" clId="Web-{31373D1B-2608-E999-04C5-53F7ACA94871}" dt="2025-09-09T19:28:43.258" v="61" actId="1076"/>
        <pc:sldMkLst>
          <pc:docMk/>
          <pc:sldMk cId="109857222" sldId="256"/>
        </pc:sldMkLst>
        <pc:spChg chg="mod">
          <ac:chgData name="Ryan Daniels" userId="S::rkd43@cam.ac.uk::aaa4fbe9-f474-4140-b10b-5257398ac308" providerId="AD" clId="Web-{31373D1B-2608-E999-04C5-53F7ACA94871}" dt="2025-09-09T16:29:46.514" v="0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Ryan Daniels" userId="S::rkd43@cam.ac.uk::aaa4fbe9-f474-4140-b10b-5257398ac308" providerId="AD" clId="Web-{31373D1B-2608-E999-04C5-53F7ACA94871}" dt="2025-09-09T16:29:53.874" v="6" actId="20577"/>
          <ac:spMkLst>
            <pc:docMk/>
            <pc:sldMk cId="109857222" sldId="256"/>
            <ac:spMk id="3" creationId="{00000000-0000-0000-0000-000000000000}"/>
          </ac:spMkLst>
        </pc:spChg>
        <pc:picChg chg="add mod">
          <ac:chgData name="Ryan Daniels" userId="S::rkd43@cam.ac.uk::aaa4fbe9-f474-4140-b10b-5257398ac308" providerId="AD" clId="Web-{31373D1B-2608-E999-04C5-53F7ACA94871}" dt="2025-09-09T19:28:43.258" v="61" actId="1076"/>
          <ac:picMkLst>
            <pc:docMk/>
            <pc:sldMk cId="109857222" sldId="256"/>
            <ac:picMk id="4" creationId="{8C1F30E1-A063-CBEC-4A1E-70285759ED91}"/>
          </ac:picMkLst>
        </pc:picChg>
      </pc:sldChg>
      <pc:sldChg chg="modSp">
        <pc:chgData name="Ryan Daniels" userId="S::rkd43@cam.ac.uk::aaa4fbe9-f474-4140-b10b-5257398ac308" providerId="AD" clId="Web-{31373D1B-2608-E999-04C5-53F7ACA94871}" dt="2025-09-09T20:24:57.205" v="159" actId="20577"/>
        <pc:sldMkLst>
          <pc:docMk/>
          <pc:sldMk cId="3798011017" sldId="257"/>
        </pc:sldMkLst>
        <pc:spChg chg="mod">
          <ac:chgData name="Ryan Daniels" userId="S::rkd43@cam.ac.uk::aaa4fbe9-f474-4140-b10b-5257398ac308" providerId="AD" clId="Web-{31373D1B-2608-E999-04C5-53F7ACA94871}" dt="2025-09-09T20:24:57.205" v="159" actId="20577"/>
          <ac:spMkLst>
            <pc:docMk/>
            <pc:sldMk cId="3798011017" sldId="257"/>
            <ac:spMk id="3" creationId="{2159D3BC-C33D-67A8-234F-164E6ED9B86F}"/>
          </ac:spMkLst>
        </pc:spChg>
      </pc:sldChg>
      <pc:sldChg chg="del">
        <pc:chgData name="Ryan Daniels" userId="S::rkd43@cam.ac.uk::aaa4fbe9-f474-4140-b10b-5257398ac308" providerId="AD" clId="Web-{31373D1B-2608-E999-04C5-53F7ACA94871}" dt="2025-09-09T19:28:03.633" v="58"/>
        <pc:sldMkLst>
          <pc:docMk/>
          <pc:sldMk cId="1845929933" sldId="258"/>
        </pc:sldMkLst>
      </pc:sldChg>
      <pc:sldChg chg="modSp new addAnim">
        <pc:chgData name="Ryan Daniels" userId="S::rkd43@cam.ac.uk::aaa4fbe9-f474-4140-b10b-5257398ac308" providerId="AD" clId="Web-{31373D1B-2608-E999-04C5-53F7ACA94871}" dt="2025-09-09T20:23:28.376" v="149"/>
        <pc:sldMkLst>
          <pc:docMk/>
          <pc:sldMk cId="3079638564" sldId="258"/>
        </pc:sldMkLst>
        <pc:spChg chg="mod">
          <ac:chgData name="Ryan Daniels" userId="S::rkd43@cam.ac.uk::aaa4fbe9-f474-4140-b10b-5257398ac308" providerId="AD" clId="Web-{31373D1B-2608-E999-04C5-53F7ACA94871}" dt="2025-09-09T19:29:27.009" v="65" actId="20577"/>
          <ac:spMkLst>
            <pc:docMk/>
            <pc:sldMk cId="3079638564" sldId="258"/>
            <ac:spMk id="2" creationId="{115525DB-0145-62C1-E45B-3D2452A816BE}"/>
          </ac:spMkLst>
        </pc:spChg>
        <pc:spChg chg="mod">
          <ac:chgData name="Ryan Daniels" userId="S::rkd43@cam.ac.uk::aaa4fbe9-f474-4140-b10b-5257398ac308" providerId="AD" clId="Web-{31373D1B-2608-E999-04C5-53F7ACA94871}" dt="2025-09-09T20:23:20.251" v="148" actId="20577"/>
          <ac:spMkLst>
            <pc:docMk/>
            <pc:sldMk cId="3079638564" sldId="258"/>
            <ac:spMk id="3" creationId="{29EBD1FA-D682-C3FC-5EBD-A625FF36D2BB}"/>
          </ac:spMkLst>
        </pc:spChg>
      </pc:sldChg>
      <pc:sldChg chg="del">
        <pc:chgData name="Ryan Daniels" userId="S::rkd43@cam.ac.uk::aaa4fbe9-f474-4140-b10b-5257398ac308" providerId="AD" clId="Web-{31373D1B-2608-E999-04C5-53F7ACA94871}" dt="2025-09-09T19:28:03.633" v="57"/>
        <pc:sldMkLst>
          <pc:docMk/>
          <pc:sldMk cId="86074783" sldId="259"/>
        </pc:sldMkLst>
      </pc:sldChg>
      <pc:sldChg chg="modSp new">
        <pc:chgData name="Ryan Daniels" userId="S::rkd43@cam.ac.uk::aaa4fbe9-f474-4140-b10b-5257398ac308" providerId="AD" clId="Web-{31373D1B-2608-E999-04C5-53F7ACA94871}" dt="2025-09-09T20:22:50.173" v="140" actId="20577"/>
        <pc:sldMkLst>
          <pc:docMk/>
          <pc:sldMk cId="2541353161" sldId="259"/>
        </pc:sldMkLst>
      </pc:sldChg>
      <pc:sldChg chg="modSp new">
        <pc:chgData name="Ryan Daniels" userId="S::rkd43@cam.ac.uk::aaa4fbe9-f474-4140-b10b-5257398ac308" providerId="AD" clId="Web-{31373D1B-2608-E999-04C5-53F7ACA94871}" dt="2025-09-09T20:26:21.755" v="178" actId="20577"/>
        <pc:sldMkLst>
          <pc:docMk/>
          <pc:sldMk cId="155390671" sldId="260"/>
        </pc:sldMkLst>
        <pc:spChg chg="mod">
          <ac:chgData name="Ryan Daniels" userId="S::rkd43@cam.ac.uk::aaa4fbe9-f474-4140-b10b-5257398ac308" providerId="AD" clId="Web-{31373D1B-2608-E999-04C5-53F7ACA94871}" dt="2025-09-09T20:24:46.158" v="152" actId="20577"/>
          <ac:spMkLst>
            <pc:docMk/>
            <pc:sldMk cId="155390671" sldId="260"/>
            <ac:spMk id="2" creationId="{85ACDFEA-AE46-A8D2-6349-F12A48FDAA89}"/>
          </ac:spMkLst>
        </pc:spChg>
        <pc:spChg chg="mod">
          <ac:chgData name="Ryan Daniels" userId="S::rkd43@cam.ac.uk::aaa4fbe9-f474-4140-b10b-5257398ac308" providerId="AD" clId="Web-{31373D1B-2608-E999-04C5-53F7ACA94871}" dt="2025-09-09T20:26:21.755" v="178" actId="20577"/>
          <ac:spMkLst>
            <pc:docMk/>
            <pc:sldMk cId="155390671" sldId="260"/>
            <ac:spMk id="3" creationId="{FCCE7A79-CEF0-24C7-E9CF-8A728F33B614}"/>
          </ac:spMkLst>
        </pc:spChg>
      </pc:sldChg>
      <pc:sldChg chg="del">
        <pc:chgData name="Ryan Daniels" userId="S::rkd43@cam.ac.uk::aaa4fbe9-f474-4140-b10b-5257398ac308" providerId="AD" clId="Web-{31373D1B-2608-E999-04C5-53F7ACA94871}" dt="2025-09-09T19:28:03.617" v="56"/>
        <pc:sldMkLst>
          <pc:docMk/>
          <pc:sldMk cId="2560365162" sldId="260"/>
        </pc:sldMkLst>
      </pc:sldChg>
      <pc:sldChg chg="del">
        <pc:chgData name="Ryan Daniels" userId="S::rkd43@cam.ac.uk::aaa4fbe9-f474-4140-b10b-5257398ac308" providerId="AD" clId="Web-{31373D1B-2608-E999-04C5-53F7ACA94871}" dt="2025-09-09T19:28:03.617" v="55"/>
        <pc:sldMkLst>
          <pc:docMk/>
          <pc:sldMk cId="3314331022" sldId="261"/>
        </pc:sldMkLst>
      </pc:sldChg>
      <pc:sldChg chg="addSp modSp add replId addAnim">
        <pc:chgData name="Ryan Daniels" userId="S::rkd43@cam.ac.uk::aaa4fbe9-f474-4140-b10b-5257398ac308" providerId="AD" clId="Web-{31373D1B-2608-E999-04C5-53F7ACA94871}" dt="2025-09-09T20:32:45.214" v="260" actId="20577"/>
        <pc:sldMkLst>
          <pc:docMk/>
          <pc:sldMk cId="3976156598" sldId="261"/>
        </pc:sldMkLst>
        <pc:spChg chg="mod">
          <ac:chgData name="Ryan Daniels" userId="S::rkd43@cam.ac.uk::aaa4fbe9-f474-4140-b10b-5257398ac308" providerId="AD" clId="Web-{31373D1B-2608-E999-04C5-53F7ACA94871}" dt="2025-09-09T20:29:03.899" v="208" actId="20577"/>
          <ac:spMkLst>
            <pc:docMk/>
            <pc:sldMk cId="3976156598" sldId="261"/>
            <ac:spMk id="2" creationId="{48003185-E90A-399B-FAE1-30FCA26CD07C}"/>
          </ac:spMkLst>
        </pc:spChg>
        <pc:spChg chg="mod">
          <ac:chgData name="Ryan Daniels" userId="S::rkd43@cam.ac.uk::aaa4fbe9-f474-4140-b10b-5257398ac308" providerId="AD" clId="Web-{31373D1B-2608-E999-04C5-53F7ACA94871}" dt="2025-09-09T20:28:59.273" v="197" actId="20577"/>
          <ac:spMkLst>
            <pc:docMk/>
            <pc:sldMk cId="3976156598" sldId="261"/>
            <ac:spMk id="3" creationId="{77CFF92F-F98B-7599-1B75-BB402476415F}"/>
          </ac:spMkLst>
        </pc:spChg>
        <pc:spChg chg="add mod">
          <ac:chgData name="Ryan Daniels" userId="S::rkd43@cam.ac.uk::aaa4fbe9-f474-4140-b10b-5257398ac308" providerId="AD" clId="Web-{31373D1B-2608-E999-04C5-53F7ACA94871}" dt="2025-09-09T20:29:44.404" v="215" actId="14100"/>
          <ac:spMkLst>
            <pc:docMk/>
            <pc:sldMk cId="3976156598" sldId="261"/>
            <ac:spMk id="4" creationId="{BF4D4207-3E47-41C9-E3E9-4723E6872A8C}"/>
          </ac:spMkLst>
        </pc:spChg>
        <pc:spChg chg="add mod">
          <ac:chgData name="Ryan Daniels" userId="S::rkd43@cam.ac.uk::aaa4fbe9-f474-4140-b10b-5257398ac308" providerId="AD" clId="Web-{31373D1B-2608-E999-04C5-53F7ACA94871}" dt="2025-09-09T20:30:02.094" v="220" actId="1076"/>
          <ac:spMkLst>
            <pc:docMk/>
            <pc:sldMk cId="3976156598" sldId="261"/>
            <ac:spMk id="5" creationId="{E5680F01-F667-F8E0-8FFB-A1005D6A0A87}"/>
          </ac:spMkLst>
        </pc:spChg>
        <pc:spChg chg="add">
          <ac:chgData name="Ryan Daniels" userId="S::rkd43@cam.ac.uk::aaa4fbe9-f474-4140-b10b-5257398ac308" providerId="AD" clId="Web-{31373D1B-2608-E999-04C5-53F7ACA94871}" dt="2025-09-09T20:29:55.296" v="219"/>
          <ac:spMkLst>
            <pc:docMk/>
            <pc:sldMk cId="3976156598" sldId="261"/>
            <ac:spMk id="6" creationId="{B389C06C-0000-0390-295B-46B186E811C9}"/>
          </ac:spMkLst>
        </pc:spChg>
        <pc:spChg chg="add mod">
          <ac:chgData name="Ryan Daniels" userId="S::rkd43@cam.ac.uk::aaa4fbe9-f474-4140-b10b-5257398ac308" providerId="AD" clId="Web-{31373D1B-2608-E999-04C5-53F7ACA94871}" dt="2025-09-09T20:30:08.470" v="222" actId="1076"/>
          <ac:spMkLst>
            <pc:docMk/>
            <pc:sldMk cId="3976156598" sldId="261"/>
            <ac:spMk id="7" creationId="{55D9235D-84C2-FCFD-81EA-F24A15883F78}"/>
          </ac:spMkLst>
        </pc:spChg>
        <pc:spChg chg="add mod">
          <ac:chgData name="Ryan Daniels" userId="S::rkd43@cam.ac.uk::aaa4fbe9-f474-4140-b10b-5257398ac308" providerId="AD" clId="Web-{31373D1B-2608-E999-04C5-53F7ACA94871}" dt="2025-09-09T20:30:37.426" v="228" actId="14100"/>
          <ac:spMkLst>
            <pc:docMk/>
            <pc:sldMk cId="3976156598" sldId="261"/>
            <ac:spMk id="8" creationId="{89222960-5420-560F-2252-D0EBA9FC3BD0}"/>
          </ac:spMkLst>
        </pc:spChg>
        <pc:spChg chg="add mod">
          <ac:chgData name="Ryan Daniels" userId="S::rkd43@cam.ac.uk::aaa4fbe9-f474-4140-b10b-5257398ac308" providerId="AD" clId="Web-{31373D1B-2608-E999-04C5-53F7ACA94871}" dt="2025-09-09T20:30:41.113" v="229" actId="1076"/>
          <ac:spMkLst>
            <pc:docMk/>
            <pc:sldMk cId="3976156598" sldId="261"/>
            <ac:spMk id="9" creationId="{1BFDD5B3-ED7C-78CF-B2DD-FA596CD574A2}"/>
          </ac:spMkLst>
        </pc:spChg>
        <pc:spChg chg="add mod">
          <ac:chgData name="Ryan Daniels" userId="S::rkd43@cam.ac.uk::aaa4fbe9-f474-4140-b10b-5257398ac308" providerId="AD" clId="Web-{31373D1B-2608-E999-04C5-53F7ACA94871}" dt="2025-09-09T20:30:54.364" v="232" actId="14100"/>
          <ac:spMkLst>
            <pc:docMk/>
            <pc:sldMk cId="3976156598" sldId="261"/>
            <ac:spMk id="10" creationId="{27C592C4-BDB6-A00C-E2C2-4646B06C1C77}"/>
          </ac:spMkLst>
        </pc:spChg>
        <pc:spChg chg="add mod">
          <ac:chgData name="Ryan Daniels" userId="S::rkd43@cam.ac.uk::aaa4fbe9-f474-4140-b10b-5257398ac308" providerId="AD" clId="Web-{31373D1B-2608-E999-04C5-53F7ACA94871}" dt="2025-09-09T20:31:02.224" v="235" actId="14100"/>
          <ac:spMkLst>
            <pc:docMk/>
            <pc:sldMk cId="3976156598" sldId="261"/>
            <ac:spMk id="11" creationId="{B2FDECB0-DD7F-CF54-549B-FA478E59A59F}"/>
          </ac:spMkLst>
        </pc:spChg>
        <pc:spChg chg="add mod">
          <ac:chgData name="Ryan Daniels" userId="S::rkd43@cam.ac.uk::aaa4fbe9-f474-4140-b10b-5257398ac308" providerId="AD" clId="Web-{31373D1B-2608-E999-04C5-53F7ACA94871}" dt="2025-09-09T20:31:11.053" v="238" actId="14100"/>
          <ac:spMkLst>
            <pc:docMk/>
            <pc:sldMk cId="3976156598" sldId="261"/>
            <ac:spMk id="12" creationId="{F6405785-CAEC-3131-A141-9F4EB96DB8F5}"/>
          </ac:spMkLst>
        </pc:spChg>
        <pc:spChg chg="add mod">
          <ac:chgData name="Ryan Daniels" userId="S::rkd43@cam.ac.uk::aaa4fbe9-f474-4140-b10b-5257398ac308" providerId="AD" clId="Web-{31373D1B-2608-E999-04C5-53F7ACA94871}" dt="2025-09-09T20:31:18.757" v="241" actId="14100"/>
          <ac:spMkLst>
            <pc:docMk/>
            <pc:sldMk cId="3976156598" sldId="261"/>
            <ac:spMk id="13" creationId="{880A20B4-3D66-6DB8-E9BD-B039C15B2888}"/>
          </ac:spMkLst>
        </pc:spChg>
        <pc:spChg chg="add mod">
          <ac:chgData name="Ryan Daniels" userId="S::rkd43@cam.ac.uk::aaa4fbe9-f474-4140-b10b-5257398ac308" providerId="AD" clId="Web-{31373D1B-2608-E999-04C5-53F7ACA94871}" dt="2025-09-09T20:32:45.214" v="260" actId="20577"/>
          <ac:spMkLst>
            <pc:docMk/>
            <pc:sldMk cId="3976156598" sldId="261"/>
            <ac:spMk id="14" creationId="{CAE6B1F6-9BA8-C6D2-EDA9-BB400380A643}"/>
          </ac:spMkLst>
        </pc:spChg>
      </pc:sldChg>
      <pc:sldChg chg="del">
        <pc:chgData name="Ryan Daniels" userId="S::rkd43@cam.ac.uk::aaa4fbe9-f474-4140-b10b-5257398ac308" providerId="AD" clId="Web-{31373D1B-2608-E999-04C5-53F7ACA94871}" dt="2025-09-09T19:28:03.617" v="54"/>
        <pc:sldMkLst>
          <pc:docMk/>
          <pc:sldMk cId="661156352" sldId="262"/>
        </pc:sldMkLst>
      </pc:sldChg>
      <pc:sldChg chg="addSp delSp modSp add replId addAnim delAnim">
        <pc:chgData name="Ryan Daniels" userId="S::rkd43@cam.ac.uk::aaa4fbe9-f474-4140-b10b-5257398ac308" providerId="AD" clId="Web-{31373D1B-2608-E999-04C5-53F7ACA94871}" dt="2025-09-09T20:34:37.512" v="290" actId="20577"/>
        <pc:sldMkLst>
          <pc:docMk/>
          <pc:sldMk cId="1287061977" sldId="262"/>
        </pc:sldMkLst>
        <pc:spChg chg="mod">
          <ac:chgData name="Ryan Daniels" userId="S::rkd43@cam.ac.uk::aaa4fbe9-f474-4140-b10b-5257398ac308" providerId="AD" clId="Web-{31373D1B-2608-E999-04C5-53F7ACA94871}" dt="2025-09-09T20:34:37.512" v="290" actId="20577"/>
          <ac:spMkLst>
            <pc:docMk/>
            <pc:sldMk cId="1287061977" sldId="262"/>
            <ac:spMk id="14" creationId="{7254B9F3-FEB3-C32D-B278-29497148BAD8}"/>
          </ac:spMkLst>
        </pc:spChg>
        <pc:spChg chg="add mod">
          <ac:chgData name="Ryan Daniels" userId="S::rkd43@cam.ac.uk::aaa4fbe9-f474-4140-b10b-5257398ac308" providerId="AD" clId="Web-{31373D1B-2608-E999-04C5-53F7ACA94871}" dt="2025-09-09T20:34:14.137" v="282"/>
          <ac:spMkLst>
            <pc:docMk/>
            <pc:sldMk cId="1287061977" sldId="262"/>
            <ac:spMk id="16" creationId="{839153F8-4457-6BD2-0D36-0896EABC4121}"/>
          </ac:spMkLst>
        </pc:spChg>
        <pc:spChg chg="add mod">
          <ac:chgData name="Ryan Daniels" userId="S::rkd43@cam.ac.uk::aaa4fbe9-f474-4140-b10b-5257398ac308" providerId="AD" clId="Web-{31373D1B-2608-E999-04C5-53F7ACA94871}" dt="2025-09-09T20:34:14.137" v="283"/>
          <ac:spMkLst>
            <pc:docMk/>
            <pc:sldMk cId="1287061977" sldId="262"/>
            <ac:spMk id="18" creationId="{F1B94677-CD84-1383-C609-6BCE2E13C11B}"/>
          </ac:spMkLst>
        </pc:spChg>
        <pc:spChg chg="add mod">
          <ac:chgData name="Ryan Daniels" userId="S::rkd43@cam.ac.uk::aaa4fbe9-f474-4140-b10b-5257398ac308" providerId="AD" clId="Web-{31373D1B-2608-E999-04C5-53F7ACA94871}" dt="2025-09-09T20:34:14.168" v="284"/>
          <ac:spMkLst>
            <pc:docMk/>
            <pc:sldMk cId="1287061977" sldId="262"/>
            <ac:spMk id="20" creationId="{8807FB0B-1F99-27E8-0C2A-383CEA095050}"/>
          </ac:spMkLst>
        </pc:spChg>
      </pc:sldChg>
      <pc:sldChg chg="modSp new">
        <pc:chgData name="Ryan Daniels" userId="S::rkd43@cam.ac.uk::aaa4fbe9-f474-4140-b10b-5257398ac308" providerId="AD" clId="Web-{31373D1B-2608-E999-04C5-53F7ACA94871}" dt="2025-09-09T20:49:40.139" v="436" actId="20577"/>
        <pc:sldMkLst>
          <pc:docMk/>
          <pc:sldMk cId="326570502" sldId="263"/>
        </pc:sldMkLst>
        <pc:spChg chg="mod">
          <ac:chgData name="Ryan Daniels" userId="S::rkd43@cam.ac.uk::aaa4fbe9-f474-4140-b10b-5257398ac308" providerId="AD" clId="Web-{31373D1B-2608-E999-04C5-53F7ACA94871}" dt="2025-09-09T20:34:54.934" v="301" actId="20577"/>
          <ac:spMkLst>
            <pc:docMk/>
            <pc:sldMk cId="326570502" sldId="263"/>
            <ac:spMk id="2" creationId="{5661D510-5029-A7C2-7889-4D93E186941C}"/>
          </ac:spMkLst>
        </pc:spChg>
        <pc:spChg chg="mod">
          <ac:chgData name="Ryan Daniels" userId="S::rkd43@cam.ac.uk::aaa4fbe9-f474-4140-b10b-5257398ac308" providerId="AD" clId="Web-{31373D1B-2608-E999-04C5-53F7ACA94871}" dt="2025-09-09T20:49:40.139" v="436" actId="20577"/>
          <ac:spMkLst>
            <pc:docMk/>
            <pc:sldMk cId="326570502" sldId="263"/>
            <ac:spMk id="3" creationId="{5EC40B49-B1EB-192B-33AD-FB721B8728BF}"/>
          </ac:spMkLst>
        </pc:spChg>
      </pc:sldChg>
      <pc:sldChg chg="addSp modSp new">
        <pc:chgData name="Ryan Daniels" userId="S::rkd43@cam.ac.uk::aaa4fbe9-f474-4140-b10b-5257398ac308" providerId="AD" clId="Web-{31373D1B-2608-E999-04C5-53F7ACA94871}" dt="2025-09-09T20:53:11.985" v="478" actId="14100"/>
        <pc:sldMkLst>
          <pc:docMk/>
          <pc:sldMk cId="1092932240" sldId="264"/>
        </pc:sldMkLst>
        <pc:spChg chg="mod">
          <ac:chgData name="Ryan Daniels" userId="S::rkd43@cam.ac.uk::aaa4fbe9-f474-4140-b10b-5257398ac308" providerId="AD" clId="Web-{31373D1B-2608-E999-04C5-53F7ACA94871}" dt="2025-09-09T20:50:20.343" v="446" actId="20577"/>
          <ac:spMkLst>
            <pc:docMk/>
            <pc:sldMk cId="1092932240" sldId="264"/>
            <ac:spMk id="2" creationId="{40AABFD0-07E4-B3F7-F1F1-CB37D83C94CB}"/>
          </ac:spMkLst>
        </pc:spChg>
        <pc:spChg chg="mod">
          <ac:chgData name="Ryan Daniels" userId="S::rkd43@cam.ac.uk::aaa4fbe9-f474-4140-b10b-5257398ac308" providerId="AD" clId="Web-{31373D1B-2608-E999-04C5-53F7ACA94871}" dt="2025-09-09T20:52:27.406" v="466" actId="20577"/>
          <ac:spMkLst>
            <pc:docMk/>
            <pc:sldMk cId="1092932240" sldId="264"/>
            <ac:spMk id="3" creationId="{4747CB60-43E9-83DB-A32C-EC72F3CAC32F}"/>
          </ac:spMkLst>
        </pc:spChg>
        <pc:spChg chg="add mod">
          <ac:chgData name="Ryan Daniels" userId="S::rkd43@cam.ac.uk::aaa4fbe9-f474-4140-b10b-5257398ac308" providerId="AD" clId="Web-{31373D1B-2608-E999-04C5-53F7ACA94871}" dt="2025-09-09T20:52:41.328" v="470" actId="1076"/>
          <ac:spMkLst>
            <pc:docMk/>
            <pc:sldMk cId="1092932240" sldId="264"/>
            <ac:spMk id="4" creationId="{A27B83CE-0B90-B191-1D1E-42EDFB477CB1}"/>
          </ac:spMkLst>
        </pc:spChg>
        <pc:spChg chg="add mod">
          <ac:chgData name="Ryan Daniels" userId="S::rkd43@cam.ac.uk::aaa4fbe9-f474-4140-b10b-5257398ac308" providerId="AD" clId="Web-{31373D1B-2608-E999-04C5-53F7ACA94871}" dt="2025-09-09T20:53:11.985" v="478" actId="14100"/>
          <ac:spMkLst>
            <pc:docMk/>
            <pc:sldMk cId="1092932240" sldId="264"/>
            <ac:spMk id="5" creationId="{94330A41-D83E-514C-328D-9FDA44208459}"/>
          </ac:spMkLst>
        </pc:spChg>
      </pc:sldChg>
    </pc:docChg>
  </pc:docChgLst>
  <pc:docChgLst>
    <pc:chgData name="Ryan Daniels" userId="S::rkd43@cam.ac.uk::aaa4fbe9-f474-4140-b10b-5257398ac308" providerId="AD" clId="Web-{F65AB4E2-1F65-E3AA-9FF1-82566DFBE91E}"/>
    <pc:docChg chg="addSld delSld modSld">
      <pc:chgData name="Ryan Daniels" userId="S::rkd43@cam.ac.uk::aaa4fbe9-f474-4140-b10b-5257398ac308" providerId="AD" clId="Web-{F65AB4E2-1F65-E3AA-9FF1-82566DFBE91E}" dt="2025-09-10T13:11:44.370" v="1069" actId="1076"/>
      <pc:docMkLst>
        <pc:docMk/>
      </pc:docMkLst>
      <pc:sldChg chg="del">
        <pc:chgData name="Ryan Daniels" userId="S::rkd43@cam.ac.uk::aaa4fbe9-f474-4140-b10b-5257398ac308" providerId="AD" clId="Web-{F65AB4E2-1F65-E3AA-9FF1-82566DFBE91E}" dt="2025-09-10T12:35:51.136" v="695"/>
        <pc:sldMkLst>
          <pc:docMk/>
          <pc:sldMk cId="2541353161" sldId="259"/>
        </pc:sldMkLst>
      </pc:sldChg>
      <pc:sldChg chg="addSp modSp addAnim">
        <pc:chgData name="Ryan Daniels" userId="S::rkd43@cam.ac.uk::aaa4fbe9-f474-4140-b10b-5257398ac308" providerId="AD" clId="Web-{F65AB4E2-1F65-E3AA-9FF1-82566DFBE91E}" dt="2025-09-10T10:36:32.958" v="33" actId="20577"/>
        <pc:sldMkLst>
          <pc:docMk/>
          <pc:sldMk cId="1092932240" sldId="264"/>
        </pc:sldMkLst>
        <pc:spChg chg="mod">
          <ac:chgData name="Ryan Daniels" userId="S::rkd43@cam.ac.uk::aaa4fbe9-f474-4140-b10b-5257398ac308" providerId="AD" clId="Web-{F65AB4E2-1F65-E3AA-9FF1-82566DFBE91E}" dt="2025-09-10T10:36:32.958" v="33" actId="20577"/>
          <ac:spMkLst>
            <pc:docMk/>
            <pc:sldMk cId="1092932240" sldId="264"/>
            <ac:spMk id="3" creationId="{4747CB60-43E9-83DB-A32C-EC72F3CAC32F}"/>
          </ac:spMkLst>
        </pc:spChg>
        <pc:spChg chg="mod">
          <ac:chgData name="Ryan Daniels" userId="S::rkd43@cam.ac.uk::aaa4fbe9-f474-4140-b10b-5257398ac308" providerId="AD" clId="Web-{F65AB4E2-1F65-E3AA-9FF1-82566DFBE91E}" dt="2025-09-10T10:28:01.680" v="4"/>
          <ac:spMkLst>
            <pc:docMk/>
            <pc:sldMk cId="1092932240" sldId="264"/>
            <ac:spMk id="4" creationId="{A27B83CE-0B90-B191-1D1E-42EDFB477CB1}"/>
          </ac:spMkLst>
        </pc:spChg>
        <pc:spChg chg="mod">
          <ac:chgData name="Ryan Daniels" userId="S::rkd43@cam.ac.uk::aaa4fbe9-f474-4140-b10b-5257398ac308" providerId="AD" clId="Web-{F65AB4E2-1F65-E3AA-9FF1-82566DFBE91E}" dt="2025-09-10T10:27:56.883" v="3"/>
          <ac:spMkLst>
            <pc:docMk/>
            <pc:sldMk cId="1092932240" sldId="264"/>
            <ac:spMk id="5" creationId="{94330A41-D83E-514C-328D-9FDA44208459}"/>
          </ac:spMkLst>
        </pc:spChg>
        <pc:spChg chg="add mod">
          <ac:chgData name="Ryan Daniels" userId="S::rkd43@cam.ac.uk::aaa4fbe9-f474-4140-b10b-5257398ac308" providerId="AD" clId="Web-{F65AB4E2-1F65-E3AA-9FF1-82566DFBE91E}" dt="2025-09-10T10:28:24.541" v="21" actId="1076"/>
          <ac:spMkLst>
            <pc:docMk/>
            <pc:sldMk cId="1092932240" sldId="264"/>
            <ac:spMk id="6" creationId="{E1694644-5CF9-5C0A-18B5-140F5E129B43}"/>
          </ac:spMkLst>
        </pc:spChg>
        <pc:spChg chg="add mod">
          <ac:chgData name="Ryan Daniels" userId="S::rkd43@cam.ac.uk::aaa4fbe9-f474-4140-b10b-5257398ac308" providerId="AD" clId="Web-{F65AB4E2-1F65-E3AA-9FF1-82566DFBE91E}" dt="2025-09-10T10:28:19.744" v="20" actId="20577"/>
          <ac:spMkLst>
            <pc:docMk/>
            <pc:sldMk cId="1092932240" sldId="264"/>
            <ac:spMk id="7" creationId="{63AFFDD9-C3A7-21A1-CAFA-2F2B99503423}"/>
          </ac:spMkLst>
        </pc:spChg>
      </pc:sldChg>
      <pc:sldChg chg="modSp new">
        <pc:chgData name="Ryan Daniels" userId="S::rkd43@cam.ac.uk::aaa4fbe9-f474-4140-b10b-5257398ac308" providerId="AD" clId="Web-{F65AB4E2-1F65-E3AA-9FF1-82566DFBE91E}" dt="2025-09-10T10:38:57.849" v="97" actId="20577"/>
        <pc:sldMkLst>
          <pc:docMk/>
          <pc:sldMk cId="3487346839" sldId="265"/>
        </pc:sldMkLst>
        <pc:spChg chg="mod">
          <ac:chgData name="Ryan Daniels" userId="S::rkd43@cam.ac.uk::aaa4fbe9-f474-4140-b10b-5257398ac308" providerId="AD" clId="Web-{F65AB4E2-1F65-E3AA-9FF1-82566DFBE91E}" dt="2025-09-10T10:36:46.473" v="39" actId="20577"/>
          <ac:spMkLst>
            <pc:docMk/>
            <pc:sldMk cId="3487346839" sldId="265"/>
            <ac:spMk id="2" creationId="{82AD401E-6F1D-0D28-B8FE-81EA85AE3C32}"/>
          </ac:spMkLst>
        </pc:spChg>
        <pc:spChg chg="mod">
          <ac:chgData name="Ryan Daniels" userId="S::rkd43@cam.ac.uk::aaa4fbe9-f474-4140-b10b-5257398ac308" providerId="AD" clId="Web-{F65AB4E2-1F65-E3AA-9FF1-82566DFBE91E}" dt="2025-09-10T10:38:57.849" v="97" actId="20577"/>
          <ac:spMkLst>
            <pc:docMk/>
            <pc:sldMk cId="3487346839" sldId="265"/>
            <ac:spMk id="3" creationId="{978C781F-9E2A-F6E6-5D38-F834036A377E}"/>
          </ac:spMkLst>
        </pc:spChg>
      </pc:sldChg>
      <pc:sldChg chg="addSp modSp new addAnim">
        <pc:chgData name="Ryan Daniels" userId="S::rkd43@cam.ac.uk::aaa4fbe9-f474-4140-b10b-5257398ac308" providerId="AD" clId="Web-{F65AB4E2-1F65-E3AA-9FF1-82566DFBE91E}" dt="2025-09-10T11:02:20.963" v="219"/>
        <pc:sldMkLst>
          <pc:docMk/>
          <pc:sldMk cId="3325971779" sldId="266"/>
        </pc:sldMkLst>
        <pc:spChg chg="mod">
          <ac:chgData name="Ryan Daniels" userId="S::rkd43@cam.ac.uk::aaa4fbe9-f474-4140-b10b-5257398ac308" providerId="AD" clId="Web-{F65AB4E2-1F65-E3AA-9FF1-82566DFBE91E}" dt="2025-09-10T10:56:20.341" v="100" actId="20577"/>
          <ac:spMkLst>
            <pc:docMk/>
            <pc:sldMk cId="3325971779" sldId="266"/>
            <ac:spMk id="2" creationId="{EFB791D2-2172-645B-3B3F-D3FF0FE3FF7D}"/>
          </ac:spMkLst>
        </pc:spChg>
        <pc:spChg chg="mod">
          <ac:chgData name="Ryan Daniels" userId="S::rkd43@cam.ac.uk::aaa4fbe9-f474-4140-b10b-5257398ac308" providerId="AD" clId="Web-{F65AB4E2-1F65-E3AA-9FF1-82566DFBE91E}" dt="2025-09-10T10:59:33.438" v="144" actId="20577"/>
          <ac:spMkLst>
            <pc:docMk/>
            <pc:sldMk cId="3325971779" sldId="266"/>
            <ac:spMk id="3" creationId="{C49A156B-DF8B-388F-A4F8-3CE7B23C290E}"/>
          </ac:spMkLst>
        </pc:spChg>
        <pc:picChg chg="add mod">
          <ac:chgData name="Ryan Daniels" userId="S::rkd43@cam.ac.uk::aaa4fbe9-f474-4140-b10b-5257398ac308" providerId="AD" clId="Web-{F65AB4E2-1F65-E3AA-9FF1-82566DFBE91E}" dt="2025-09-10T11:02:10.337" v="218" actId="1076"/>
          <ac:picMkLst>
            <pc:docMk/>
            <pc:sldMk cId="3325971779" sldId="266"/>
            <ac:picMk id="4" creationId="{8BF19A60-E733-0E60-18F7-03FD4C6A5AA0}"/>
          </ac:picMkLst>
        </pc:picChg>
      </pc:sldChg>
      <pc:sldChg chg="modSp new addAnim">
        <pc:chgData name="Ryan Daniels" userId="S::rkd43@cam.ac.uk::aaa4fbe9-f474-4140-b10b-5257398ac308" providerId="AD" clId="Web-{F65AB4E2-1F65-E3AA-9FF1-82566DFBE91E}" dt="2025-09-10T11:04:38.450" v="338"/>
        <pc:sldMkLst>
          <pc:docMk/>
          <pc:sldMk cId="4131536112" sldId="267"/>
        </pc:sldMkLst>
        <pc:spChg chg="mod">
          <ac:chgData name="Ryan Daniels" userId="S::rkd43@cam.ac.uk::aaa4fbe9-f474-4140-b10b-5257398ac308" providerId="AD" clId="Web-{F65AB4E2-1F65-E3AA-9FF1-82566DFBE91E}" dt="2025-09-10T11:02:54.026" v="222" actId="20577"/>
          <ac:spMkLst>
            <pc:docMk/>
            <pc:sldMk cId="4131536112" sldId="267"/>
            <ac:spMk id="2" creationId="{E93B4D38-EAF7-A293-0BB3-29E34C1C1C17}"/>
          </ac:spMkLst>
        </pc:spChg>
        <pc:spChg chg="mod">
          <ac:chgData name="Ryan Daniels" userId="S::rkd43@cam.ac.uk::aaa4fbe9-f474-4140-b10b-5257398ac308" providerId="AD" clId="Web-{F65AB4E2-1F65-E3AA-9FF1-82566DFBE91E}" dt="2025-09-10T11:04:38.293" v="337" actId="20577"/>
          <ac:spMkLst>
            <pc:docMk/>
            <pc:sldMk cId="4131536112" sldId="267"/>
            <ac:spMk id="3" creationId="{9D6986FD-B8C0-C8BC-6AA7-602FF540D331}"/>
          </ac:spMkLst>
        </pc:spChg>
      </pc:sldChg>
      <pc:sldChg chg="addSp delSp modSp new del mod setBg">
        <pc:chgData name="Ryan Daniels" userId="S::rkd43@cam.ac.uk::aaa4fbe9-f474-4140-b10b-5257398ac308" providerId="AD" clId="Web-{F65AB4E2-1F65-E3AA-9FF1-82566DFBE91E}" dt="2025-09-10T11:02:02.571" v="215"/>
        <pc:sldMkLst>
          <pc:docMk/>
          <pc:sldMk cId="4134432344" sldId="267"/>
        </pc:sldMkLst>
      </pc:sldChg>
      <pc:sldChg chg="addSp delSp modSp new">
        <pc:chgData name="Ryan Daniels" userId="S::rkd43@cam.ac.uk::aaa4fbe9-f474-4140-b10b-5257398ac308" providerId="AD" clId="Web-{F65AB4E2-1F65-E3AA-9FF1-82566DFBE91E}" dt="2025-09-10T11:24:34.919" v="437"/>
        <pc:sldMkLst>
          <pc:docMk/>
          <pc:sldMk cId="4094063873" sldId="268"/>
        </pc:sldMkLst>
        <pc:spChg chg="mod">
          <ac:chgData name="Ryan Daniels" userId="S::rkd43@cam.ac.uk::aaa4fbe9-f474-4140-b10b-5257398ac308" providerId="AD" clId="Web-{F65AB4E2-1F65-E3AA-9FF1-82566DFBE91E}" dt="2025-09-10T11:04:46.075" v="342" actId="20577"/>
          <ac:spMkLst>
            <pc:docMk/>
            <pc:sldMk cId="4094063873" sldId="268"/>
            <ac:spMk id="2" creationId="{5910E4E1-992F-AB73-5047-5A76A60522A1}"/>
          </ac:spMkLst>
        </pc:spChg>
        <pc:spChg chg="mod">
          <ac:chgData name="Ryan Daniels" userId="S::rkd43@cam.ac.uk::aaa4fbe9-f474-4140-b10b-5257398ac308" providerId="AD" clId="Web-{F65AB4E2-1F65-E3AA-9FF1-82566DFBE91E}" dt="2025-09-10T11:23:55.589" v="427" actId="1076"/>
          <ac:spMkLst>
            <pc:docMk/>
            <pc:sldMk cId="4094063873" sldId="268"/>
            <ac:spMk id="3" creationId="{221322B0-4DCE-5E66-8CCA-114DF0FCE3AD}"/>
          </ac:spMkLst>
        </pc:spChg>
        <pc:spChg chg="add mod">
          <ac:chgData name="Ryan Daniels" userId="S::rkd43@cam.ac.uk::aaa4fbe9-f474-4140-b10b-5257398ac308" providerId="AD" clId="Web-{F65AB4E2-1F65-E3AA-9FF1-82566DFBE91E}" dt="2025-09-10T11:24:09.589" v="430" actId="1076"/>
          <ac:spMkLst>
            <pc:docMk/>
            <pc:sldMk cId="4094063873" sldId="268"/>
            <ac:spMk id="4" creationId="{BAB7BF45-8628-49C0-80CA-FF91BC3BF335}"/>
          </ac:spMkLst>
        </pc:spChg>
        <pc:picChg chg="add mod">
          <ac:chgData name="Ryan Daniels" userId="S::rkd43@cam.ac.uk::aaa4fbe9-f474-4140-b10b-5257398ac308" providerId="AD" clId="Web-{F65AB4E2-1F65-E3AA-9FF1-82566DFBE91E}" dt="2025-09-10T11:06:42.919" v="356" actId="1076"/>
          <ac:picMkLst>
            <pc:docMk/>
            <pc:sldMk cId="4094063873" sldId="268"/>
            <ac:picMk id="6" creationId="{73C80FE5-09BA-EF5A-E98D-67C17155F100}"/>
          </ac:picMkLst>
        </pc:picChg>
      </pc:sldChg>
      <pc:sldChg chg="addSp delSp modSp new addAnim modAnim">
        <pc:chgData name="Ryan Daniels" userId="S::rkd43@cam.ac.uk::aaa4fbe9-f474-4140-b10b-5257398ac308" providerId="AD" clId="Web-{F65AB4E2-1F65-E3AA-9FF1-82566DFBE91E}" dt="2025-09-10T11:34:39.306" v="549"/>
        <pc:sldMkLst>
          <pc:docMk/>
          <pc:sldMk cId="4152589700" sldId="269"/>
        </pc:sldMkLst>
        <pc:spChg chg="mod">
          <ac:chgData name="Ryan Daniels" userId="S::rkd43@cam.ac.uk::aaa4fbe9-f474-4140-b10b-5257398ac308" providerId="AD" clId="Web-{F65AB4E2-1F65-E3AA-9FF1-82566DFBE91E}" dt="2025-09-10T11:24:48.528" v="440" actId="20577"/>
          <ac:spMkLst>
            <pc:docMk/>
            <pc:sldMk cId="4152589700" sldId="269"/>
            <ac:spMk id="2" creationId="{F7F0F3C5-2C2F-4371-3FD2-0C2039966C32}"/>
          </ac:spMkLst>
        </pc:spChg>
        <pc:spChg chg="add mod">
          <ac:chgData name="Ryan Daniels" userId="S::rkd43@cam.ac.uk::aaa4fbe9-f474-4140-b10b-5257398ac308" providerId="AD" clId="Web-{F65AB4E2-1F65-E3AA-9FF1-82566DFBE91E}" dt="2025-09-10T11:29:55.330" v="487" actId="1076"/>
          <ac:spMkLst>
            <pc:docMk/>
            <pc:sldMk cId="4152589700" sldId="269"/>
            <ac:spMk id="6" creationId="{2AAF318B-B501-BBC6-961D-1F7D6794E19F}"/>
          </ac:spMkLst>
        </pc:spChg>
        <pc:spChg chg="add mod">
          <ac:chgData name="Ryan Daniels" userId="S::rkd43@cam.ac.uk::aaa4fbe9-f474-4140-b10b-5257398ac308" providerId="AD" clId="Web-{F65AB4E2-1F65-E3AA-9FF1-82566DFBE91E}" dt="2025-09-10T11:29:59.377" v="488" actId="1076"/>
          <ac:spMkLst>
            <pc:docMk/>
            <pc:sldMk cId="4152589700" sldId="269"/>
            <ac:spMk id="8" creationId="{1743D966-7F0F-1F85-4D70-A08A28A2CB82}"/>
          </ac:spMkLst>
        </pc:spChg>
        <pc:spChg chg="add mod">
          <ac:chgData name="Ryan Daniels" userId="S::rkd43@cam.ac.uk::aaa4fbe9-f474-4140-b10b-5257398ac308" providerId="AD" clId="Web-{F65AB4E2-1F65-E3AA-9FF1-82566DFBE91E}" dt="2025-09-10T11:30:30.362" v="498" actId="1076"/>
          <ac:spMkLst>
            <pc:docMk/>
            <pc:sldMk cId="4152589700" sldId="269"/>
            <ac:spMk id="10" creationId="{499F8814-B54F-DAC9-66C1-305C9A200C45}"/>
          </ac:spMkLst>
        </pc:spChg>
        <pc:spChg chg="add mod">
          <ac:chgData name="Ryan Daniels" userId="S::rkd43@cam.ac.uk::aaa4fbe9-f474-4140-b10b-5257398ac308" providerId="AD" clId="Web-{F65AB4E2-1F65-E3AA-9FF1-82566DFBE91E}" dt="2025-09-10T11:30:42.909" v="501" actId="20577"/>
          <ac:spMkLst>
            <pc:docMk/>
            <pc:sldMk cId="4152589700" sldId="269"/>
            <ac:spMk id="11" creationId="{CC8607D0-63DA-50C4-6D53-4F1C53700527}"/>
          </ac:spMkLst>
        </pc:spChg>
        <pc:spChg chg="add mod">
          <ac:chgData name="Ryan Daniels" userId="S::rkd43@cam.ac.uk::aaa4fbe9-f474-4140-b10b-5257398ac308" providerId="AD" clId="Web-{F65AB4E2-1F65-E3AA-9FF1-82566DFBE91E}" dt="2025-09-10T11:30:54.799" v="505" actId="20577"/>
          <ac:spMkLst>
            <pc:docMk/>
            <pc:sldMk cId="4152589700" sldId="269"/>
            <ac:spMk id="12" creationId="{CA0AFEDB-98FF-B57D-F796-83BB1EF97050}"/>
          </ac:spMkLst>
        </pc:spChg>
        <pc:spChg chg="add mod">
          <ac:chgData name="Ryan Daniels" userId="S::rkd43@cam.ac.uk::aaa4fbe9-f474-4140-b10b-5257398ac308" providerId="AD" clId="Web-{F65AB4E2-1F65-E3AA-9FF1-82566DFBE91E}" dt="2025-09-10T11:31:37.347" v="511" actId="14100"/>
          <ac:spMkLst>
            <pc:docMk/>
            <pc:sldMk cId="4152589700" sldId="269"/>
            <ac:spMk id="13" creationId="{BDA19973-912E-558F-246D-058520869E1E}"/>
          </ac:spMkLst>
        </pc:spChg>
        <pc:spChg chg="add mod">
          <ac:chgData name="Ryan Daniels" userId="S::rkd43@cam.ac.uk::aaa4fbe9-f474-4140-b10b-5257398ac308" providerId="AD" clId="Web-{F65AB4E2-1F65-E3AA-9FF1-82566DFBE91E}" dt="2025-09-10T11:32:14.730" v="516"/>
          <ac:spMkLst>
            <pc:docMk/>
            <pc:sldMk cId="4152589700" sldId="269"/>
            <ac:spMk id="15" creationId="{60FACAAB-DCF4-B02C-83E7-67F5BBB97CFA}"/>
          </ac:spMkLst>
        </pc:spChg>
        <pc:spChg chg="add mod">
          <ac:chgData name="Ryan Daniels" userId="S::rkd43@cam.ac.uk::aaa4fbe9-f474-4140-b10b-5257398ac308" providerId="AD" clId="Web-{F65AB4E2-1F65-E3AA-9FF1-82566DFBE91E}" dt="2025-09-10T11:32:36.732" v="521" actId="1076"/>
          <ac:spMkLst>
            <pc:docMk/>
            <pc:sldMk cId="4152589700" sldId="269"/>
            <ac:spMk id="17" creationId="{79B08195-B2EF-92D7-5D87-DA2494D46AA8}"/>
          </ac:spMkLst>
        </pc:spChg>
        <pc:spChg chg="add mod">
          <ac:chgData name="Ryan Daniels" userId="S::rkd43@cam.ac.uk::aaa4fbe9-f474-4140-b10b-5257398ac308" providerId="AD" clId="Web-{F65AB4E2-1F65-E3AA-9FF1-82566DFBE91E}" dt="2025-09-10T11:32:47.264" v="523" actId="1076"/>
          <ac:spMkLst>
            <pc:docMk/>
            <pc:sldMk cId="4152589700" sldId="269"/>
            <ac:spMk id="19" creationId="{D2BAF563-B495-7565-A177-CC01F20DE977}"/>
          </ac:spMkLst>
        </pc:spChg>
        <pc:spChg chg="add mod">
          <ac:chgData name="Ryan Daniels" userId="S::rkd43@cam.ac.uk::aaa4fbe9-f474-4140-b10b-5257398ac308" providerId="AD" clId="Web-{F65AB4E2-1F65-E3AA-9FF1-82566DFBE91E}" dt="2025-09-10T11:34:32.291" v="548"/>
          <ac:spMkLst>
            <pc:docMk/>
            <pc:sldMk cId="4152589700" sldId="269"/>
            <ac:spMk id="20" creationId="{690B1CA2-BF04-9BF5-5A6C-F9DDC2813960}"/>
          </ac:spMkLst>
        </pc:spChg>
        <pc:graphicFrameChg chg="mod modGraphic">
          <ac:chgData name="Ryan Daniels" userId="S::rkd43@cam.ac.uk::aaa4fbe9-f474-4140-b10b-5257398ac308" providerId="AD" clId="Web-{F65AB4E2-1F65-E3AA-9FF1-82566DFBE91E}" dt="2025-09-10T11:29:52.080" v="486"/>
          <ac:graphicFrameMkLst>
            <pc:docMk/>
            <pc:sldMk cId="4152589700" sldId="269"/>
            <ac:graphicFrameMk id="5" creationId="{57E0E50B-593C-B994-4BAA-6F94738B6021}"/>
          </ac:graphicFrameMkLst>
        </pc:graphicFrameChg>
        <pc:graphicFrameChg chg="add mod modGraphic">
          <ac:chgData name="Ryan Daniels" userId="S::rkd43@cam.ac.uk::aaa4fbe9-f474-4140-b10b-5257398ac308" providerId="AD" clId="Web-{F65AB4E2-1F65-E3AA-9FF1-82566DFBE91E}" dt="2025-09-10T11:29:43.065" v="484"/>
          <ac:graphicFrameMkLst>
            <pc:docMk/>
            <pc:sldMk cId="4152589700" sldId="269"/>
            <ac:graphicFrameMk id="7" creationId="{7BCCE676-4814-0851-A170-FE0FC3D908FA}"/>
          </ac:graphicFrameMkLst>
        </pc:graphicFrameChg>
        <pc:graphicFrameChg chg="add mod modGraphic">
          <ac:chgData name="Ryan Daniels" userId="S::rkd43@cam.ac.uk::aaa4fbe9-f474-4140-b10b-5257398ac308" providerId="AD" clId="Web-{F65AB4E2-1F65-E3AA-9FF1-82566DFBE91E}" dt="2025-09-10T11:30:06.940" v="489" actId="1076"/>
          <ac:graphicFrameMkLst>
            <pc:docMk/>
            <pc:sldMk cId="4152589700" sldId="269"/>
            <ac:graphicFrameMk id="9" creationId="{3AA3BA39-15CC-3F28-0D20-7B1C2469C484}"/>
          </ac:graphicFrameMkLst>
        </pc:graphicFrameChg>
      </pc:sldChg>
      <pc:sldChg chg="addSp modSp new addAnim">
        <pc:chgData name="Ryan Daniels" userId="S::rkd43@cam.ac.uk::aaa4fbe9-f474-4140-b10b-5257398ac308" providerId="AD" clId="Web-{F65AB4E2-1F65-E3AA-9FF1-82566DFBE91E}" dt="2025-09-10T12:12:57.448" v="634"/>
        <pc:sldMkLst>
          <pc:docMk/>
          <pc:sldMk cId="2097773726" sldId="270"/>
        </pc:sldMkLst>
        <pc:spChg chg="mod">
          <ac:chgData name="Ryan Daniels" userId="S::rkd43@cam.ac.uk::aaa4fbe9-f474-4140-b10b-5257398ac308" providerId="AD" clId="Web-{F65AB4E2-1F65-E3AA-9FF1-82566DFBE91E}" dt="2025-09-10T12:08:31.257" v="553" actId="20577"/>
          <ac:spMkLst>
            <pc:docMk/>
            <pc:sldMk cId="2097773726" sldId="270"/>
            <ac:spMk id="2" creationId="{7A9F507B-5419-284B-C6F5-3A615A02C917}"/>
          </ac:spMkLst>
        </pc:spChg>
        <pc:spChg chg="mod">
          <ac:chgData name="Ryan Daniels" userId="S::rkd43@cam.ac.uk::aaa4fbe9-f474-4140-b10b-5257398ac308" providerId="AD" clId="Web-{F65AB4E2-1F65-E3AA-9FF1-82566DFBE91E}" dt="2025-09-10T12:08:39.007" v="572" actId="20577"/>
          <ac:spMkLst>
            <pc:docMk/>
            <pc:sldMk cId="2097773726" sldId="270"/>
            <ac:spMk id="3" creationId="{752A97F8-4355-F35C-8D2D-2D36AFE1A9B2}"/>
          </ac:spMkLst>
        </pc:spChg>
        <pc:spChg chg="add mod">
          <ac:chgData name="Ryan Daniels" userId="S::rkd43@cam.ac.uk::aaa4fbe9-f474-4140-b10b-5257398ac308" providerId="AD" clId="Web-{F65AB4E2-1F65-E3AA-9FF1-82566DFBE91E}" dt="2025-09-10T12:10:09.571" v="582" actId="1076"/>
          <ac:spMkLst>
            <pc:docMk/>
            <pc:sldMk cId="2097773726" sldId="270"/>
            <ac:spMk id="5" creationId="{99F17251-238A-5245-ED8F-D389B09F6397}"/>
          </ac:spMkLst>
        </pc:spChg>
        <pc:spChg chg="add mod">
          <ac:chgData name="Ryan Daniels" userId="S::rkd43@cam.ac.uk::aaa4fbe9-f474-4140-b10b-5257398ac308" providerId="AD" clId="Web-{F65AB4E2-1F65-E3AA-9FF1-82566DFBE91E}" dt="2025-09-10T12:10:21.790" v="586" actId="1076"/>
          <ac:spMkLst>
            <pc:docMk/>
            <pc:sldMk cId="2097773726" sldId="270"/>
            <ac:spMk id="6" creationId="{2A18B12D-992A-3CF3-CE8B-7A798D205A8F}"/>
          </ac:spMkLst>
        </pc:spChg>
        <pc:spChg chg="add mod">
          <ac:chgData name="Ryan Daniels" userId="S::rkd43@cam.ac.uk::aaa4fbe9-f474-4140-b10b-5257398ac308" providerId="AD" clId="Web-{F65AB4E2-1F65-E3AA-9FF1-82566DFBE91E}" dt="2025-09-10T12:11:30.463" v="611"/>
          <ac:spMkLst>
            <pc:docMk/>
            <pc:sldMk cId="2097773726" sldId="270"/>
            <ac:spMk id="7" creationId="{7E80571E-3275-EB34-8DD9-16CF08DC297E}"/>
          </ac:spMkLst>
        </pc:spChg>
        <pc:spChg chg="add mod">
          <ac:chgData name="Ryan Daniels" userId="S::rkd43@cam.ac.uk::aaa4fbe9-f474-4140-b10b-5257398ac308" providerId="AD" clId="Web-{F65AB4E2-1F65-E3AA-9FF1-82566DFBE91E}" dt="2025-09-10T12:11:47.979" v="623" actId="1076"/>
          <ac:spMkLst>
            <pc:docMk/>
            <pc:sldMk cId="2097773726" sldId="270"/>
            <ac:spMk id="8" creationId="{184FE5FD-6EFD-C230-E2C2-F225EA85D9ED}"/>
          </ac:spMkLst>
        </pc:spChg>
        <pc:picChg chg="add mod">
          <ac:chgData name="Ryan Daniels" userId="S::rkd43@cam.ac.uk::aaa4fbe9-f474-4140-b10b-5257398ac308" providerId="AD" clId="Web-{F65AB4E2-1F65-E3AA-9FF1-82566DFBE91E}" dt="2025-09-10T12:08:47.961" v="575" actId="1076"/>
          <ac:picMkLst>
            <pc:docMk/>
            <pc:sldMk cId="2097773726" sldId="270"/>
            <ac:picMk id="4" creationId="{31AF51C1-1461-0E90-8E38-03A76E31D0BC}"/>
          </ac:picMkLst>
        </pc:picChg>
        <pc:cxnChg chg="add mod">
          <ac:chgData name="Ryan Daniels" userId="S::rkd43@cam.ac.uk::aaa4fbe9-f474-4140-b10b-5257398ac308" providerId="AD" clId="Web-{F65AB4E2-1F65-E3AA-9FF1-82566DFBE91E}" dt="2025-09-10T12:12:19.714" v="628" actId="14100"/>
          <ac:cxnSpMkLst>
            <pc:docMk/>
            <pc:sldMk cId="2097773726" sldId="270"/>
            <ac:cxnSpMk id="9" creationId="{EBFF021E-7D50-92EA-C239-40552E284D4B}"/>
          </ac:cxnSpMkLst>
        </pc:cxnChg>
        <pc:cxnChg chg="add mod">
          <ac:chgData name="Ryan Daniels" userId="S::rkd43@cam.ac.uk::aaa4fbe9-f474-4140-b10b-5257398ac308" providerId="AD" clId="Web-{F65AB4E2-1F65-E3AA-9FF1-82566DFBE91E}" dt="2025-09-10T12:12:37.932" v="632" actId="1076"/>
          <ac:cxnSpMkLst>
            <pc:docMk/>
            <pc:sldMk cId="2097773726" sldId="270"/>
            <ac:cxnSpMk id="10" creationId="{6902A3E6-7EB9-B0E8-F5E7-107D570ED957}"/>
          </ac:cxnSpMkLst>
        </pc:cxnChg>
      </pc:sldChg>
      <pc:sldChg chg="addSp delSp modSp new">
        <pc:chgData name="Ryan Daniels" userId="S::rkd43@cam.ac.uk::aaa4fbe9-f474-4140-b10b-5257398ac308" providerId="AD" clId="Web-{F65AB4E2-1F65-E3AA-9FF1-82566DFBE91E}" dt="2025-09-10T12:33:00.504" v="659" actId="1076"/>
        <pc:sldMkLst>
          <pc:docMk/>
          <pc:sldMk cId="2592952460" sldId="271"/>
        </pc:sldMkLst>
        <pc:spChg chg="mod">
          <ac:chgData name="Ryan Daniels" userId="S::rkd43@cam.ac.uk::aaa4fbe9-f474-4140-b10b-5257398ac308" providerId="AD" clId="Web-{F65AB4E2-1F65-E3AA-9FF1-82566DFBE91E}" dt="2025-09-10T12:14:26.668" v="638" actId="20577"/>
          <ac:spMkLst>
            <pc:docMk/>
            <pc:sldMk cId="2592952460" sldId="271"/>
            <ac:spMk id="2" creationId="{66478D6F-10F6-4EF4-840E-4C42E91411CE}"/>
          </ac:spMkLst>
        </pc:spChg>
        <pc:spChg chg="add mod">
          <ac:chgData name="Ryan Daniels" userId="S::rkd43@cam.ac.uk::aaa4fbe9-f474-4140-b10b-5257398ac308" providerId="AD" clId="Web-{F65AB4E2-1F65-E3AA-9FF1-82566DFBE91E}" dt="2025-09-10T12:32:56.457" v="658" actId="1076"/>
          <ac:spMkLst>
            <pc:docMk/>
            <pc:sldMk cId="2592952460" sldId="271"/>
            <ac:spMk id="5" creationId="{07A7BA00-3EBE-3161-7F72-93A6A6EDF961}"/>
          </ac:spMkLst>
        </pc:spChg>
        <pc:picChg chg="add mod">
          <ac:chgData name="Ryan Daniels" userId="S::rkd43@cam.ac.uk::aaa4fbe9-f474-4140-b10b-5257398ac308" providerId="AD" clId="Web-{F65AB4E2-1F65-E3AA-9FF1-82566DFBE91E}" dt="2025-09-10T12:33:00.504" v="659" actId="1076"/>
          <ac:picMkLst>
            <pc:docMk/>
            <pc:sldMk cId="2592952460" sldId="271"/>
            <ac:picMk id="4" creationId="{1A713E44-C94C-32BC-9C28-C1C8EF2A2EF4}"/>
          </ac:picMkLst>
        </pc:picChg>
        <pc:picChg chg="add mod">
          <ac:chgData name="Ryan Daniels" userId="S::rkd43@cam.ac.uk::aaa4fbe9-f474-4140-b10b-5257398ac308" providerId="AD" clId="Web-{F65AB4E2-1F65-E3AA-9FF1-82566DFBE91E}" dt="2025-09-10T12:32:51.645" v="657" actId="14100"/>
          <ac:picMkLst>
            <pc:docMk/>
            <pc:sldMk cId="2592952460" sldId="271"/>
            <ac:picMk id="6" creationId="{B6EB8F37-C781-5DBC-D8F0-6A85AE8B1423}"/>
          </ac:picMkLst>
        </pc:picChg>
      </pc:sldChg>
      <pc:sldChg chg="modSp new addAnim">
        <pc:chgData name="Ryan Daniels" userId="S::rkd43@cam.ac.uk::aaa4fbe9-f474-4140-b10b-5257398ac308" providerId="AD" clId="Web-{F65AB4E2-1F65-E3AA-9FF1-82566DFBE91E}" dt="2025-09-10T12:48:00.885" v="780"/>
        <pc:sldMkLst>
          <pc:docMk/>
          <pc:sldMk cId="3676266752" sldId="272"/>
        </pc:sldMkLst>
        <pc:spChg chg="mod">
          <ac:chgData name="Ryan Daniels" userId="S::rkd43@cam.ac.uk::aaa4fbe9-f474-4140-b10b-5257398ac308" providerId="AD" clId="Web-{F65AB4E2-1F65-E3AA-9FF1-82566DFBE91E}" dt="2025-09-10T12:35:38.260" v="684" actId="20577"/>
          <ac:spMkLst>
            <pc:docMk/>
            <pc:sldMk cId="3676266752" sldId="272"/>
            <ac:spMk id="2" creationId="{268A7160-7041-A4C4-8034-D2431F880BBA}"/>
          </ac:spMkLst>
        </pc:spChg>
        <pc:spChg chg="mod">
          <ac:chgData name="Ryan Daniels" userId="S::rkd43@cam.ac.uk::aaa4fbe9-f474-4140-b10b-5257398ac308" providerId="AD" clId="Web-{F65AB4E2-1F65-E3AA-9FF1-82566DFBE91E}" dt="2025-09-10T12:48:00.791" v="779" actId="20577"/>
          <ac:spMkLst>
            <pc:docMk/>
            <pc:sldMk cId="3676266752" sldId="272"/>
            <ac:spMk id="3" creationId="{9699037D-F63D-083F-2A55-35B68EFE526B}"/>
          </ac:spMkLst>
        </pc:spChg>
      </pc:sldChg>
      <pc:sldChg chg="addSp delSp modSp add replId">
        <pc:chgData name="Ryan Daniels" userId="S::rkd43@cam.ac.uk::aaa4fbe9-f474-4140-b10b-5257398ac308" providerId="AD" clId="Web-{F65AB4E2-1F65-E3AA-9FF1-82566DFBE91E}" dt="2025-09-10T12:33:56.131" v="672" actId="1076"/>
        <pc:sldMkLst>
          <pc:docMk/>
          <pc:sldMk cId="4108364247" sldId="273"/>
        </pc:sldMkLst>
        <pc:picChg chg="add mod">
          <ac:chgData name="Ryan Daniels" userId="S::rkd43@cam.ac.uk::aaa4fbe9-f474-4140-b10b-5257398ac308" providerId="AD" clId="Web-{F65AB4E2-1F65-E3AA-9FF1-82566DFBE91E}" dt="2025-09-10T12:33:56.131" v="672" actId="1076"/>
          <ac:picMkLst>
            <pc:docMk/>
            <pc:sldMk cId="4108364247" sldId="273"/>
            <ac:picMk id="3" creationId="{4BADAB90-25DE-0EB3-5E51-56DD17C79D0A}"/>
          </ac:picMkLst>
        </pc:picChg>
      </pc:sldChg>
      <pc:sldChg chg="addSp delSp modSp add replId">
        <pc:chgData name="Ryan Daniels" userId="S::rkd43@cam.ac.uk::aaa4fbe9-f474-4140-b10b-5257398ac308" providerId="AD" clId="Web-{F65AB4E2-1F65-E3AA-9FF1-82566DFBE91E}" dt="2025-09-10T12:35:24.712" v="679" actId="1076"/>
        <pc:sldMkLst>
          <pc:docMk/>
          <pc:sldMk cId="3535614385" sldId="274"/>
        </pc:sldMkLst>
        <pc:picChg chg="add mod">
          <ac:chgData name="Ryan Daniels" userId="S::rkd43@cam.ac.uk::aaa4fbe9-f474-4140-b10b-5257398ac308" providerId="AD" clId="Web-{F65AB4E2-1F65-E3AA-9FF1-82566DFBE91E}" dt="2025-09-10T12:35:24.712" v="679" actId="1076"/>
          <ac:picMkLst>
            <pc:docMk/>
            <pc:sldMk cId="3535614385" sldId="274"/>
            <ac:picMk id="4" creationId="{D297DF6F-4C31-0FFD-A3ED-5A0C7AF80AC7}"/>
          </ac:picMkLst>
        </pc:picChg>
      </pc:sldChg>
      <pc:sldChg chg="addSp delSp modSp new">
        <pc:chgData name="Ryan Daniels" userId="S::rkd43@cam.ac.uk::aaa4fbe9-f474-4140-b10b-5257398ac308" providerId="AD" clId="Web-{F65AB4E2-1F65-E3AA-9FF1-82566DFBE91E}" dt="2025-09-10T12:56:05.912" v="817" actId="1076"/>
        <pc:sldMkLst>
          <pc:docMk/>
          <pc:sldMk cId="883995503" sldId="275"/>
        </pc:sldMkLst>
        <pc:spChg chg="mod">
          <ac:chgData name="Ryan Daniels" userId="S::rkd43@cam.ac.uk::aaa4fbe9-f474-4140-b10b-5257398ac308" providerId="AD" clId="Web-{F65AB4E2-1F65-E3AA-9FF1-82566DFBE91E}" dt="2025-09-10T12:49:24.263" v="784" actId="20577"/>
          <ac:spMkLst>
            <pc:docMk/>
            <pc:sldMk cId="883995503" sldId="275"/>
            <ac:spMk id="2" creationId="{54E68E6B-DD0E-7E14-81A1-6D6946D6888D}"/>
          </ac:spMkLst>
        </pc:spChg>
        <pc:spChg chg="add mod">
          <ac:chgData name="Ryan Daniels" userId="S::rkd43@cam.ac.uk::aaa4fbe9-f474-4140-b10b-5257398ac308" providerId="AD" clId="Web-{F65AB4E2-1F65-E3AA-9FF1-82566DFBE91E}" dt="2025-09-10T12:55:27.160" v="814" actId="1076"/>
          <ac:spMkLst>
            <pc:docMk/>
            <pc:sldMk cId="883995503" sldId="275"/>
            <ac:spMk id="7" creationId="{5C4D721E-B831-F1F9-BCDE-58D3BC5CB3DB}"/>
          </ac:spMkLst>
        </pc:spChg>
        <pc:spChg chg="add mod">
          <ac:chgData name="Ryan Daniels" userId="S::rkd43@cam.ac.uk::aaa4fbe9-f474-4140-b10b-5257398ac308" providerId="AD" clId="Web-{F65AB4E2-1F65-E3AA-9FF1-82566DFBE91E}" dt="2025-09-10T12:55:31.019" v="815" actId="1076"/>
          <ac:spMkLst>
            <pc:docMk/>
            <pc:sldMk cId="883995503" sldId="275"/>
            <ac:spMk id="8" creationId="{2FFEA6E3-B8AB-44E6-062B-2731F7DC0E00}"/>
          </ac:spMkLst>
        </pc:spChg>
        <pc:picChg chg="add mod">
          <ac:chgData name="Ryan Daniels" userId="S::rkd43@cam.ac.uk::aaa4fbe9-f474-4140-b10b-5257398ac308" providerId="AD" clId="Web-{F65AB4E2-1F65-E3AA-9FF1-82566DFBE91E}" dt="2025-09-10T12:56:05.912" v="817" actId="1076"/>
          <ac:picMkLst>
            <pc:docMk/>
            <pc:sldMk cId="883995503" sldId="275"/>
            <ac:picMk id="4" creationId="{D464A4DE-48BA-0BCA-1878-4F3A1F3EA939}"/>
          </ac:picMkLst>
        </pc:picChg>
        <pc:picChg chg="add mod">
          <ac:chgData name="Ryan Daniels" userId="S::rkd43@cam.ac.uk::aaa4fbe9-f474-4140-b10b-5257398ac308" providerId="AD" clId="Web-{F65AB4E2-1F65-E3AA-9FF1-82566DFBE91E}" dt="2025-09-10T12:56:05.865" v="816" actId="1076"/>
          <ac:picMkLst>
            <pc:docMk/>
            <pc:sldMk cId="883995503" sldId="275"/>
            <ac:picMk id="6" creationId="{CF34977B-D2FD-ED4B-F3A6-0B31AABCDD6B}"/>
          </ac:picMkLst>
        </pc:picChg>
      </pc:sldChg>
      <pc:sldChg chg="modSp new">
        <pc:chgData name="Ryan Daniels" userId="S::rkd43@cam.ac.uk::aaa4fbe9-f474-4140-b10b-5257398ac308" providerId="AD" clId="Web-{F65AB4E2-1F65-E3AA-9FF1-82566DFBE91E}" dt="2025-09-10T12:59:09.201" v="882" actId="20577"/>
        <pc:sldMkLst>
          <pc:docMk/>
          <pc:sldMk cId="3705023032" sldId="276"/>
        </pc:sldMkLst>
        <pc:spChg chg="mod">
          <ac:chgData name="Ryan Daniels" userId="S::rkd43@cam.ac.uk::aaa4fbe9-f474-4140-b10b-5257398ac308" providerId="AD" clId="Web-{F65AB4E2-1F65-E3AA-9FF1-82566DFBE91E}" dt="2025-09-10T12:58:15.715" v="830" actId="20577"/>
          <ac:spMkLst>
            <pc:docMk/>
            <pc:sldMk cId="3705023032" sldId="276"/>
            <ac:spMk id="2" creationId="{006ADB7A-22BD-0921-8DFF-77F35CD77FD6}"/>
          </ac:spMkLst>
        </pc:spChg>
        <pc:spChg chg="mod">
          <ac:chgData name="Ryan Daniels" userId="S::rkd43@cam.ac.uk::aaa4fbe9-f474-4140-b10b-5257398ac308" providerId="AD" clId="Web-{F65AB4E2-1F65-E3AA-9FF1-82566DFBE91E}" dt="2025-09-10T12:59:09.201" v="882" actId="20577"/>
          <ac:spMkLst>
            <pc:docMk/>
            <pc:sldMk cId="3705023032" sldId="276"/>
            <ac:spMk id="3" creationId="{C63DB0B1-6033-EDAF-88F3-0A39B0364298}"/>
          </ac:spMkLst>
        </pc:spChg>
      </pc:sldChg>
      <pc:sldChg chg="modSp new addAnim">
        <pc:chgData name="Ryan Daniels" userId="S::rkd43@cam.ac.uk::aaa4fbe9-f474-4140-b10b-5257398ac308" providerId="AD" clId="Web-{F65AB4E2-1F65-E3AA-9FF1-82566DFBE91E}" dt="2025-09-10T13:03:59.692" v="941"/>
        <pc:sldMkLst>
          <pc:docMk/>
          <pc:sldMk cId="2182650416" sldId="277"/>
        </pc:sldMkLst>
        <pc:spChg chg="mod">
          <ac:chgData name="Ryan Daniels" userId="S::rkd43@cam.ac.uk::aaa4fbe9-f474-4140-b10b-5257398ac308" providerId="AD" clId="Web-{F65AB4E2-1F65-E3AA-9FF1-82566DFBE91E}" dt="2025-09-10T12:59:25.061" v="891" actId="20577"/>
          <ac:spMkLst>
            <pc:docMk/>
            <pc:sldMk cId="2182650416" sldId="277"/>
            <ac:spMk id="2" creationId="{388991E1-0208-4FBF-1F88-348049F3697C}"/>
          </ac:spMkLst>
        </pc:spChg>
        <pc:spChg chg="mod">
          <ac:chgData name="Ryan Daniels" userId="S::rkd43@cam.ac.uk::aaa4fbe9-f474-4140-b10b-5257398ac308" providerId="AD" clId="Web-{F65AB4E2-1F65-E3AA-9FF1-82566DFBE91E}" dt="2025-09-10T13:03:59.176" v="940" actId="20577"/>
          <ac:spMkLst>
            <pc:docMk/>
            <pc:sldMk cId="2182650416" sldId="277"/>
            <ac:spMk id="3" creationId="{7147FBD6-2320-7259-EDBF-188C2D1B2275}"/>
          </ac:spMkLst>
        </pc:spChg>
      </pc:sldChg>
      <pc:sldChg chg="addSp delSp modSp new addAnim">
        <pc:chgData name="Ryan Daniels" userId="S::rkd43@cam.ac.uk::aaa4fbe9-f474-4140-b10b-5257398ac308" providerId="AD" clId="Web-{F65AB4E2-1F65-E3AA-9FF1-82566DFBE91E}" dt="2025-09-10T13:09:07.655" v="1058" actId="688"/>
        <pc:sldMkLst>
          <pc:docMk/>
          <pc:sldMk cId="1873103986" sldId="278"/>
        </pc:sldMkLst>
        <pc:spChg chg="mod">
          <ac:chgData name="Ryan Daniels" userId="S::rkd43@cam.ac.uk::aaa4fbe9-f474-4140-b10b-5257398ac308" providerId="AD" clId="Web-{F65AB4E2-1F65-E3AA-9FF1-82566DFBE91E}" dt="2025-09-10T13:04:40.505" v="950" actId="20577"/>
          <ac:spMkLst>
            <pc:docMk/>
            <pc:sldMk cId="1873103986" sldId="278"/>
            <ac:spMk id="2" creationId="{73002EDD-E8EC-F9D4-80A7-0F5B8A571D65}"/>
          </ac:spMkLst>
        </pc:spChg>
        <pc:spChg chg="add mod">
          <ac:chgData name="Ryan Daniels" userId="S::rkd43@cam.ac.uk::aaa4fbe9-f474-4140-b10b-5257398ac308" providerId="AD" clId="Web-{F65AB4E2-1F65-E3AA-9FF1-82566DFBE91E}" dt="2025-09-10T13:09:07.655" v="1058" actId="688"/>
          <ac:spMkLst>
            <pc:docMk/>
            <pc:sldMk cId="1873103986" sldId="278"/>
            <ac:spMk id="7" creationId="{25CCE899-80CC-8941-E6F7-26AFAE2885C7}"/>
          </ac:spMkLst>
        </pc:spChg>
        <pc:spChg chg="add mod">
          <ac:chgData name="Ryan Daniels" userId="S::rkd43@cam.ac.uk::aaa4fbe9-f474-4140-b10b-5257398ac308" providerId="AD" clId="Web-{F65AB4E2-1F65-E3AA-9FF1-82566DFBE91E}" dt="2025-09-10T13:07:45.309" v="1046"/>
          <ac:spMkLst>
            <pc:docMk/>
            <pc:sldMk cId="1873103986" sldId="278"/>
            <ac:spMk id="8" creationId="{EA48B52D-1BDB-CB1B-02BB-61C31E2A1C5D}"/>
          </ac:spMkLst>
        </pc:spChg>
        <pc:spChg chg="add mod">
          <ac:chgData name="Ryan Daniels" userId="S::rkd43@cam.ac.uk::aaa4fbe9-f474-4140-b10b-5257398ac308" providerId="AD" clId="Web-{F65AB4E2-1F65-E3AA-9FF1-82566DFBE91E}" dt="2025-09-10T13:07:53.137" v="1047" actId="1076"/>
          <ac:spMkLst>
            <pc:docMk/>
            <pc:sldMk cId="1873103986" sldId="278"/>
            <ac:spMk id="10" creationId="{842437B9-7683-15C0-BD10-EA764A439D2C}"/>
          </ac:spMkLst>
        </pc:spChg>
        <pc:graphicFrameChg chg="add mod ord modGraphic">
          <ac:chgData name="Ryan Daniels" userId="S::rkd43@cam.ac.uk::aaa4fbe9-f474-4140-b10b-5257398ac308" providerId="AD" clId="Web-{F65AB4E2-1F65-E3AA-9FF1-82566DFBE91E}" dt="2025-09-10T13:05:26.396" v="1014" actId="1076"/>
          <ac:graphicFrameMkLst>
            <pc:docMk/>
            <pc:sldMk cId="1873103986" sldId="278"/>
            <ac:graphicFrameMk id="5" creationId="{78790C0D-B67A-D2B8-AA46-FADA5F6F4B75}"/>
          </ac:graphicFrameMkLst>
        </pc:graphicFrameChg>
        <pc:cxnChg chg="add mod">
          <ac:chgData name="Ryan Daniels" userId="S::rkd43@cam.ac.uk::aaa4fbe9-f474-4140-b10b-5257398ac308" providerId="AD" clId="Web-{F65AB4E2-1F65-E3AA-9FF1-82566DFBE91E}" dt="2025-09-10T13:08:39.780" v="1056"/>
          <ac:cxnSpMkLst>
            <pc:docMk/>
            <pc:sldMk cId="1873103986" sldId="278"/>
            <ac:cxnSpMk id="11" creationId="{CC946AE5-511B-82AF-8C58-1F369B872F3F}"/>
          </ac:cxnSpMkLst>
        </pc:cxnChg>
      </pc:sldChg>
      <pc:sldChg chg="addSp delSp modSp new">
        <pc:chgData name="Ryan Daniels" userId="S::rkd43@cam.ac.uk::aaa4fbe9-f474-4140-b10b-5257398ac308" providerId="AD" clId="Web-{F65AB4E2-1F65-E3AA-9FF1-82566DFBE91E}" dt="2025-09-10T13:11:44.370" v="1069" actId="1076"/>
        <pc:sldMkLst>
          <pc:docMk/>
          <pc:sldMk cId="4134047132" sldId="279"/>
        </pc:sldMkLst>
        <pc:spChg chg="mod">
          <ac:chgData name="Ryan Daniels" userId="S::rkd43@cam.ac.uk::aaa4fbe9-f474-4140-b10b-5257398ac308" providerId="AD" clId="Web-{F65AB4E2-1F65-E3AA-9FF1-82566DFBE91E}" dt="2025-09-10T13:09:36.172" v="1065" actId="20577"/>
          <ac:spMkLst>
            <pc:docMk/>
            <pc:sldMk cId="4134047132" sldId="279"/>
            <ac:spMk id="2" creationId="{3799B203-4B63-F84A-F64A-1DE602A626DC}"/>
          </ac:spMkLst>
        </pc:spChg>
        <pc:picChg chg="add mod">
          <ac:chgData name="Ryan Daniels" userId="S::rkd43@cam.ac.uk::aaa4fbe9-f474-4140-b10b-5257398ac308" providerId="AD" clId="Web-{F65AB4E2-1F65-E3AA-9FF1-82566DFBE91E}" dt="2025-09-10T13:11:44.370" v="1069" actId="1076"/>
          <ac:picMkLst>
            <pc:docMk/>
            <pc:sldMk cId="4134047132" sldId="279"/>
            <ac:picMk id="4" creationId="{839AB5C8-7E6E-EC48-3931-4515DDB24025}"/>
          </ac:picMkLst>
        </pc:picChg>
      </pc:sldChg>
    </pc:docChg>
  </pc:docChgLst>
  <pc:docChgLst>
    <pc:chgData name="Ryan Daniels" userId="S::rkd43@cam.ac.uk::aaa4fbe9-f474-4140-b10b-5257398ac308" providerId="AD" clId="Web-{B27FED6F-2118-6CA6-D178-8D790376C88C}"/>
    <pc:docChg chg="addSld modSld">
      <pc:chgData name="Ryan Daniels" userId="S::rkd43@cam.ac.uk::aaa4fbe9-f474-4140-b10b-5257398ac308" providerId="AD" clId="Web-{B27FED6F-2118-6CA6-D178-8D790376C88C}" dt="2025-09-13T12:18:03.001" v="11" actId="20577"/>
      <pc:docMkLst>
        <pc:docMk/>
      </pc:docMkLst>
      <pc:sldChg chg="modSp add">
        <pc:chgData name="Ryan Daniels" userId="S::rkd43@cam.ac.uk::aaa4fbe9-f474-4140-b10b-5257398ac308" providerId="AD" clId="Web-{B27FED6F-2118-6CA6-D178-8D790376C88C}" dt="2025-09-13T12:16:53.438" v="4" actId="20577"/>
        <pc:sldMkLst>
          <pc:docMk/>
          <pc:sldMk cId="1428519072" sldId="280"/>
        </pc:sldMkLst>
        <pc:spChg chg="mod">
          <ac:chgData name="Ryan Daniels" userId="S::rkd43@cam.ac.uk::aaa4fbe9-f474-4140-b10b-5257398ac308" providerId="AD" clId="Web-{B27FED6F-2118-6CA6-D178-8D790376C88C}" dt="2025-09-13T12:16:53.438" v="4" actId="20577"/>
          <ac:spMkLst>
            <pc:docMk/>
            <pc:sldMk cId="1428519072" sldId="280"/>
            <ac:spMk id="3" creationId="{22E98EEC-A183-EB50-71EE-4D5B026B9A2A}"/>
          </ac:spMkLst>
        </pc:spChg>
      </pc:sldChg>
      <pc:sldChg chg="modSp add">
        <pc:chgData name="Ryan Daniels" userId="S::rkd43@cam.ac.uk::aaa4fbe9-f474-4140-b10b-5257398ac308" providerId="AD" clId="Web-{B27FED6F-2118-6CA6-D178-8D790376C88C}" dt="2025-09-13T12:18:03.001" v="11" actId="20577"/>
        <pc:sldMkLst>
          <pc:docMk/>
          <pc:sldMk cId="1674635684" sldId="281"/>
        </pc:sldMkLst>
        <pc:spChg chg="mod">
          <ac:chgData name="Ryan Daniels" userId="S::rkd43@cam.ac.uk::aaa4fbe9-f474-4140-b10b-5257398ac308" providerId="AD" clId="Web-{B27FED6F-2118-6CA6-D178-8D790376C88C}" dt="2025-09-13T12:17:48.970" v="8" actId="20577"/>
          <ac:spMkLst>
            <pc:docMk/>
            <pc:sldMk cId="1674635684" sldId="281"/>
            <ac:spMk id="2" creationId="{339590DD-67C2-C59B-EB17-B7F37D8F35C1}"/>
          </ac:spMkLst>
        </pc:spChg>
        <pc:spChg chg="mod">
          <ac:chgData name="Ryan Daniels" userId="S::rkd43@cam.ac.uk::aaa4fbe9-f474-4140-b10b-5257398ac308" providerId="AD" clId="Web-{B27FED6F-2118-6CA6-D178-8D790376C88C}" dt="2025-09-13T12:18:03.001" v="11" actId="20577"/>
          <ac:spMkLst>
            <pc:docMk/>
            <pc:sldMk cId="1674635684" sldId="281"/>
            <ac:spMk id="3" creationId="{2BDCA483-7D3C-9891-B9D6-94D966CE0A0A}"/>
          </ac:spMkLst>
        </pc:spChg>
      </pc:sldChg>
    </pc:docChg>
  </pc:docChgLst>
  <pc:docChgLst>
    <pc:chgData name="Ryan Daniels" userId="S::rkd43@cam.ac.uk::aaa4fbe9-f474-4140-b10b-5257398ac308" providerId="AD" clId="Web-{DE5B6FF1-E635-79C9-ACBF-A9BCDF1780FF}"/>
    <pc:docChg chg="modSld">
      <pc:chgData name="Ryan Daniels" userId="S::rkd43@cam.ac.uk::aaa4fbe9-f474-4140-b10b-5257398ac308" providerId="AD" clId="Web-{DE5B6FF1-E635-79C9-ACBF-A9BCDF1780FF}" dt="2025-07-29T09:21:09.674" v="8" actId="20577"/>
      <pc:docMkLst>
        <pc:docMk/>
      </pc:docMkLst>
      <pc:sldChg chg="modSp">
        <pc:chgData name="Ryan Daniels" userId="S::rkd43@cam.ac.uk::aaa4fbe9-f474-4140-b10b-5257398ac308" providerId="AD" clId="Web-{DE5B6FF1-E635-79C9-ACBF-A9BCDF1780FF}" dt="2025-07-29T09:21:09.674" v="8" actId="20577"/>
        <pc:sldMkLst>
          <pc:docMk/>
          <pc:sldMk cId="109857222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0382AD-F4DE-5244-99F0-D1973462CD0B}" type="datetimeFigureOut">
              <a:rPr lang="en-US" smtClean="0"/>
              <a:t>5/15/26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383924-A25F-B742-842B-F50923AEC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77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[TIMINGS]</a:t>
            </a:r>
          </a:p>
          <a:p>
            <a:endParaRPr lang="en-US" dirty="0"/>
          </a:p>
          <a:p>
            <a:r>
              <a:rPr lang="en-US" dirty="0"/>
              <a:t>Practice: 25m</a:t>
            </a:r>
          </a:p>
          <a:p>
            <a:r>
              <a:rPr lang="en-US" dirty="0"/>
              <a:t>Target</a:t>
            </a:r>
            <a:r>
              <a:rPr lang="en-US"/>
              <a:t>: 30m</a:t>
            </a:r>
            <a:endParaRPr lang="en-US" dirty="0"/>
          </a:p>
          <a:p>
            <a:endParaRPr lang="en-US" dirty="0"/>
          </a:p>
          <a:p>
            <a:r>
              <a:rPr lang="en-US" dirty="0"/>
              <a:t>Start time: 16:00</a:t>
            </a:r>
          </a:p>
          <a:p>
            <a:r>
              <a:rPr lang="en-US" dirty="0"/>
              <a:t>End time: 17:00</a:t>
            </a:r>
          </a:p>
          <a:p>
            <a:endParaRPr lang="en-US" dirty="0"/>
          </a:p>
          <a:p>
            <a:r>
              <a:rPr lang="en-US" dirty="0"/>
              <a:t>---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Deepseek-R1 matched </a:t>
            </a:r>
            <a:r>
              <a:rPr lang="en-US" dirty="0" err="1"/>
              <a:t>OpenAIs</a:t>
            </a:r>
            <a:r>
              <a:rPr lang="en-US" dirty="0"/>
              <a:t> GPT-4 on many tasks. Beat it on coding and </a:t>
            </a:r>
            <a:r>
              <a:rPr lang="en-US" dirty="0" err="1"/>
              <a:t>maths</a:t>
            </a:r>
            <a:r>
              <a:rPr lang="en-US" dirty="0"/>
              <a:t> benchmarks most importantly</a:t>
            </a:r>
          </a:p>
          <a:p>
            <a:endParaRPr lang="en-US" dirty="0"/>
          </a:p>
          <a:p>
            <a:r>
              <a:rPr lang="en-US" dirty="0"/>
              <a:t>3-4x less compute for training</a:t>
            </a:r>
          </a:p>
          <a:p>
            <a:endParaRPr lang="en-US" dirty="0"/>
          </a:p>
          <a:p>
            <a:r>
              <a:rPr lang="en-US" dirty="0" err="1"/>
              <a:t>Deepseek</a:t>
            </a:r>
            <a:r>
              <a:rPr lang="en-US" dirty="0"/>
              <a:t>: 5-6 million</a:t>
            </a:r>
          </a:p>
          <a:p>
            <a:r>
              <a:rPr lang="en-US" dirty="0"/>
              <a:t>GPT-4 : 100+ million (cited </a:t>
            </a:r>
            <a:r>
              <a:rPr lang="en-US" dirty="0" err="1"/>
              <a:t>esimates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Not just “scaling wins”, post-training via fine-tuning with supervised fine tuning and clever RL (GRPO) works – wake up call for industry!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83924-A25F-B742-842B-F50923AECB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574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Constitutional AI: </a:t>
            </a:r>
          </a:p>
          <a:p>
            <a:endParaRPr lang="en-US" dirty="0"/>
          </a:p>
          <a:p>
            <a:r>
              <a:rPr lang="en-US" dirty="0"/>
              <a:t>Invented by Anthropic</a:t>
            </a:r>
          </a:p>
          <a:p>
            <a:r>
              <a:rPr lang="en-US" dirty="0"/>
              <a:t>In</a:t>
            </a:r>
            <a:r>
              <a:rPr lang="en-GB" dirty="0"/>
              <a:t>stead of asking humans to rank "which response is safer?", CAI gives the model a </a:t>
            </a:r>
            <a:r>
              <a:rPr lang="en-GB" b="0" dirty="0"/>
              <a:t>set of principles (a "constitution").</a:t>
            </a:r>
            <a:r>
              <a:rPr lang="en-GB" dirty="0"/>
              <a:t> Then trains the model to critique and revise its own outputs according to those principles.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83924-A25F-B742-842B-F50923AECB7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80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We’re going to take a particular look at an example of fine-tuning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83924-A25F-B742-842B-F50923AECB7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676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83924-A25F-B742-842B-F50923AECB7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990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if we decided to instruction tune by just continuing to train the model after the pre-training (this is referred to as full fine-tuning)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83924-A25F-B742-842B-F50923AECB7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4884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83924-A25F-B742-842B-F50923AECB7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661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Making Sense of The DeepSeek Moment">
            <a:extLst>
              <a:ext uri="{FF2B5EF4-FFF2-40B4-BE49-F238E27FC236}">
                <a16:creationId xmlns:a16="http://schemas.microsoft.com/office/drawing/2014/main" id="{7F8B14D9-244C-9FE2-9ED3-59C91237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0775" y="1342335"/>
            <a:ext cx="6750449" cy="3797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AB264E-0FF8-0AD8-E5DD-BA7AB4120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4979211"/>
            <a:ext cx="7772400" cy="1170038"/>
          </a:xfrm>
          <a:prstGeom prst="rect">
            <a:avLst/>
          </a:prstGeom>
        </p:spPr>
      </p:pic>
      <p:pic>
        <p:nvPicPr>
          <p:cNvPr id="6" name="Picture 4" descr="Nvidia stock plunges as Chinese firm DeepSeek reveals cheap AI">
            <a:extLst>
              <a:ext uri="{FF2B5EF4-FFF2-40B4-BE49-F238E27FC236}">
                <a16:creationId xmlns:a16="http://schemas.microsoft.com/office/drawing/2014/main" id="{B7FF5725-190E-9C47-9A79-9FC96BA77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5305" y="864276"/>
            <a:ext cx="4875497" cy="3088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0AB241E-E318-1577-669B-80DC39CC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January 2025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9FBDFF-81A8-9BA9-556F-CF68C10163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653625"/>
            <a:ext cx="4373880" cy="177537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A136882-EAEF-347F-9359-B8B96AA56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79392" y="5691827"/>
            <a:ext cx="2912608" cy="4570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arXiv:2501.12948v2</a:t>
            </a:r>
          </a:p>
          <a:p>
            <a:endParaRPr lang="en-US" sz="2400" dirty="0">
              <a:solidFill>
                <a:schemeClr val="tx1">
                  <a:lumMod val="50000"/>
                </a:schemeClr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endParaRPr lang="en-US" sz="2400" dirty="0">
              <a:solidFill>
                <a:schemeClr val="tx1">
                  <a:lumMod val="50000"/>
                </a:schemeClr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394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Which response do you prefer? : r/ChatGPT">
            <a:extLst>
              <a:ext uri="{FF2B5EF4-FFF2-40B4-BE49-F238E27FC236}">
                <a16:creationId xmlns:a16="http://schemas.microsoft.com/office/drawing/2014/main" id="{BC1227CE-909D-9CF5-D93D-8D52B3986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2337" y="365125"/>
            <a:ext cx="4547623" cy="3538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05A176A-A206-82E3-D237-A289D6259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Look Familiar?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00C7F1-2E08-0850-8B5C-8BADF35867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199"/>
          <a:stretch>
            <a:fillRect/>
          </a:stretch>
        </p:blipFill>
        <p:spPr>
          <a:xfrm>
            <a:off x="838200" y="1605836"/>
            <a:ext cx="4367543" cy="1772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B337E8-820E-725A-4EE9-75F3BC5F4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9652" y="3082708"/>
            <a:ext cx="4689694" cy="19273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79863B-74C8-C56B-0D33-D9C5542A4E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9652" y="5010087"/>
            <a:ext cx="4689694" cy="998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911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927771" cy="2387600"/>
          </a:xfrm>
        </p:spPr>
        <p:txBody>
          <a:bodyPr/>
          <a:lstStyle/>
          <a:p>
            <a:pPr algn="l"/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Post-training &amp; Fine-tuning</a:t>
            </a:r>
            <a:endParaRPr lang="en-US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This can be hard...</a:t>
            </a:r>
            <a:endParaRPr lang="en-US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pic>
        <p:nvPicPr>
          <p:cNvPr id="4" name="Picture 3" descr="A cartoon of a llama wearing a cape and mask&#10;&#10;AI-generated content may be incorrect.">
            <a:extLst>
              <a:ext uri="{FF2B5EF4-FFF2-40B4-BE49-F238E27FC236}">
                <a16:creationId xmlns:a16="http://schemas.microsoft.com/office/drawing/2014/main" id="{8C1F30E1-A063-CBEC-4A1E-70285759E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883" y="3509963"/>
            <a:ext cx="1876233" cy="280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9F883-023F-E83F-3CA6-A48F4262D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9D3BC-C33D-67A8-234F-164E6ED9B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Post-training vs. Fine-tuning</a:t>
            </a:r>
          </a:p>
          <a:p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Instruction tuning</a:t>
            </a:r>
            <a:endParaRPr lang="en-US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r>
              <a:rPr lang="en-GB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LoRA</a:t>
            </a:r>
            <a:endParaRPr lang="en-GB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r>
              <a:rPr lang="en-GB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qLoRA</a:t>
            </a:r>
            <a:endParaRPr lang="en-GB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011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58774-6613-E599-7090-58B9D1B98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Post-training vs. Fine-tuning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41ED1-E8F9-660D-E51E-6BA3C1C9B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Post-training refers to </a:t>
            </a:r>
            <a:r>
              <a:rPr lang="en-GB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everything that happens after the initial pre-training</a:t>
            </a:r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phase. It's an umbrella term covering all techniques used to shape model behaviour or align it with human preferences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. It includes:</a:t>
            </a:r>
          </a:p>
          <a:p>
            <a:pPr marL="0" indent="0">
              <a:buNone/>
            </a:pPr>
            <a:endParaRPr lang="en-US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Supervised fine-tuning (e.g. instruction tuning)</a:t>
            </a:r>
          </a:p>
          <a:p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RLHF (Reinforcement Learning from Human Feedback)</a:t>
            </a:r>
          </a:p>
          <a:p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RLVR (Reinforcement Learning from Verifiable Rewards)</a:t>
            </a:r>
          </a:p>
          <a:p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Constitutional AI</a:t>
            </a:r>
          </a:p>
        </p:txBody>
      </p:sp>
      <p:pic>
        <p:nvPicPr>
          <p:cNvPr id="4" name="Picture 3" descr="Claude - Review 2026 - PCMag UK">
            <a:extLst>
              <a:ext uri="{FF2B5EF4-FFF2-40B4-BE49-F238E27FC236}">
                <a16:creationId xmlns:a16="http://schemas.microsoft.com/office/drawing/2014/main" id="{E33CCF44-9ABB-87EA-F528-17BED7C007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473" t="38006" r="63895" b="38380"/>
          <a:stretch>
            <a:fillRect/>
          </a:stretch>
        </p:blipFill>
        <p:spPr>
          <a:xfrm>
            <a:off x="4034936" y="5504277"/>
            <a:ext cx="497305" cy="52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733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90437A4-D6B8-A4E4-F811-ED7AB9619D6B}"/>
              </a:ext>
            </a:extLst>
          </p:cNvPr>
          <p:cNvSpPr txBox="1">
            <a:spLocks/>
          </p:cNvSpPr>
          <p:nvPr/>
        </p:nvSpPr>
        <p:spPr>
          <a:xfrm>
            <a:off x="838200" y="207186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Fine-tuning refers to adapting a pre-trained foundation model to a specific downstream task / domain via post-training on a usually small specialized dataset.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7DB37FC-B79E-ECC9-1FEE-29CBECA55894}"/>
              </a:ext>
            </a:extLst>
          </p:cNvPr>
          <p:cNvSpPr txBox="1">
            <a:spLocks/>
          </p:cNvSpPr>
          <p:nvPr/>
        </p:nvSpPr>
        <p:spPr>
          <a:xfrm>
            <a:off x="8932052" y="5623147"/>
            <a:ext cx="3118738" cy="529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Source: Google Cloud</a:t>
            </a:r>
          </a:p>
          <a:p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pic>
        <p:nvPicPr>
          <p:cNvPr id="7" name="Picture 6" descr="Supervised Fine Tuning for Gemini LLM | Google Cloud Blog">
            <a:extLst>
              <a:ext uri="{FF2B5EF4-FFF2-40B4-BE49-F238E27FC236}">
                <a16:creationId xmlns:a16="http://schemas.microsoft.com/office/drawing/2014/main" id="{CBD22D6A-B556-C5D6-38FB-863384A53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425" y="768522"/>
            <a:ext cx="7371149" cy="355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657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525DB-0145-62C1-E45B-3D2452A81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Instruction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BD1FA-D682-C3FC-5EBD-A625FF36D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We have been doing next token prediction on trillions of tokens...</a:t>
            </a:r>
            <a:endParaRPr lang="en-US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marL="0" indent="0">
              <a:buNone/>
            </a:pPr>
            <a:endParaRPr lang="en-GB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marL="0" indent="0">
              <a:buNone/>
            </a:pPr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...and that's it...</a:t>
            </a:r>
          </a:p>
          <a:p>
            <a:pPr marL="0" indent="0">
              <a:buNone/>
            </a:pPr>
            <a:endParaRPr lang="en-GB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marL="0" indent="0">
              <a:buNone/>
            </a:pPr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We've built a very expensive next word predictor</a:t>
            </a:r>
          </a:p>
          <a:p>
            <a:pPr marL="0" indent="0">
              <a:buNone/>
            </a:pPr>
            <a:endParaRPr lang="en-GB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marL="0" indent="0">
              <a:buNone/>
            </a:pPr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We want an </a:t>
            </a:r>
            <a:r>
              <a:rPr lang="en-GB" b="1" i="1" dirty="0">
                <a:solidFill>
                  <a:srgbClr val="1B55EB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assistant</a:t>
            </a:r>
          </a:p>
        </p:txBody>
      </p:sp>
    </p:spTree>
    <p:extLst>
      <p:ext uri="{BB962C8B-B14F-4D97-AF65-F5344CB8AC3E}">
        <p14:creationId xmlns:p14="http://schemas.microsoft.com/office/powerpoint/2010/main" val="3079638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4AE07-EBBD-FBD5-3F09-ED0DB5ED6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03185-E90A-399B-FAE1-30FCA26CD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Instruction tuning</a:t>
            </a:r>
            <a:endParaRPr lang="en-US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FF92F-F98B-7599-1B75-BB4024764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4999"/>
              </a:lnSpc>
              <a:spcBef>
                <a:spcPts val="0"/>
              </a:spcBef>
              <a:buNone/>
            </a:pP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GB" sz="1700" dirty="0" err="1">
                <a:solidFill>
                  <a:srgbClr val="666666"/>
                </a:solidFill>
                <a:latin typeface="Source Code Pro"/>
                <a:ea typeface="Source Code Pro"/>
              </a:rPr>
              <a:t>begin_of_text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|&gt;&lt;|</a:t>
            </a:r>
            <a:r>
              <a:rPr lang="en-GB" sz="1700" dirty="0" err="1">
                <a:solidFill>
                  <a:srgbClr val="666666"/>
                </a:solidFill>
                <a:latin typeface="Source Code Pro"/>
                <a:ea typeface="Source Code Pro"/>
              </a:rPr>
              <a:t>start_header_id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r>
              <a:rPr lang="en-GB" sz="1700" dirty="0">
                <a:solidFill>
                  <a:srgbClr val="1B55EB"/>
                </a:solidFill>
                <a:latin typeface="Source Code Pro"/>
                <a:ea typeface="Source Code Pro"/>
              </a:rPr>
              <a:t>system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GB" sz="1700" dirty="0" err="1">
                <a:solidFill>
                  <a:srgbClr val="666666"/>
                </a:solidFill>
                <a:latin typeface="Source Code Pro"/>
                <a:ea typeface="Source Code Pro"/>
              </a:rPr>
              <a:t>end_header_id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endParaRPr lang="en-US" sz="1700" dirty="0">
              <a:solidFill>
                <a:srgbClr val="00FDC8"/>
              </a:solidFill>
              <a:latin typeface="Source Code Pro"/>
              <a:ea typeface="Source Code Pro"/>
            </a:endParaRPr>
          </a:p>
          <a:p>
            <a:pPr marL="0" indent="0">
              <a:lnSpc>
                <a:spcPct val="114999"/>
              </a:lnSpc>
              <a:spcBef>
                <a:spcPts val="1200"/>
              </a:spcBef>
              <a:buNone/>
            </a:pPr>
            <a:r>
              <a:rPr lang="en-GB" sz="1700" dirty="0">
                <a:solidFill>
                  <a:srgbClr val="9325A5"/>
                </a:solidFill>
                <a:latin typeface="Source Code Pro"/>
                <a:ea typeface="Source Code Pro"/>
              </a:rPr>
              <a:t>You are an expert in baking.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GB" sz="1700" dirty="0" err="1">
                <a:solidFill>
                  <a:srgbClr val="666666"/>
                </a:solidFill>
                <a:latin typeface="Source Code Pro"/>
                <a:ea typeface="Source Code Pro"/>
              </a:rPr>
              <a:t>eot_id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endParaRPr lang="en-US" sz="1700" dirty="0">
              <a:solidFill>
                <a:srgbClr val="00FDC8"/>
              </a:solidFill>
              <a:latin typeface="Source Code Pro"/>
              <a:ea typeface="Source Code Pro"/>
            </a:endParaRPr>
          </a:p>
          <a:p>
            <a:pPr marL="0" indent="0">
              <a:lnSpc>
                <a:spcPct val="114999"/>
              </a:lnSpc>
              <a:spcBef>
                <a:spcPts val="1200"/>
              </a:spcBef>
              <a:buNone/>
            </a:pPr>
            <a:endParaRPr lang="en-GB" sz="1700" dirty="0">
              <a:solidFill>
                <a:srgbClr val="666666"/>
              </a:solidFill>
              <a:latin typeface="Source Code Pro"/>
              <a:ea typeface="Source Code Pro"/>
            </a:endParaRPr>
          </a:p>
          <a:p>
            <a:pPr marL="0" indent="0">
              <a:lnSpc>
                <a:spcPct val="114999"/>
              </a:lnSpc>
              <a:spcBef>
                <a:spcPts val="1200"/>
              </a:spcBef>
              <a:buNone/>
            </a:pP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GB" sz="1700" dirty="0" err="1">
                <a:solidFill>
                  <a:srgbClr val="666666"/>
                </a:solidFill>
                <a:latin typeface="Source Code Pro"/>
                <a:ea typeface="Source Code Pro"/>
              </a:rPr>
              <a:t>start_header_id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r>
              <a:rPr lang="en-GB" sz="1700" dirty="0">
                <a:solidFill>
                  <a:srgbClr val="1B55EB"/>
                </a:solidFill>
                <a:latin typeface="Source Code Pro"/>
                <a:ea typeface="Source Code Pro"/>
              </a:rPr>
              <a:t>user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GB" sz="1700" dirty="0" err="1">
                <a:solidFill>
                  <a:srgbClr val="666666"/>
                </a:solidFill>
                <a:latin typeface="Source Code Pro"/>
                <a:ea typeface="Source Code Pro"/>
              </a:rPr>
              <a:t>end_header_id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endParaRPr lang="en-US" sz="1700" dirty="0">
              <a:solidFill>
                <a:srgbClr val="00FDC8"/>
              </a:solidFill>
              <a:latin typeface="Source Code Pro"/>
              <a:ea typeface="Source Code Pro"/>
            </a:endParaRPr>
          </a:p>
          <a:p>
            <a:pPr marL="0" indent="0">
              <a:lnSpc>
                <a:spcPct val="114999"/>
              </a:lnSpc>
              <a:spcBef>
                <a:spcPts val="1200"/>
              </a:spcBef>
              <a:buNone/>
            </a:pPr>
            <a:r>
              <a:rPr lang="en-GB" sz="1700" dirty="0">
                <a:solidFill>
                  <a:srgbClr val="9325A5"/>
                </a:solidFill>
                <a:latin typeface="Source Code Pro"/>
                <a:ea typeface="Source Code Pro"/>
              </a:rPr>
              <a:t>Provide me a recipe for macarons.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GB" sz="1700" dirty="0" err="1">
                <a:solidFill>
                  <a:srgbClr val="666666"/>
                </a:solidFill>
                <a:latin typeface="Source Code Pro"/>
                <a:ea typeface="Source Code Pro"/>
              </a:rPr>
              <a:t>eot_id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endParaRPr lang="en-US" sz="1700" dirty="0">
              <a:solidFill>
                <a:srgbClr val="00FDC8"/>
              </a:solidFill>
              <a:latin typeface="Source Code Pro"/>
              <a:ea typeface="Source Code Pro"/>
            </a:endParaRPr>
          </a:p>
          <a:p>
            <a:pPr marL="0" indent="0">
              <a:lnSpc>
                <a:spcPct val="114999"/>
              </a:lnSpc>
              <a:spcBef>
                <a:spcPts val="1200"/>
              </a:spcBef>
              <a:buNone/>
            </a:pPr>
            <a:endParaRPr lang="en-GB" sz="1700" dirty="0">
              <a:solidFill>
                <a:srgbClr val="666666"/>
              </a:solidFill>
              <a:latin typeface="Source Code Pro"/>
              <a:ea typeface="Source Code Pro"/>
            </a:endParaRPr>
          </a:p>
          <a:p>
            <a:pPr marL="0" indent="0">
              <a:lnSpc>
                <a:spcPct val="114999"/>
              </a:lnSpc>
              <a:spcBef>
                <a:spcPts val="1200"/>
              </a:spcBef>
              <a:buNone/>
            </a:pP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GB" sz="1700" dirty="0" err="1">
                <a:solidFill>
                  <a:srgbClr val="666666"/>
                </a:solidFill>
                <a:latin typeface="Source Code Pro"/>
                <a:ea typeface="Source Code Pro"/>
              </a:rPr>
              <a:t>start_header_id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r>
              <a:rPr lang="en-GB" sz="1700" dirty="0">
                <a:solidFill>
                  <a:srgbClr val="1B55EB"/>
                </a:solidFill>
                <a:latin typeface="Source Code Pro"/>
                <a:ea typeface="Source Code Pro"/>
              </a:rPr>
              <a:t>assistant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GB" sz="1700" dirty="0" err="1">
                <a:solidFill>
                  <a:srgbClr val="666666"/>
                </a:solidFill>
                <a:latin typeface="Source Code Pro"/>
                <a:ea typeface="Source Code Pro"/>
              </a:rPr>
              <a:t>end_header_id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endParaRPr lang="en-US" sz="1700" dirty="0">
              <a:solidFill>
                <a:srgbClr val="00FDC8"/>
              </a:solidFill>
              <a:latin typeface="Source Code Pro"/>
              <a:ea typeface="Source Code Pro"/>
            </a:endParaRPr>
          </a:p>
          <a:p>
            <a:pPr marL="0" indent="0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 dirty="0">
                <a:solidFill>
                  <a:srgbClr val="9325A5"/>
                </a:solidFill>
                <a:latin typeface="Source Code Pro"/>
                <a:ea typeface="Source Code Pro"/>
              </a:rPr>
              <a:t>Certainly! Here is a recipe for macarons …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GB" sz="1700" dirty="0" err="1">
                <a:solidFill>
                  <a:srgbClr val="666666"/>
                </a:solidFill>
                <a:latin typeface="Source Code Pro"/>
                <a:ea typeface="Source Code Pro"/>
              </a:rPr>
              <a:t>eot_id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endParaRPr lang="en-GB" dirty="0"/>
          </a:p>
          <a:p>
            <a:pPr marL="0" indent="0">
              <a:buNone/>
            </a:pPr>
            <a:endParaRPr lang="en-GB" sz="900" dirty="0">
              <a:latin typeface="IBM Plex Mono"/>
            </a:endParaRPr>
          </a:p>
          <a:p>
            <a:pPr marL="0" indent="0">
              <a:buNone/>
            </a:pPr>
            <a:endParaRPr lang="en-GB" sz="900" dirty="0">
              <a:latin typeface="IBM Plex Mono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F4D4207-3E47-41C9-E3E9-4723E6872A8C}"/>
              </a:ext>
            </a:extLst>
          </p:cNvPr>
          <p:cNvSpPr/>
          <p:nvPr/>
        </p:nvSpPr>
        <p:spPr>
          <a:xfrm>
            <a:off x="6373090" y="1708728"/>
            <a:ext cx="2339877" cy="654241"/>
          </a:xfrm>
          <a:custGeom>
            <a:avLst/>
            <a:gdLst>
              <a:gd name="csX0" fmla="*/ 0 w 2339877"/>
              <a:gd name="csY0" fmla="*/ 327121 h 654241"/>
              <a:gd name="csX1" fmla="*/ 1169939 w 2339877"/>
              <a:gd name="csY1" fmla="*/ 0 h 654241"/>
              <a:gd name="csX2" fmla="*/ 2339878 w 2339877"/>
              <a:gd name="csY2" fmla="*/ 327121 h 654241"/>
              <a:gd name="csX3" fmla="*/ 1169939 w 2339877"/>
              <a:gd name="csY3" fmla="*/ 654242 h 654241"/>
              <a:gd name="csX4" fmla="*/ 0 w 2339877"/>
              <a:gd name="csY4" fmla="*/ 327121 h 6542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39877" h="654241" extrusionOk="0">
                <a:moveTo>
                  <a:pt x="0" y="327121"/>
                </a:moveTo>
                <a:cubicBezTo>
                  <a:pt x="-14328" y="101478"/>
                  <a:pt x="502679" y="1819"/>
                  <a:pt x="1169939" y="0"/>
                </a:cubicBezTo>
                <a:cubicBezTo>
                  <a:pt x="1813129" y="4109"/>
                  <a:pt x="2319162" y="124682"/>
                  <a:pt x="2339878" y="327121"/>
                </a:cubicBezTo>
                <a:cubicBezTo>
                  <a:pt x="2381087" y="577447"/>
                  <a:pt x="1916196" y="681226"/>
                  <a:pt x="1169939" y="654242"/>
                </a:cubicBezTo>
                <a:cubicBezTo>
                  <a:pt x="516356" y="659409"/>
                  <a:pt x="-32724" y="478340"/>
                  <a:pt x="0" y="327121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349921161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5680F01-F667-F8E0-8FFB-A1005D6A0A87}"/>
              </a:ext>
            </a:extLst>
          </p:cNvPr>
          <p:cNvSpPr/>
          <p:nvPr/>
        </p:nvSpPr>
        <p:spPr>
          <a:xfrm>
            <a:off x="5195454" y="3486728"/>
            <a:ext cx="1370059" cy="654241"/>
          </a:xfrm>
          <a:custGeom>
            <a:avLst/>
            <a:gdLst>
              <a:gd name="csX0" fmla="*/ 0 w 1370059"/>
              <a:gd name="csY0" fmla="*/ 327121 h 654241"/>
              <a:gd name="csX1" fmla="*/ 685030 w 1370059"/>
              <a:gd name="csY1" fmla="*/ 0 h 654241"/>
              <a:gd name="csX2" fmla="*/ 1370060 w 1370059"/>
              <a:gd name="csY2" fmla="*/ 327121 h 654241"/>
              <a:gd name="csX3" fmla="*/ 685030 w 1370059"/>
              <a:gd name="csY3" fmla="*/ 654242 h 654241"/>
              <a:gd name="csX4" fmla="*/ 0 w 1370059"/>
              <a:gd name="csY4" fmla="*/ 327121 h 6542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70059" h="654241" extrusionOk="0">
                <a:moveTo>
                  <a:pt x="0" y="327121"/>
                </a:moveTo>
                <a:cubicBezTo>
                  <a:pt x="-15708" y="97147"/>
                  <a:pt x="246192" y="5210"/>
                  <a:pt x="685030" y="0"/>
                </a:cubicBezTo>
                <a:cubicBezTo>
                  <a:pt x="1060413" y="4109"/>
                  <a:pt x="1349344" y="124682"/>
                  <a:pt x="1370060" y="327121"/>
                </a:cubicBezTo>
                <a:cubicBezTo>
                  <a:pt x="1396052" y="551723"/>
                  <a:pt x="1131503" y="672608"/>
                  <a:pt x="685030" y="654242"/>
                </a:cubicBezTo>
                <a:cubicBezTo>
                  <a:pt x="299254" y="659409"/>
                  <a:pt x="-32724" y="478340"/>
                  <a:pt x="0" y="327121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349921161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389C06C-0000-0390-295B-46B186E811C9}"/>
              </a:ext>
            </a:extLst>
          </p:cNvPr>
          <p:cNvSpPr/>
          <p:nvPr/>
        </p:nvSpPr>
        <p:spPr>
          <a:xfrm>
            <a:off x="4710544" y="2293697"/>
            <a:ext cx="1370059" cy="654241"/>
          </a:xfrm>
          <a:custGeom>
            <a:avLst/>
            <a:gdLst>
              <a:gd name="csX0" fmla="*/ 0 w 1370059"/>
              <a:gd name="csY0" fmla="*/ 327121 h 654241"/>
              <a:gd name="csX1" fmla="*/ 685030 w 1370059"/>
              <a:gd name="csY1" fmla="*/ 0 h 654241"/>
              <a:gd name="csX2" fmla="*/ 1370060 w 1370059"/>
              <a:gd name="csY2" fmla="*/ 327121 h 654241"/>
              <a:gd name="csX3" fmla="*/ 685030 w 1370059"/>
              <a:gd name="csY3" fmla="*/ 654242 h 654241"/>
              <a:gd name="csX4" fmla="*/ 0 w 1370059"/>
              <a:gd name="csY4" fmla="*/ 327121 h 6542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70059" h="654241" extrusionOk="0">
                <a:moveTo>
                  <a:pt x="0" y="327121"/>
                </a:moveTo>
                <a:cubicBezTo>
                  <a:pt x="-15708" y="97147"/>
                  <a:pt x="246192" y="5210"/>
                  <a:pt x="685030" y="0"/>
                </a:cubicBezTo>
                <a:cubicBezTo>
                  <a:pt x="1060413" y="4109"/>
                  <a:pt x="1349344" y="124682"/>
                  <a:pt x="1370060" y="327121"/>
                </a:cubicBezTo>
                <a:cubicBezTo>
                  <a:pt x="1396052" y="551723"/>
                  <a:pt x="1131503" y="672608"/>
                  <a:pt x="685030" y="654242"/>
                </a:cubicBezTo>
                <a:cubicBezTo>
                  <a:pt x="299254" y="659409"/>
                  <a:pt x="-32724" y="478340"/>
                  <a:pt x="0" y="327121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349921161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5D9235D-84C2-FCFD-81EA-F24A15883F78}"/>
              </a:ext>
            </a:extLst>
          </p:cNvPr>
          <p:cNvSpPr/>
          <p:nvPr/>
        </p:nvSpPr>
        <p:spPr>
          <a:xfrm>
            <a:off x="6334605" y="4826000"/>
            <a:ext cx="1370059" cy="654241"/>
          </a:xfrm>
          <a:custGeom>
            <a:avLst/>
            <a:gdLst>
              <a:gd name="csX0" fmla="*/ 0 w 1370059"/>
              <a:gd name="csY0" fmla="*/ 327121 h 654241"/>
              <a:gd name="csX1" fmla="*/ 685030 w 1370059"/>
              <a:gd name="csY1" fmla="*/ 0 h 654241"/>
              <a:gd name="csX2" fmla="*/ 1370060 w 1370059"/>
              <a:gd name="csY2" fmla="*/ 327121 h 654241"/>
              <a:gd name="csX3" fmla="*/ 685030 w 1370059"/>
              <a:gd name="csY3" fmla="*/ 654242 h 654241"/>
              <a:gd name="csX4" fmla="*/ 0 w 1370059"/>
              <a:gd name="csY4" fmla="*/ 327121 h 6542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70059" h="654241" extrusionOk="0">
                <a:moveTo>
                  <a:pt x="0" y="327121"/>
                </a:moveTo>
                <a:cubicBezTo>
                  <a:pt x="-15708" y="97147"/>
                  <a:pt x="246192" y="5210"/>
                  <a:pt x="685030" y="0"/>
                </a:cubicBezTo>
                <a:cubicBezTo>
                  <a:pt x="1060413" y="4109"/>
                  <a:pt x="1349344" y="124682"/>
                  <a:pt x="1370060" y="327121"/>
                </a:cubicBezTo>
                <a:cubicBezTo>
                  <a:pt x="1396052" y="551723"/>
                  <a:pt x="1131503" y="672608"/>
                  <a:pt x="685030" y="654242"/>
                </a:cubicBezTo>
                <a:cubicBezTo>
                  <a:pt x="299254" y="659409"/>
                  <a:pt x="-32724" y="478340"/>
                  <a:pt x="0" y="327121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349921161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9222960-5420-560F-2252-D0EBA9FC3BD0}"/>
              </a:ext>
            </a:extLst>
          </p:cNvPr>
          <p:cNvSpPr/>
          <p:nvPr/>
        </p:nvSpPr>
        <p:spPr>
          <a:xfrm>
            <a:off x="3086485" y="1685636"/>
            <a:ext cx="2493815" cy="661938"/>
          </a:xfrm>
          <a:custGeom>
            <a:avLst/>
            <a:gdLst>
              <a:gd name="csX0" fmla="*/ 0 w 2493815"/>
              <a:gd name="csY0" fmla="*/ 330969 h 661938"/>
              <a:gd name="csX1" fmla="*/ 1246908 w 2493815"/>
              <a:gd name="csY1" fmla="*/ 0 h 661938"/>
              <a:gd name="csX2" fmla="*/ 2493816 w 2493815"/>
              <a:gd name="csY2" fmla="*/ 330969 h 661938"/>
              <a:gd name="csX3" fmla="*/ 1246908 w 2493815"/>
              <a:gd name="csY3" fmla="*/ 661938 h 661938"/>
              <a:gd name="csX4" fmla="*/ 0 w 2493815"/>
              <a:gd name="csY4" fmla="*/ 330969 h 6619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493815" h="661938" extrusionOk="0">
                <a:moveTo>
                  <a:pt x="0" y="330969"/>
                </a:moveTo>
                <a:cubicBezTo>
                  <a:pt x="-33450" y="43177"/>
                  <a:pt x="406819" y="13040"/>
                  <a:pt x="1246908" y="0"/>
                </a:cubicBezTo>
                <a:cubicBezTo>
                  <a:pt x="1904874" y="42743"/>
                  <a:pt x="2466444" y="119409"/>
                  <a:pt x="2493816" y="330969"/>
                </a:cubicBezTo>
                <a:cubicBezTo>
                  <a:pt x="2552375" y="612748"/>
                  <a:pt x="2034624" y="688639"/>
                  <a:pt x="1246908" y="661938"/>
                </a:cubicBezTo>
                <a:cubicBezTo>
                  <a:pt x="547733" y="669245"/>
                  <a:pt x="-6237" y="508146"/>
                  <a:pt x="0" y="330969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349921161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BFDD5B3-ED7C-78CF-B2DD-FA596CD574A2}"/>
              </a:ext>
            </a:extLst>
          </p:cNvPr>
          <p:cNvSpPr/>
          <p:nvPr/>
        </p:nvSpPr>
        <p:spPr>
          <a:xfrm>
            <a:off x="838969" y="1685637"/>
            <a:ext cx="2339877" cy="654241"/>
          </a:xfrm>
          <a:custGeom>
            <a:avLst/>
            <a:gdLst>
              <a:gd name="csX0" fmla="*/ 0 w 2339877"/>
              <a:gd name="csY0" fmla="*/ 327121 h 654241"/>
              <a:gd name="csX1" fmla="*/ 1169939 w 2339877"/>
              <a:gd name="csY1" fmla="*/ 0 h 654241"/>
              <a:gd name="csX2" fmla="*/ 2339878 w 2339877"/>
              <a:gd name="csY2" fmla="*/ 327121 h 654241"/>
              <a:gd name="csX3" fmla="*/ 1169939 w 2339877"/>
              <a:gd name="csY3" fmla="*/ 654242 h 654241"/>
              <a:gd name="csX4" fmla="*/ 0 w 2339877"/>
              <a:gd name="csY4" fmla="*/ 327121 h 6542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39877" h="654241" extrusionOk="0">
                <a:moveTo>
                  <a:pt x="0" y="327121"/>
                </a:moveTo>
                <a:cubicBezTo>
                  <a:pt x="-14328" y="101478"/>
                  <a:pt x="502679" y="1819"/>
                  <a:pt x="1169939" y="0"/>
                </a:cubicBezTo>
                <a:cubicBezTo>
                  <a:pt x="1813129" y="4109"/>
                  <a:pt x="2319162" y="124682"/>
                  <a:pt x="2339878" y="327121"/>
                </a:cubicBezTo>
                <a:cubicBezTo>
                  <a:pt x="2381087" y="577447"/>
                  <a:pt x="1916196" y="681226"/>
                  <a:pt x="1169939" y="654242"/>
                </a:cubicBezTo>
                <a:cubicBezTo>
                  <a:pt x="516356" y="659409"/>
                  <a:pt x="-32724" y="478340"/>
                  <a:pt x="0" y="327121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349921161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7C592C4-BDB6-A00C-E2C2-4646B06C1C77}"/>
              </a:ext>
            </a:extLst>
          </p:cNvPr>
          <p:cNvSpPr/>
          <p:nvPr/>
        </p:nvSpPr>
        <p:spPr>
          <a:xfrm>
            <a:off x="877454" y="3001819"/>
            <a:ext cx="2539997" cy="700422"/>
          </a:xfrm>
          <a:custGeom>
            <a:avLst/>
            <a:gdLst>
              <a:gd name="csX0" fmla="*/ 0 w 2539997"/>
              <a:gd name="csY0" fmla="*/ 350211 h 700422"/>
              <a:gd name="csX1" fmla="*/ 1269999 w 2539997"/>
              <a:gd name="csY1" fmla="*/ 0 h 700422"/>
              <a:gd name="csX2" fmla="*/ 2539998 w 2539997"/>
              <a:gd name="csY2" fmla="*/ 350211 h 700422"/>
              <a:gd name="csX3" fmla="*/ 1269999 w 2539997"/>
              <a:gd name="csY3" fmla="*/ 700422 h 700422"/>
              <a:gd name="csX4" fmla="*/ 0 w 2539997"/>
              <a:gd name="csY4" fmla="*/ 350211 h 7004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39997" h="700422" extrusionOk="0">
                <a:moveTo>
                  <a:pt x="0" y="350211"/>
                </a:moveTo>
                <a:cubicBezTo>
                  <a:pt x="-14082" y="112589"/>
                  <a:pt x="491305" y="6655"/>
                  <a:pt x="1269999" y="0"/>
                </a:cubicBezTo>
                <a:cubicBezTo>
                  <a:pt x="1949888" y="29968"/>
                  <a:pt x="2514491" y="129984"/>
                  <a:pt x="2539998" y="350211"/>
                </a:cubicBezTo>
                <a:cubicBezTo>
                  <a:pt x="2601763" y="648037"/>
                  <a:pt x="2118805" y="740151"/>
                  <a:pt x="1269999" y="700422"/>
                </a:cubicBezTo>
                <a:cubicBezTo>
                  <a:pt x="532324" y="725599"/>
                  <a:pt x="-40837" y="506882"/>
                  <a:pt x="0" y="350211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349921161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2FDECB0-DD7F-CF54-549B-FA478E59A59F}"/>
              </a:ext>
            </a:extLst>
          </p:cNvPr>
          <p:cNvSpPr/>
          <p:nvPr/>
        </p:nvSpPr>
        <p:spPr>
          <a:xfrm>
            <a:off x="3871575" y="3017213"/>
            <a:ext cx="2255210" cy="700422"/>
          </a:xfrm>
          <a:custGeom>
            <a:avLst/>
            <a:gdLst>
              <a:gd name="csX0" fmla="*/ 0 w 2255210"/>
              <a:gd name="csY0" fmla="*/ 350211 h 700422"/>
              <a:gd name="csX1" fmla="*/ 1127605 w 2255210"/>
              <a:gd name="csY1" fmla="*/ 0 h 700422"/>
              <a:gd name="csX2" fmla="*/ 2255210 w 2255210"/>
              <a:gd name="csY2" fmla="*/ 350211 h 700422"/>
              <a:gd name="csX3" fmla="*/ 1127605 w 2255210"/>
              <a:gd name="csY3" fmla="*/ 700422 h 700422"/>
              <a:gd name="csX4" fmla="*/ 0 w 2255210"/>
              <a:gd name="csY4" fmla="*/ 350211 h 7004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55210" h="700422" extrusionOk="0">
                <a:moveTo>
                  <a:pt x="0" y="350211"/>
                </a:moveTo>
                <a:cubicBezTo>
                  <a:pt x="-4746" y="141898"/>
                  <a:pt x="412861" y="7920"/>
                  <a:pt x="1127605" y="0"/>
                </a:cubicBezTo>
                <a:cubicBezTo>
                  <a:pt x="1728852" y="29968"/>
                  <a:pt x="2229703" y="129984"/>
                  <a:pt x="2255210" y="350211"/>
                </a:cubicBezTo>
                <a:cubicBezTo>
                  <a:pt x="2320869" y="654619"/>
                  <a:pt x="1777635" y="707772"/>
                  <a:pt x="1127605" y="700422"/>
                </a:cubicBezTo>
                <a:cubicBezTo>
                  <a:pt x="468572" y="725599"/>
                  <a:pt x="-40837" y="506882"/>
                  <a:pt x="0" y="350211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349921161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6405785-CAEC-3131-A141-9F4EB96DB8F5}"/>
              </a:ext>
            </a:extLst>
          </p:cNvPr>
          <p:cNvSpPr/>
          <p:nvPr/>
        </p:nvSpPr>
        <p:spPr>
          <a:xfrm>
            <a:off x="892848" y="4318000"/>
            <a:ext cx="2555390" cy="700422"/>
          </a:xfrm>
          <a:custGeom>
            <a:avLst/>
            <a:gdLst>
              <a:gd name="csX0" fmla="*/ 0 w 2555390"/>
              <a:gd name="csY0" fmla="*/ 350211 h 700422"/>
              <a:gd name="csX1" fmla="*/ 1277695 w 2555390"/>
              <a:gd name="csY1" fmla="*/ 0 h 700422"/>
              <a:gd name="csX2" fmla="*/ 2555390 w 2555390"/>
              <a:gd name="csY2" fmla="*/ 350211 h 700422"/>
              <a:gd name="csX3" fmla="*/ 1277695 w 2555390"/>
              <a:gd name="csY3" fmla="*/ 700422 h 700422"/>
              <a:gd name="csX4" fmla="*/ 0 w 2555390"/>
              <a:gd name="csY4" fmla="*/ 350211 h 7004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55390" h="700422" extrusionOk="0">
                <a:moveTo>
                  <a:pt x="0" y="350211"/>
                </a:moveTo>
                <a:cubicBezTo>
                  <a:pt x="-7923" y="131923"/>
                  <a:pt x="481617" y="7786"/>
                  <a:pt x="1277695" y="0"/>
                </a:cubicBezTo>
                <a:cubicBezTo>
                  <a:pt x="1961834" y="29968"/>
                  <a:pt x="2529883" y="129984"/>
                  <a:pt x="2555390" y="350211"/>
                </a:cubicBezTo>
                <a:cubicBezTo>
                  <a:pt x="2599146" y="617593"/>
                  <a:pt x="2004882" y="706226"/>
                  <a:pt x="1277695" y="700422"/>
                </a:cubicBezTo>
                <a:cubicBezTo>
                  <a:pt x="535770" y="725599"/>
                  <a:pt x="-40837" y="506882"/>
                  <a:pt x="0" y="350211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349921161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80A20B4-3D66-6DB8-E9BD-B039C15B2888}"/>
              </a:ext>
            </a:extLst>
          </p:cNvPr>
          <p:cNvSpPr/>
          <p:nvPr/>
        </p:nvSpPr>
        <p:spPr>
          <a:xfrm>
            <a:off x="4471938" y="4356485"/>
            <a:ext cx="2355269" cy="761996"/>
          </a:xfrm>
          <a:custGeom>
            <a:avLst/>
            <a:gdLst>
              <a:gd name="csX0" fmla="*/ 0 w 2355269"/>
              <a:gd name="csY0" fmla="*/ 380998 h 761996"/>
              <a:gd name="csX1" fmla="*/ 1177635 w 2355269"/>
              <a:gd name="csY1" fmla="*/ 0 h 761996"/>
              <a:gd name="csX2" fmla="*/ 2355270 w 2355269"/>
              <a:gd name="csY2" fmla="*/ 380998 h 761996"/>
              <a:gd name="csX3" fmla="*/ 1177635 w 2355269"/>
              <a:gd name="csY3" fmla="*/ 761996 h 761996"/>
              <a:gd name="csX4" fmla="*/ 0 w 2355269"/>
              <a:gd name="csY4" fmla="*/ 380998 h 7619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55269" h="761996" extrusionOk="0">
                <a:moveTo>
                  <a:pt x="0" y="380998"/>
                </a:moveTo>
                <a:cubicBezTo>
                  <a:pt x="-42035" y="38626"/>
                  <a:pt x="437790" y="7702"/>
                  <a:pt x="1177635" y="0"/>
                </a:cubicBezTo>
                <a:cubicBezTo>
                  <a:pt x="1818343" y="13488"/>
                  <a:pt x="2341396" y="155996"/>
                  <a:pt x="2355270" y="380998"/>
                </a:cubicBezTo>
                <a:cubicBezTo>
                  <a:pt x="2422347" y="704805"/>
                  <a:pt x="1947541" y="794208"/>
                  <a:pt x="1177635" y="761996"/>
                </a:cubicBezTo>
                <a:cubicBezTo>
                  <a:pt x="496626" y="783248"/>
                  <a:pt x="-26847" y="567260"/>
                  <a:pt x="0" y="380998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349921161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E6B1F6-9BA8-C6D2-EDA9-BB400380A643}"/>
              </a:ext>
            </a:extLst>
          </p:cNvPr>
          <p:cNvSpPr txBox="1"/>
          <p:nvPr/>
        </p:nvSpPr>
        <p:spPr>
          <a:xfrm>
            <a:off x="7704666" y="3294303"/>
            <a:ext cx="343284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special tokens</a:t>
            </a:r>
          </a:p>
        </p:txBody>
      </p:sp>
    </p:spTree>
    <p:extLst>
      <p:ext uri="{BB962C8B-B14F-4D97-AF65-F5344CB8AC3E}">
        <p14:creationId xmlns:p14="http://schemas.microsoft.com/office/powerpoint/2010/main" val="3976156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DFC20-C59B-41D6-68AD-1540FFC43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EAA1E-A777-8CAB-4628-80086C03E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Instruction tuning</a:t>
            </a:r>
            <a:endParaRPr lang="en-US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805AE-B7E0-24C4-B1B5-46870D074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4999"/>
              </a:lnSpc>
              <a:spcBef>
                <a:spcPts val="0"/>
              </a:spcBef>
              <a:buNone/>
            </a:pP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GB" sz="1700" dirty="0" err="1">
                <a:solidFill>
                  <a:srgbClr val="666666"/>
                </a:solidFill>
                <a:latin typeface="Source Code Pro"/>
                <a:ea typeface="Source Code Pro"/>
              </a:rPr>
              <a:t>begin_of_text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|&gt;&lt;|</a:t>
            </a:r>
            <a:r>
              <a:rPr lang="en-GB" sz="1700" dirty="0" err="1">
                <a:solidFill>
                  <a:srgbClr val="666666"/>
                </a:solidFill>
                <a:latin typeface="Source Code Pro"/>
                <a:ea typeface="Source Code Pro"/>
              </a:rPr>
              <a:t>start_header_id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r>
              <a:rPr lang="en-GB" sz="1700" dirty="0">
                <a:solidFill>
                  <a:srgbClr val="1B55EB"/>
                </a:solidFill>
                <a:latin typeface="Source Code Pro"/>
                <a:ea typeface="Source Code Pro"/>
              </a:rPr>
              <a:t>system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GB" sz="1700" dirty="0" err="1">
                <a:solidFill>
                  <a:srgbClr val="666666"/>
                </a:solidFill>
                <a:latin typeface="Source Code Pro"/>
                <a:ea typeface="Source Code Pro"/>
              </a:rPr>
              <a:t>end_header_id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endParaRPr lang="en-US" sz="1700" dirty="0">
              <a:solidFill>
                <a:srgbClr val="00FDC8"/>
              </a:solidFill>
              <a:latin typeface="Source Code Pro"/>
              <a:ea typeface="Source Code Pro"/>
            </a:endParaRPr>
          </a:p>
          <a:p>
            <a:pPr marL="0" indent="0">
              <a:lnSpc>
                <a:spcPct val="114999"/>
              </a:lnSpc>
              <a:spcBef>
                <a:spcPts val="1200"/>
              </a:spcBef>
              <a:buNone/>
            </a:pPr>
            <a:r>
              <a:rPr lang="en-GB" sz="1700" dirty="0">
                <a:solidFill>
                  <a:srgbClr val="9325A5"/>
                </a:solidFill>
                <a:latin typeface="Source Code Pro"/>
                <a:ea typeface="Source Code Pro"/>
              </a:rPr>
              <a:t>You are an expert in baking.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GB" sz="1700" dirty="0" err="1">
                <a:solidFill>
                  <a:srgbClr val="666666"/>
                </a:solidFill>
                <a:latin typeface="Source Code Pro"/>
                <a:ea typeface="Source Code Pro"/>
              </a:rPr>
              <a:t>eot_id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endParaRPr lang="en-US" sz="1700" dirty="0">
              <a:solidFill>
                <a:srgbClr val="00FDC8"/>
              </a:solidFill>
              <a:latin typeface="Source Code Pro"/>
              <a:ea typeface="Source Code Pro"/>
            </a:endParaRPr>
          </a:p>
          <a:p>
            <a:pPr marL="0" indent="0">
              <a:lnSpc>
                <a:spcPct val="114999"/>
              </a:lnSpc>
              <a:spcBef>
                <a:spcPts val="1200"/>
              </a:spcBef>
              <a:buNone/>
            </a:pPr>
            <a:endParaRPr lang="en-GB" sz="1700" dirty="0">
              <a:solidFill>
                <a:srgbClr val="666666"/>
              </a:solidFill>
              <a:latin typeface="Source Code Pro"/>
              <a:ea typeface="Source Code Pro"/>
            </a:endParaRPr>
          </a:p>
          <a:p>
            <a:pPr marL="0" indent="0">
              <a:lnSpc>
                <a:spcPct val="114999"/>
              </a:lnSpc>
              <a:spcBef>
                <a:spcPts val="1200"/>
              </a:spcBef>
              <a:buNone/>
            </a:pP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GB" sz="1700" dirty="0" err="1">
                <a:solidFill>
                  <a:srgbClr val="666666"/>
                </a:solidFill>
                <a:latin typeface="Source Code Pro"/>
                <a:ea typeface="Source Code Pro"/>
              </a:rPr>
              <a:t>start_header_id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r>
              <a:rPr lang="en-GB" sz="1700" dirty="0">
                <a:solidFill>
                  <a:srgbClr val="1B55EB"/>
                </a:solidFill>
                <a:latin typeface="Source Code Pro"/>
                <a:ea typeface="Source Code Pro"/>
              </a:rPr>
              <a:t>user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GB" sz="1700" dirty="0" err="1">
                <a:solidFill>
                  <a:srgbClr val="666666"/>
                </a:solidFill>
                <a:latin typeface="Source Code Pro"/>
                <a:ea typeface="Source Code Pro"/>
              </a:rPr>
              <a:t>end_header_id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endParaRPr lang="en-US" sz="1700" dirty="0">
              <a:solidFill>
                <a:srgbClr val="00FDC8"/>
              </a:solidFill>
              <a:latin typeface="Source Code Pro"/>
              <a:ea typeface="Source Code Pro"/>
            </a:endParaRPr>
          </a:p>
          <a:p>
            <a:pPr marL="0" indent="0">
              <a:lnSpc>
                <a:spcPct val="114999"/>
              </a:lnSpc>
              <a:spcBef>
                <a:spcPts val="1200"/>
              </a:spcBef>
              <a:buNone/>
            </a:pPr>
            <a:r>
              <a:rPr lang="en-GB" sz="1700" dirty="0">
                <a:solidFill>
                  <a:srgbClr val="9325A5"/>
                </a:solidFill>
                <a:latin typeface="Source Code Pro"/>
                <a:ea typeface="Source Code Pro"/>
              </a:rPr>
              <a:t>Provide me a recipe for macarons.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GB" sz="1700" dirty="0" err="1">
                <a:solidFill>
                  <a:srgbClr val="666666"/>
                </a:solidFill>
                <a:latin typeface="Source Code Pro"/>
                <a:ea typeface="Source Code Pro"/>
              </a:rPr>
              <a:t>eot_id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endParaRPr lang="en-US" sz="1700" dirty="0">
              <a:solidFill>
                <a:srgbClr val="00FDC8"/>
              </a:solidFill>
              <a:latin typeface="Source Code Pro"/>
              <a:ea typeface="Source Code Pro"/>
            </a:endParaRPr>
          </a:p>
          <a:p>
            <a:pPr marL="0" indent="0">
              <a:lnSpc>
                <a:spcPct val="114999"/>
              </a:lnSpc>
              <a:spcBef>
                <a:spcPts val="1200"/>
              </a:spcBef>
              <a:buNone/>
            </a:pPr>
            <a:endParaRPr lang="en-GB" sz="1700" dirty="0">
              <a:solidFill>
                <a:srgbClr val="666666"/>
              </a:solidFill>
              <a:latin typeface="Source Code Pro"/>
              <a:ea typeface="Source Code Pro"/>
            </a:endParaRPr>
          </a:p>
          <a:p>
            <a:pPr marL="0" indent="0">
              <a:lnSpc>
                <a:spcPct val="114999"/>
              </a:lnSpc>
              <a:spcBef>
                <a:spcPts val="1200"/>
              </a:spcBef>
              <a:buNone/>
            </a:pP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GB" sz="1700" dirty="0" err="1">
                <a:solidFill>
                  <a:srgbClr val="666666"/>
                </a:solidFill>
                <a:latin typeface="Source Code Pro"/>
                <a:ea typeface="Source Code Pro"/>
              </a:rPr>
              <a:t>start_header_id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r>
              <a:rPr lang="en-GB" sz="1700" dirty="0">
                <a:solidFill>
                  <a:srgbClr val="1B55EB"/>
                </a:solidFill>
                <a:latin typeface="Source Code Pro"/>
                <a:ea typeface="Source Code Pro"/>
              </a:rPr>
              <a:t>assistant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GB" sz="1700" dirty="0" err="1">
                <a:solidFill>
                  <a:srgbClr val="666666"/>
                </a:solidFill>
                <a:latin typeface="Source Code Pro"/>
                <a:ea typeface="Source Code Pro"/>
              </a:rPr>
              <a:t>end_header_id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endParaRPr lang="en-US" sz="1700" dirty="0">
              <a:solidFill>
                <a:srgbClr val="00FDC8"/>
              </a:solidFill>
              <a:latin typeface="Source Code Pro"/>
              <a:ea typeface="Source Code Pro"/>
            </a:endParaRPr>
          </a:p>
          <a:p>
            <a:pPr marL="0" indent="0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 dirty="0">
                <a:solidFill>
                  <a:srgbClr val="9325A5"/>
                </a:solidFill>
                <a:latin typeface="Source Code Pro"/>
                <a:ea typeface="Source Code Pro"/>
              </a:rPr>
              <a:t>Certainly! Here is a recipe for macarons …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GB" sz="1700" dirty="0" err="1">
                <a:solidFill>
                  <a:srgbClr val="666666"/>
                </a:solidFill>
                <a:latin typeface="Source Code Pro"/>
                <a:ea typeface="Source Code Pro"/>
              </a:rPr>
              <a:t>eot_id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endParaRPr lang="en-GB" dirty="0"/>
          </a:p>
          <a:p>
            <a:pPr marL="0" indent="0">
              <a:buNone/>
            </a:pPr>
            <a:endParaRPr lang="en-GB" sz="900" dirty="0">
              <a:latin typeface="IBM Plex Mono"/>
            </a:endParaRPr>
          </a:p>
          <a:p>
            <a:pPr marL="0" indent="0">
              <a:buNone/>
            </a:pPr>
            <a:endParaRPr lang="en-GB" sz="900" dirty="0">
              <a:latin typeface="IBM Plex Mon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54B9F3-FEB3-C32D-B278-29497148BAD8}"/>
              </a:ext>
            </a:extLst>
          </p:cNvPr>
          <p:cNvSpPr txBox="1"/>
          <p:nvPr/>
        </p:nvSpPr>
        <p:spPr>
          <a:xfrm>
            <a:off x="8643696" y="3294302"/>
            <a:ext cx="112375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role</a:t>
            </a:r>
            <a:endParaRPr lang="en-US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39153F8-4457-6BD2-0D36-0896EABC4121}"/>
              </a:ext>
            </a:extLst>
          </p:cNvPr>
          <p:cNvSpPr/>
          <p:nvPr/>
        </p:nvSpPr>
        <p:spPr>
          <a:xfrm>
            <a:off x="5441757" y="1762606"/>
            <a:ext cx="1062181" cy="592666"/>
          </a:xfrm>
          <a:custGeom>
            <a:avLst/>
            <a:gdLst>
              <a:gd name="csX0" fmla="*/ 0 w 1062181"/>
              <a:gd name="csY0" fmla="*/ 296333 h 592666"/>
              <a:gd name="csX1" fmla="*/ 531091 w 1062181"/>
              <a:gd name="csY1" fmla="*/ 0 h 592666"/>
              <a:gd name="csX2" fmla="*/ 1062182 w 1062181"/>
              <a:gd name="csY2" fmla="*/ 296333 h 592666"/>
              <a:gd name="csX3" fmla="*/ 531091 w 1062181"/>
              <a:gd name="csY3" fmla="*/ 592666 h 592666"/>
              <a:gd name="csX4" fmla="*/ 0 w 1062181"/>
              <a:gd name="csY4" fmla="*/ 296333 h 5926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62181" h="592666" extrusionOk="0">
                <a:moveTo>
                  <a:pt x="0" y="296333"/>
                </a:moveTo>
                <a:cubicBezTo>
                  <a:pt x="-7844" y="108050"/>
                  <a:pt x="217113" y="1779"/>
                  <a:pt x="531091" y="0"/>
                </a:cubicBezTo>
                <a:cubicBezTo>
                  <a:pt x="815437" y="12492"/>
                  <a:pt x="1041465" y="110896"/>
                  <a:pt x="1062182" y="296333"/>
                </a:cubicBezTo>
                <a:cubicBezTo>
                  <a:pt x="1075449" y="482420"/>
                  <a:pt x="835636" y="595693"/>
                  <a:pt x="531091" y="592666"/>
                </a:cubicBezTo>
                <a:cubicBezTo>
                  <a:pt x="207623" y="613596"/>
                  <a:pt x="-19889" y="442097"/>
                  <a:pt x="0" y="296333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49921161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1B94677-CD84-1383-C609-6BCE2E13C11B}"/>
              </a:ext>
            </a:extLst>
          </p:cNvPr>
          <p:cNvSpPr/>
          <p:nvPr/>
        </p:nvSpPr>
        <p:spPr>
          <a:xfrm>
            <a:off x="3300460" y="3161914"/>
            <a:ext cx="754303" cy="469515"/>
          </a:xfrm>
          <a:custGeom>
            <a:avLst/>
            <a:gdLst>
              <a:gd name="csX0" fmla="*/ 0 w 754303"/>
              <a:gd name="csY0" fmla="*/ 234758 h 469515"/>
              <a:gd name="csX1" fmla="*/ 377152 w 754303"/>
              <a:gd name="csY1" fmla="*/ 0 h 469515"/>
              <a:gd name="csX2" fmla="*/ 754304 w 754303"/>
              <a:gd name="csY2" fmla="*/ 234758 h 469515"/>
              <a:gd name="csX3" fmla="*/ 377152 w 754303"/>
              <a:gd name="csY3" fmla="*/ 469516 h 469515"/>
              <a:gd name="csX4" fmla="*/ 0 w 754303"/>
              <a:gd name="csY4" fmla="*/ 234758 h 4695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54303" h="469515" extrusionOk="0">
                <a:moveTo>
                  <a:pt x="0" y="234758"/>
                </a:moveTo>
                <a:cubicBezTo>
                  <a:pt x="-16189" y="54286"/>
                  <a:pt x="110711" y="5007"/>
                  <a:pt x="377152" y="0"/>
                </a:cubicBezTo>
                <a:cubicBezTo>
                  <a:pt x="575281" y="14162"/>
                  <a:pt x="734498" y="84286"/>
                  <a:pt x="754304" y="234758"/>
                </a:cubicBezTo>
                <a:cubicBezTo>
                  <a:pt x="778862" y="405924"/>
                  <a:pt x="620370" y="478929"/>
                  <a:pt x="377152" y="469516"/>
                </a:cubicBezTo>
                <a:cubicBezTo>
                  <a:pt x="154922" y="479188"/>
                  <a:pt x="-24728" y="342161"/>
                  <a:pt x="0" y="234758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49921161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807FB0B-1F99-27E8-0C2A-383CEA095050}"/>
              </a:ext>
            </a:extLst>
          </p:cNvPr>
          <p:cNvSpPr/>
          <p:nvPr/>
        </p:nvSpPr>
        <p:spPr>
          <a:xfrm>
            <a:off x="3300460" y="4408824"/>
            <a:ext cx="1293090" cy="592666"/>
          </a:xfrm>
          <a:custGeom>
            <a:avLst/>
            <a:gdLst>
              <a:gd name="csX0" fmla="*/ 0 w 1293090"/>
              <a:gd name="csY0" fmla="*/ 296333 h 592666"/>
              <a:gd name="csX1" fmla="*/ 646545 w 1293090"/>
              <a:gd name="csY1" fmla="*/ 0 h 592666"/>
              <a:gd name="csX2" fmla="*/ 1293090 w 1293090"/>
              <a:gd name="csY2" fmla="*/ 296333 h 592666"/>
              <a:gd name="csX3" fmla="*/ 646545 w 1293090"/>
              <a:gd name="csY3" fmla="*/ 592666 h 592666"/>
              <a:gd name="csX4" fmla="*/ 0 w 1293090"/>
              <a:gd name="csY4" fmla="*/ 296333 h 5926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93090" h="592666" extrusionOk="0">
                <a:moveTo>
                  <a:pt x="0" y="296333"/>
                </a:moveTo>
                <a:cubicBezTo>
                  <a:pt x="-5973" y="113924"/>
                  <a:pt x="267849" y="1861"/>
                  <a:pt x="646545" y="0"/>
                </a:cubicBezTo>
                <a:cubicBezTo>
                  <a:pt x="994655" y="12492"/>
                  <a:pt x="1272373" y="110896"/>
                  <a:pt x="1293090" y="296333"/>
                </a:cubicBezTo>
                <a:cubicBezTo>
                  <a:pt x="1313348" y="494238"/>
                  <a:pt x="1011811" y="594873"/>
                  <a:pt x="646545" y="592666"/>
                </a:cubicBezTo>
                <a:cubicBezTo>
                  <a:pt x="259313" y="613596"/>
                  <a:pt x="-19889" y="442097"/>
                  <a:pt x="0" y="296333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49921161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061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 animBg="1"/>
      <p:bldP spid="18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1D510-5029-A7C2-7889-4D93E1869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Instruction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0B49-B1EB-192B-33AD-FB721B872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We can structure our data as a </a:t>
            </a:r>
            <a:r>
              <a:rPr lang="en-GB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jsonl</a:t>
            </a:r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file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18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0000"/>
                </a:solidFill>
                <a:latin typeface="Consolas"/>
              </a:rPr>
              <a:t>    "messages":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0000"/>
                </a:solidFill>
                <a:latin typeface="Consolas"/>
              </a:rPr>
              <a:t>        [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0000"/>
                </a:solidFill>
                <a:latin typeface="Consolas"/>
              </a:rPr>
              <a:t>            {"role": "system", "content": "You are an expert in baking."},</a:t>
            </a:r>
            <a:endParaRPr lang="en-GB" sz="1800" dirty="0">
              <a:latin typeface="Consolas"/>
            </a:endParaRPr>
          </a:p>
          <a:p>
            <a:pPr marL="0" indent="0">
              <a:buNone/>
            </a:pPr>
            <a:r>
              <a:rPr lang="en-GB" sz="1800" dirty="0">
                <a:solidFill>
                  <a:srgbClr val="000000"/>
                </a:solidFill>
                <a:latin typeface="Consolas"/>
              </a:rPr>
              <a:t>            {"role": "user", "content": "Provide me a recipe for macarons."},</a:t>
            </a:r>
          </a:p>
          <a:p>
            <a:pPr marL="1543050" indent="-1543050">
              <a:buNone/>
            </a:pPr>
            <a:r>
              <a:rPr lang="en-GB" sz="1800" dirty="0">
                <a:solidFill>
                  <a:srgbClr val="000000"/>
                </a:solidFill>
                <a:latin typeface="Consolas"/>
              </a:rPr>
              <a:t>            {"role": "assistant", "content": "Certainly! Here is a recipe for macarons. ..."}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0000"/>
                </a:solidFill>
                <a:latin typeface="Consolas"/>
              </a:rPr>
              <a:t>        ]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0000"/>
                </a:solidFill>
                <a:latin typeface="Consolas"/>
              </a:rPr>
              <a:t>}</a:t>
            </a:r>
            <a:endParaRPr lang="en-GB" sz="1800" dirty="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26570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ABFD0-07E4-B3F7-F1F1-CB37D83C9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Instruction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7CB60-43E9-83DB-A32C-EC72F3CAC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4999"/>
              </a:lnSpc>
              <a:spcBef>
                <a:spcPts val="0"/>
              </a:spcBef>
              <a:buNone/>
            </a:pP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GB" sz="1700" dirty="0" err="1">
                <a:solidFill>
                  <a:srgbClr val="666666"/>
                </a:solidFill>
                <a:latin typeface="Source Code Pro"/>
                <a:ea typeface="Source Code Pro"/>
              </a:rPr>
              <a:t>begin_of_text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|&gt;&lt;|</a:t>
            </a:r>
            <a:r>
              <a:rPr lang="en-GB" sz="1700" dirty="0" err="1">
                <a:solidFill>
                  <a:srgbClr val="666666"/>
                </a:solidFill>
                <a:latin typeface="Source Code Pro"/>
                <a:ea typeface="Source Code Pro"/>
              </a:rPr>
              <a:t>start_header_id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r>
              <a:rPr lang="en-GB" sz="1700" dirty="0">
                <a:solidFill>
                  <a:srgbClr val="1B55EB"/>
                </a:solidFill>
                <a:latin typeface="Source Code Pro"/>
                <a:ea typeface="Source Code Pro"/>
              </a:rPr>
              <a:t>system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GB" sz="1700" dirty="0" err="1">
                <a:solidFill>
                  <a:srgbClr val="666666"/>
                </a:solidFill>
                <a:latin typeface="Source Code Pro"/>
                <a:ea typeface="Source Code Pro"/>
              </a:rPr>
              <a:t>end_header_id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endParaRPr lang="en-US" sz="1700" dirty="0">
              <a:latin typeface="Source Code Pro"/>
              <a:ea typeface="Source Code Pro"/>
            </a:endParaRPr>
          </a:p>
          <a:p>
            <a:pPr marL="0" indent="0">
              <a:lnSpc>
                <a:spcPct val="114999"/>
              </a:lnSpc>
              <a:spcBef>
                <a:spcPts val="1200"/>
              </a:spcBef>
              <a:buNone/>
            </a:pPr>
            <a:r>
              <a:rPr lang="en-GB" sz="1700" dirty="0">
                <a:solidFill>
                  <a:srgbClr val="9325A5"/>
                </a:solidFill>
                <a:latin typeface="Source Code Pro"/>
                <a:ea typeface="Source Code Pro"/>
              </a:rPr>
              <a:t>You are an expert in baking.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GB" sz="1700" dirty="0" err="1">
                <a:solidFill>
                  <a:srgbClr val="666666"/>
                </a:solidFill>
                <a:latin typeface="Source Code Pro"/>
                <a:ea typeface="Source Code Pro"/>
              </a:rPr>
              <a:t>eot_id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endParaRPr lang="en-US" sz="1700" dirty="0">
              <a:latin typeface="Source Code Pro"/>
              <a:ea typeface="Source Code Pro"/>
            </a:endParaRPr>
          </a:p>
          <a:p>
            <a:pPr marL="0" indent="0">
              <a:lnSpc>
                <a:spcPct val="114999"/>
              </a:lnSpc>
              <a:spcBef>
                <a:spcPts val="1200"/>
              </a:spcBef>
              <a:buNone/>
            </a:pPr>
            <a:endParaRPr lang="en-GB" sz="1700" dirty="0">
              <a:latin typeface="Source Code Pro"/>
              <a:ea typeface="Source Code Pro"/>
            </a:endParaRPr>
          </a:p>
          <a:p>
            <a:pPr marL="0" indent="0">
              <a:lnSpc>
                <a:spcPct val="114999"/>
              </a:lnSpc>
              <a:spcBef>
                <a:spcPts val="1200"/>
              </a:spcBef>
              <a:buNone/>
            </a:pP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GB" sz="1700" dirty="0" err="1">
                <a:solidFill>
                  <a:srgbClr val="666666"/>
                </a:solidFill>
                <a:latin typeface="Source Code Pro"/>
                <a:ea typeface="Source Code Pro"/>
              </a:rPr>
              <a:t>start_header_id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r>
              <a:rPr lang="en-GB" sz="1700" dirty="0">
                <a:solidFill>
                  <a:srgbClr val="1B55EB"/>
                </a:solidFill>
                <a:latin typeface="Source Code Pro"/>
                <a:ea typeface="Source Code Pro"/>
              </a:rPr>
              <a:t>user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GB" sz="1700" dirty="0" err="1">
                <a:solidFill>
                  <a:srgbClr val="666666"/>
                </a:solidFill>
                <a:latin typeface="Source Code Pro"/>
                <a:ea typeface="Source Code Pro"/>
              </a:rPr>
              <a:t>end_header_id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endParaRPr lang="en-US" sz="1700" dirty="0">
              <a:latin typeface="Source Code Pro"/>
              <a:ea typeface="Source Code Pro"/>
            </a:endParaRPr>
          </a:p>
          <a:p>
            <a:pPr marL="0" indent="0">
              <a:lnSpc>
                <a:spcPct val="114999"/>
              </a:lnSpc>
              <a:spcBef>
                <a:spcPts val="1200"/>
              </a:spcBef>
              <a:buNone/>
            </a:pPr>
            <a:r>
              <a:rPr lang="en-US" sz="1700" dirty="0">
                <a:solidFill>
                  <a:srgbClr val="9325A5"/>
                </a:solidFill>
                <a:latin typeface="Source Code Pro"/>
                <a:ea typeface="Source Code Pro"/>
              </a:rPr>
              <a:t>Provide</a:t>
            </a:r>
            <a:r>
              <a:rPr lang="en-GB" sz="1700" dirty="0">
                <a:solidFill>
                  <a:srgbClr val="9325A5"/>
                </a:solidFill>
                <a:latin typeface="Source Code Pro"/>
                <a:ea typeface="Source Code Pro"/>
              </a:rPr>
              <a:t> me a recipe for macarons.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GB" sz="1700" dirty="0" err="1">
                <a:solidFill>
                  <a:srgbClr val="666666"/>
                </a:solidFill>
                <a:latin typeface="Source Code Pro"/>
                <a:ea typeface="Source Code Pro"/>
              </a:rPr>
              <a:t>eot_id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endParaRPr lang="en-US" sz="1700" dirty="0">
              <a:latin typeface="Source Code Pro"/>
              <a:ea typeface="Source Code Pro"/>
            </a:endParaRPr>
          </a:p>
          <a:p>
            <a:pPr marL="0" indent="0">
              <a:lnSpc>
                <a:spcPct val="114999"/>
              </a:lnSpc>
              <a:spcBef>
                <a:spcPts val="1200"/>
              </a:spcBef>
              <a:buNone/>
            </a:pPr>
            <a:endParaRPr lang="en-GB" sz="1700" dirty="0">
              <a:latin typeface="Source Code Pro"/>
              <a:ea typeface="Source Code Pro"/>
            </a:endParaRPr>
          </a:p>
          <a:p>
            <a:pPr marL="0" indent="0">
              <a:lnSpc>
                <a:spcPct val="114999"/>
              </a:lnSpc>
              <a:spcBef>
                <a:spcPts val="1200"/>
              </a:spcBef>
              <a:buNone/>
            </a:pP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GB" sz="1700" dirty="0" err="1">
                <a:solidFill>
                  <a:srgbClr val="666666"/>
                </a:solidFill>
                <a:latin typeface="Source Code Pro"/>
                <a:ea typeface="Source Code Pro"/>
              </a:rPr>
              <a:t>start_header_id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r>
              <a:rPr lang="en-GB" sz="1700" dirty="0">
                <a:solidFill>
                  <a:srgbClr val="1B55EB"/>
                </a:solidFill>
                <a:latin typeface="Source Code Pro"/>
                <a:ea typeface="Source Code Pro"/>
              </a:rPr>
              <a:t>assistant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GB" sz="1700" dirty="0" err="1">
                <a:solidFill>
                  <a:srgbClr val="666666"/>
                </a:solidFill>
                <a:latin typeface="Source Code Pro"/>
                <a:ea typeface="Source Code Pro"/>
              </a:rPr>
              <a:t>end_header_id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</a:p>
          <a:p>
            <a:pPr marL="0" indent="0">
              <a:lnSpc>
                <a:spcPct val="114999"/>
              </a:lnSpc>
              <a:spcBef>
                <a:spcPts val="1200"/>
              </a:spcBef>
              <a:buNone/>
            </a:pPr>
            <a:endParaRPr lang="en-GB" sz="1700" dirty="0">
              <a:solidFill>
                <a:srgbClr val="666666"/>
              </a:solidFill>
              <a:latin typeface="Source Code Pro"/>
              <a:ea typeface="Source Code Pro"/>
            </a:endParaRPr>
          </a:p>
          <a:p>
            <a:pPr marL="0" indent="0">
              <a:lnSpc>
                <a:spcPct val="114999"/>
              </a:lnSpc>
              <a:spcBef>
                <a:spcPts val="1200"/>
              </a:spcBef>
              <a:buNone/>
            </a:pP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START GENERATING...until we hit &lt;|</a:t>
            </a:r>
            <a:r>
              <a:rPr lang="en-GB" sz="1700" dirty="0" err="1">
                <a:solidFill>
                  <a:srgbClr val="666666"/>
                </a:solidFill>
                <a:latin typeface="Source Code Pro"/>
                <a:ea typeface="Source Code Pro"/>
              </a:rPr>
              <a:t>eot_id</a:t>
            </a:r>
            <a:r>
              <a:rPr lang="en-GB" sz="1700" dirty="0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B83CE-0B90-B191-1D1E-42EDFB477CB1}"/>
              </a:ext>
            </a:extLst>
          </p:cNvPr>
          <p:cNvSpPr/>
          <p:nvPr/>
        </p:nvSpPr>
        <p:spPr>
          <a:xfrm>
            <a:off x="838969" y="1693333"/>
            <a:ext cx="8328121" cy="3463636"/>
          </a:xfrm>
          <a:prstGeom prst="rect">
            <a:avLst/>
          </a:prstGeom>
          <a:noFill/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30A41-D83E-514C-328D-9FDA44208459}"/>
              </a:ext>
            </a:extLst>
          </p:cNvPr>
          <p:cNvSpPr/>
          <p:nvPr/>
        </p:nvSpPr>
        <p:spPr>
          <a:xfrm>
            <a:off x="838969" y="5156969"/>
            <a:ext cx="8328121" cy="885152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694644-5CF9-5C0A-18B5-140F5E129B43}"/>
              </a:ext>
            </a:extLst>
          </p:cNvPr>
          <p:cNvSpPr txBox="1"/>
          <p:nvPr/>
        </p:nvSpPr>
        <p:spPr>
          <a:xfrm>
            <a:off x="9407071" y="3246664"/>
            <a:ext cx="19458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input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AFFDD9-C3A7-21A1-CAFA-2F2B99503423}"/>
              </a:ext>
            </a:extLst>
          </p:cNvPr>
          <p:cNvSpPr txBox="1"/>
          <p:nvPr/>
        </p:nvSpPr>
        <p:spPr>
          <a:xfrm>
            <a:off x="9407070" y="5418364"/>
            <a:ext cx="19458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generation</a:t>
            </a:r>
            <a:endParaRPr lang="en-US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932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D401E-6F1D-0D28-B8FE-81EA85AE3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Instruction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C781F-9E2A-F6E6-5D38-F834036A3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Still next token generation</a:t>
            </a:r>
          </a:p>
          <a:p>
            <a:pPr marL="0" indent="0">
              <a:buNone/>
            </a:pPr>
            <a:endParaRPr lang="en-GB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marL="0" indent="0">
              <a:buNone/>
            </a:pPr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This "template" is very important</a:t>
            </a:r>
          </a:p>
          <a:p>
            <a:pPr marL="0" indent="0">
              <a:buNone/>
            </a:pPr>
            <a:endParaRPr lang="en-GB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marL="0" indent="0">
              <a:buNone/>
            </a:pPr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Deviate from the template during inference, and you'll get poor results</a:t>
            </a:r>
          </a:p>
          <a:p>
            <a:pPr marL="0" indent="0">
              <a:buNone/>
            </a:pPr>
            <a:endParaRPr lang="en-GB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marL="0" indent="0">
              <a:buNone/>
            </a:pPr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The pattern is also important (system, user, assistant, user, assistant, …)</a:t>
            </a:r>
          </a:p>
        </p:txBody>
      </p:sp>
    </p:spTree>
    <p:extLst>
      <p:ext uri="{BB962C8B-B14F-4D97-AF65-F5344CB8AC3E}">
        <p14:creationId xmlns:p14="http://schemas.microsoft.com/office/powerpoint/2010/main" val="3487346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B9B373A-A19F-8C6E-E71F-3EDF339CF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Full fine-tuning (FFT)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25EE3FF-F722-E7C0-AA0B-D8956DAFE6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Checking the </a:t>
                </a:r>
                <a:r>
                  <a:rPr lang="en-US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till…</a:t>
                </a:r>
              </a:p>
              <a:p>
                <a:pPr marL="0" indent="0">
                  <a:buNone/>
                </a:pPr>
                <a:endParaRPr lang="en-US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endParaRPr>
              </a:p>
              <a:p>
                <a:r>
                  <a:rPr lang="en-US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When we update the base model weights we need, per parameter:</a:t>
                </a:r>
              </a:p>
              <a:p>
                <a:pPr lvl="1"/>
                <a:r>
                  <a:rPr lang="en-US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Weights, gradients, first and second moments of Adam </a:t>
                </a:r>
                <a:r>
                  <a:rPr lang="en-US" dirty="0" err="1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optimiser</a:t>
                </a:r>
                <a:r>
                  <a:rPr lang="en-US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 state</a:t>
                </a:r>
              </a:p>
              <a:p>
                <a:pPr lvl="1"/>
                <a:r>
                  <a:rPr lang="en-US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So, roughly 4 copies of the model</a:t>
                </a:r>
              </a:p>
              <a:p>
                <a:r>
                  <a:rPr lang="en-GB" i="1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Llama 3.1 70B</a:t>
                </a:r>
              </a:p>
              <a:p>
                <a:pPr lvl="1"/>
                <a:r>
                  <a:rPr lang="en-GB" b="0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For bf16 / fp16</a:t>
                </a:r>
                <a:r>
                  <a:rPr lang="en-GB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, that’s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4×2=8</m:t>
                    </m:r>
                  </m:oMath>
                </a14:m>
                <a:r>
                  <a:rPr lang="en-GB" b="0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 bytes per parameter.</a:t>
                </a:r>
              </a:p>
              <a:p>
                <a:pPr lvl="1"/>
                <a:r>
                  <a:rPr lang="en-GB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~560GB total!</a:t>
                </a:r>
              </a:p>
              <a:p>
                <a:r>
                  <a:rPr lang="en-GB" b="0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Or 7 NVIDIA H100s…</a:t>
                </a:r>
              </a:p>
              <a:p>
                <a:pPr lvl="1"/>
                <a:endParaRPr lang="en-GB" b="0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endParaRPr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25EE3FF-F722-E7C0-AA0B-D8956DAFE6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5032375"/>
              </a:xfrm>
              <a:blipFill>
                <a:blip r:embed="rId3"/>
                <a:stretch>
                  <a:fillRect l="-1206" t="-1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401BE48-E1EC-1D73-709A-EC05BEAC53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8364" y="4397279"/>
            <a:ext cx="638802" cy="359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519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706387-C1F1-3A49-ACA4-2363DA04E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Low Rank Adaptation (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LoRA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716D1D8-782B-2DCF-55A8-FA92B65166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At each </a:t>
                </a:r>
                <a:r>
                  <a:rPr lang="en-US" dirty="0" err="1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optimiser</a:t>
                </a:r>
                <a:r>
                  <a:rPr lang="en-US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 step, instead of updating:</a:t>
                </a:r>
              </a:p>
              <a:p>
                <a:pPr marL="0" indent="0">
                  <a:buNone/>
                </a:pPr>
                <a:endParaRPr lang="en-US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GB" b="0" i="0" smtClean="0">
                              <a:latin typeface="CMU Serif Roman" panose="02000603000000000000" pitchFamily="2" charset="0"/>
                              <a:ea typeface="CMU Serif Roman" panose="02000603000000000000" pitchFamily="2" charset="0"/>
                              <a:cs typeface="CMU Serif Roman" panose="02000603000000000000" pitchFamily="2" charset="0"/>
                            </a:rPr>
                            <m:t>MLP</m:t>
                          </m:r>
                        </m:sub>
                      </m:sSub>
                    </m:oMath>
                  </m:oMathPara>
                </a14:m>
                <a:endParaRPr lang="en-GB" b="0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endParaRPr>
              </a:p>
              <a:p>
                <a:pPr marL="0" indent="0">
                  <a:buNone/>
                </a:pPr>
                <a:endParaRPr lang="en-GB" b="0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endParaRPr>
              </a:p>
              <a:p>
                <a:r>
                  <a:rPr lang="en-GB" b="0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For a given weight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GB" b="0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, </a:t>
                </a:r>
                <a:r>
                  <a:rPr lang="en-GB" b="0" dirty="0">
                    <a:solidFill>
                      <a:schemeClr val="accent4"/>
                    </a:solidFill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freeze</a:t>
                </a:r>
                <a:r>
                  <a:rPr lang="en-GB" b="0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 the base weights and update an ‘adapter’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GB" b="0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:</a:t>
                </a:r>
              </a:p>
              <a:p>
                <a:endParaRPr lang="en-GB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r>
                        <a:rPr lang="en-GB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GB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 </m:t>
                      </m:r>
                    </m:oMath>
                  </m:oMathPara>
                </a14:m>
                <a:endParaRPr lang="en-GB" b="0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endParaRPr>
              </a:p>
              <a:p>
                <a:pPr marL="0" indent="0">
                  <a:buNone/>
                </a:pPr>
                <a:endParaRPr lang="en-GB" b="0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endParaRPr>
              </a:p>
              <a:p>
                <a:pPr marL="0" indent="0">
                  <a:buNone/>
                </a:pPr>
                <a:endParaRPr lang="en-GB" b="0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endParaRPr>
              </a:p>
              <a:p>
                <a:pPr marL="0" indent="0">
                  <a:buNone/>
                </a:pPr>
                <a:endParaRPr lang="en-GB" b="0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endParaRPr>
              </a:p>
              <a:p>
                <a:pPr marL="0" indent="0">
                  <a:buNone/>
                </a:pPr>
                <a:endParaRPr lang="en-GB" b="0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endParaRPr>
              </a:p>
              <a:p>
                <a:pPr marL="0" indent="0">
                  <a:buNone/>
                </a:pPr>
                <a:endParaRPr lang="en-GB" b="0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endParaRPr>
              </a:p>
              <a:p>
                <a:endParaRPr lang="en-GB" b="0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endParaRPr>
              </a:p>
              <a:p>
                <a:endParaRPr lang="en-GB" b="0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endParaRPr>
              </a:p>
              <a:p>
                <a:pPr marL="0" indent="0">
                  <a:buNone/>
                </a:pPr>
                <a:endParaRPr lang="en-US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endParaRPr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716D1D8-782B-2DCF-55A8-FA92B65166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1086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23B16D0-663A-7A2C-5CB8-7BFA93BFE571}"/>
              </a:ext>
            </a:extLst>
          </p:cNvPr>
          <p:cNvCxnSpPr>
            <a:cxnSpLocks/>
          </p:cNvCxnSpPr>
          <p:nvPr/>
        </p:nvCxnSpPr>
        <p:spPr>
          <a:xfrm flipH="1">
            <a:off x="7259782" y="4810893"/>
            <a:ext cx="654477" cy="31528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CA06CD4-F0CB-603D-D6C8-063C381094EF}"/>
              </a:ext>
            </a:extLst>
          </p:cNvPr>
          <p:cNvSpPr txBox="1"/>
          <p:nvPr/>
        </p:nvSpPr>
        <p:spPr>
          <a:xfrm>
            <a:off x="7518971" y="4441561"/>
            <a:ext cx="144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 this!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8C05986-6B04-EB78-8119-C71B9DA29C06}"/>
              </a:ext>
            </a:extLst>
          </p:cNvPr>
          <p:cNvSpPr txBox="1">
            <a:spLocks/>
          </p:cNvSpPr>
          <p:nvPr/>
        </p:nvSpPr>
        <p:spPr>
          <a:xfrm>
            <a:off x="9480692" y="5793804"/>
            <a:ext cx="3118738" cy="529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arXiv:2106.09685</a:t>
            </a:r>
          </a:p>
          <a:p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116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ABB53-651D-2F27-0025-4EC2C1394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C52A129-4FA4-A6F9-8126-46B3A3F4F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Low Rank Adaptation (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LoRA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5EEE266E-BC5F-07CE-8C38-E95F31E8A0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8261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This is great, so long as we can make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GB" b="0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 “parameter efficient”</a:t>
                </a:r>
                <a:r>
                  <a:rPr lang="en-US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, i.e. better than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𝑛𝑚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b="0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parameters defined in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endParaRPr>
              </a:p>
              <a:p>
                <a:pPr marL="0" indent="0">
                  <a:buNone/>
                </a:pPr>
                <a:endParaRPr lang="en-US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endParaRPr>
              </a:p>
              <a:p>
                <a:pPr marL="0" indent="0">
                  <a:buNone/>
                </a:pPr>
                <a:endParaRPr lang="en-US" b="0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endParaRPr>
              </a:p>
              <a:p>
                <a:pPr marL="0" indent="0">
                  <a:buNone/>
                </a:pPr>
                <a:endParaRPr lang="en-US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endParaRPr>
              </a:p>
              <a:p>
                <a:pPr marL="0" indent="0">
                  <a:buNone/>
                </a:pPr>
                <a:endParaRPr lang="en-US" b="0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endParaRPr>
              </a:p>
              <a:p>
                <a:pPr marL="0" indent="0">
                  <a:buNone/>
                </a:pPr>
                <a:endParaRPr lang="en-US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But w</a:t>
                </a:r>
                <a:r>
                  <a:rPr lang="en-US" b="0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e can</a:t>
                </a:r>
                <a:r>
                  <a:rPr lang="en-US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 only add matrices that have the same dimensions,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GB" b="0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 must also be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b="0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 !</a:t>
                </a:r>
              </a:p>
              <a:p>
                <a:pPr marL="0" indent="0">
                  <a:buNone/>
                </a:pPr>
                <a:endParaRPr lang="en-GB" b="0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endParaRPr>
              </a:p>
              <a:p>
                <a:pPr marL="0" indent="0">
                  <a:buNone/>
                </a:pPr>
                <a:endParaRPr lang="en-GB" b="0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endParaRPr>
              </a:p>
              <a:p>
                <a:pPr marL="0" indent="0">
                  <a:buNone/>
                </a:pPr>
                <a:endParaRPr lang="en-GB" b="0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endParaRPr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5EEE266E-BC5F-07CE-8C38-E95F31E8A0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8261" y="1825625"/>
                <a:ext cx="10515600" cy="4351338"/>
              </a:xfrm>
              <a:blipFill>
                <a:blip r:embed="rId2"/>
                <a:stretch>
                  <a:fillRect l="-1206" t="-2035" r="-121" b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25CA422-C638-4787-0724-32EBD9BBA22F}"/>
              </a:ext>
            </a:extLst>
          </p:cNvPr>
          <p:cNvSpPr txBox="1">
            <a:spLocks/>
          </p:cNvSpPr>
          <p:nvPr/>
        </p:nvSpPr>
        <p:spPr>
          <a:xfrm>
            <a:off x="9480692" y="5793804"/>
            <a:ext cx="3118738" cy="529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arXiv:2106.09685</a:t>
            </a:r>
          </a:p>
          <a:p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E20761-BD45-1C9E-D543-DDB0DC7E10A3}"/>
                  </a:ext>
                </a:extLst>
              </p:cNvPr>
              <p:cNvSpPr txBox="1"/>
              <p:nvPr/>
            </p:nvSpPr>
            <p:spPr>
              <a:xfrm>
                <a:off x="1974272" y="2986144"/>
                <a:ext cx="8243456" cy="20302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6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GB" sz="3600" b="0" i="1" smtClean="0">
                                    <a:latin typeface="Cambria Math" panose="02040503050406030204" pitchFamily="18" charset="0"/>
                                  </a:rPr>
                                  <m:t>.7</m:t>
                                </m:r>
                              </m:e>
                              <m:e>
                                <m:r>
                                  <a:rPr lang="en-US" sz="360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GB" sz="3600" b="0" i="1" smtClean="0">
                                    <a:latin typeface="Cambria Math" panose="02040503050406030204" pitchFamily="18" charset="0"/>
                                  </a:rPr>
                                  <m:t>2.3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360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36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600" b="0" i="1" smtClean="0">
                                    <a:latin typeface="Cambria Math" panose="02040503050406030204" pitchFamily="18" charset="0"/>
                                  </a:rPr>
                                  <m:t>1.3</m:t>
                                </m:r>
                              </m:e>
                              <m:e>
                                <m:r>
                                  <a:rPr lang="en-US" sz="360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GB" sz="3600" b="0" i="1" smtClean="0">
                                    <a:latin typeface="Cambria Math" panose="02040503050406030204" pitchFamily="18" charset="0"/>
                                  </a:rPr>
                                  <m:t>4.7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36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GB" sz="36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6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GB" sz="3600" b="0" i="1" smtClean="0">
                                    <a:latin typeface="Cambria Math" panose="02040503050406030204" pitchFamily="18" charset="0"/>
                                  </a:rPr>
                                  <m:t>.2</m:t>
                                </m:r>
                              </m:e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GB" sz="3600" b="0" i="1" smtClean="0">
                                    <a:latin typeface="Cambria Math" panose="02040503050406030204" pitchFamily="18" charset="0"/>
                                  </a:rPr>
                                  <m:t>1.7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600" b="0" i="1" smtClean="0"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e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GB" sz="3600" b="0" i="1" smtClean="0">
                                    <a:latin typeface="Cambria Math" panose="02040503050406030204" pitchFamily="18" charset="0"/>
                                  </a:rPr>
                                  <m:t>3.2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600" b="0" dirty="0"/>
              </a:p>
              <a:p>
                <a:endParaRPr lang="en-US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E20761-BD45-1C9E-D543-DDB0DC7E1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4272" y="2986144"/>
                <a:ext cx="8243456" cy="2030299"/>
              </a:xfrm>
              <a:prstGeom prst="rect">
                <a:avLst/>
              </a:prstGeom>
              <a:blipFill>
                <a:blip r:embed="rId3"/>
                <a:stretch>
                  <a:fillRect t="-1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041090-E8B8-E39C-213E-791D1FA0249C}"/>
                  </a:ext>
                </a:extLst>
              </p:cNvPr>
              <p:cNvSpPr txBox="1"/>
              <p:nvPr/>
            </p:nvSpPr>
            <p:spPr>
              <a:xfrm>
                <a:off x="3283528" y="4689715"/>
                <a:ext cx="20643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en-GB" b="0" dirty="0"/>
              </a:p>
              <a:p>
                <a:endParaRPr lang="en-GB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041090-E8B8-E39C-213E-791D1FA02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3528" y="4689715"/>
                <a:ext cx="2064327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EDC67EB-76E1-D1F7-B823-E9181CB13FC6}"/>
                  </a:ext>
                </a:extLst>
              </p:cNvPr>
              <p:cNvSpPr txBox="1"/>
              <p:nvPr/>
            </p:nvSpPr>
            <p:spPr>
              <a:xfrm>
                <a:off x="6988099" y="4664145"/>
                <a:ext cx="20643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en-GB" b="0" dirty="0"/>
              </a:p>
              <a:p>
                <a:endParaRPr lang="en-GB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EDC67EB-76E1-D1F7-B823-E9181CB13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8099" y="4664145"/>
                <a:ext cx="2064327" cy="923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4857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C400CB8-E20D-1159-F7CA-953675A12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Low Rank Adaptation (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LoRA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55CCDA52-41DA-EEF0-C1AB-9BA7E1639F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8261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The solution: </a:t>
                </a:r>
                <a:r>
                  <a:rPr lang="en-US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express the adapter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GB" b="0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 as a product of low rank matrices</a:t>
                </a:r>
              </a:p>
              <a:p>
                <a:pPr marL="0" indent="0">
                  <a:buNone/>
                </a:pPr>
                <a:endParaRPr lang="en-US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endParaRPr>
              </a:p>
              <a:p>
                <a:pPr marL="0" indent="0">
                  <a:buNone/>
                </a:pPr>
                <a:endParaRPr lang="en-GB" b="0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endParaRPr>
              </a:p>
              <a:p>
                <a:pPr marL="0" indent="0">
                  <a:buNone/>
                </a:pPr>
                <a:endParaRPr lang="en-GB" b="0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endParaRPr>
              </a:p>
              <a:p>
                <a:pPr marL="0" indent="0">
                  <a:buNone/>
                </a:pPr>
                <a:endParaRPr lang="en-GB" b="0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endParaRPr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55CCDA52-41DA-EEF0-C1AB-9BA7E1639F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8261" y="1825625"/>
                <a:ext cx="10515600" cy="4351338"/>
              </a:xfrm>
              <a:blipFill>
                <a:blip r:embed="rId2"/>
                <a:stretch>
                  <a:fillRect l="-1206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ED75865-31BD-5167-1FEB-6F60DFC7A494}"/>
                  </a:ext>
                </a:extLst>
              </p:cNvPr>
              <p:cNvSpPr/>
              <p:nvPr/>
            </p:nvSpPr>
            <p:spPr>
              <a:xfrm>
                <a:off x="1583473" y="3005254"/>
                <a:ext cx="2486722" cy="236963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en-GB" sz="2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ED75865-31BD-5167-1FEB-6F60DFC7A4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473" y="3005254"/>
                <a:ext cx="2486722" cy="23696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2FC904E-78DB-2B1E-C1AC-9EB6C0A4ED7A}"/>
                  </a:ext>
                </a:extLst>
              </p:cNvPr>
              <p:cNvSpPr/>
              <p:nvPr/>
            </p:nvSpPr>
            <p:spPr>
              <a:xfrm>
                <a:off x="5587973" y="2604216"/>
                <a:ext cx="996176" cy="3171709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en-GB" sz="2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2FC904E-78DB-2B1E-C1AC-9EB6C0A4ED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973" y="2604216"/>
                <a:ext cx="996176" cy="31717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B7736BD-630A-9DC4-4A7A-1B83E10AD579}"/>
                  </a:ext>
                </a:extLst>
              </p:cNvPr>
              <p:cNvSpPr/>
              <p:nvPr/>
            </p:nvSpPr>
            <p:spPr>
              <a:xfrm>
                <a:off x="7282959" y="3766527"/>
                <a:ext cx="3674328" cy="847086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GB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en-GB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B7736BD-630A-9DC4-4A7A-1B83E10AD5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2959" y="3766527"/>
                <a:ext cx="3674328" cy="8470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AED11E0-241D-00CD-54E9-3E80C304ED57}"/>
                  </a:ext>
                </a:extLst>
              </p:cNvPr>
              <p:cNvSpPr txBox="1"/>
              <p:nvPr/>
            </p:nvSpPr>
            <p:spPr>
              <a:xfrm>
                <a:off x="4083065" y="3976406"/>
                <a:ext cx="150490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AED11E0-241D-00CD-54E9-3E80C304ED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065" y="3976406"/>
                <a:ext cx="1504908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DB94E23-EA26-9F57-9C83-FE93E9A11C88}"/>
                  </a:ext>
                </a:extLst>
              </p:cNvPr>
              <p:cNvSpPr txBox="1"/>
              <p:nvPr/>
            </p:nvSpPr>
            <p:spPr>
              <a:xfrm>
                <a:off x="6286783" y="3897941"/>
                <a:ext cx="1504908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GB" sz="3600" b="0" dirty="0"/>
              </a:p>
              <a:p>
                <a:endParaRPr lang="en-US" sz="3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DB94E23-EA26-9F57-9C83-FE93E9A11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783" y="3897941"/>
                <a:ext cx="1504908" cy="11079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7590A55-1846-5BF3-B58D-652F9A17F35A}"/>
              </a:ext>
            </a:extLst>
          </p:cNvPr>
          <p:cNvCxnSpPr>
            <a:cxnSpLocks/>
          </p:cNvCxnSpPr>
          <p:nvPr/>
        </p:nvCxnSpPr>
        <p:spPr>
          <a:xfrm flipH="1">
            <a:off x="6286783" y="2810142"/>
            <a:ext cx="1885142" cy="1405019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3F98A4A-13CA-9B3C-6F48-C2D55C32E8CD}"/>
              </a:ext>
            </a:extLst>
          </p:cNvPr>
          <p:cNvCxnSpPr>
            <a:cxnSpLocks/>
          </p:cNvCxnSpPr>
          <p:nvPr/>
        </p:nvCxnSpPr>
        <p:spPr>
          <a:xfrm>
            <a:off x="8171925" y="2810142"/>
            <a:ext cx="657982" cy="1443263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6EF7B65B-A10B-26A9-7071-2A0B6BAC9D81}"/>
              </a:ext>
            </a:extLst>
          </p:cNvPr>
          <p:cNvSpPr txBox="1">
            <a:spLocks/>
          </p:cNvSpPr>
          <p:nvPr/>
        </p:nvSpPr>
        <p:spPr>
          <a:xfrm>
            <a:off x="7229354" y="2354735"/>
            <a:ext cx="3772829" cy="372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 err="1">
                <a:solidFill>
                  <a:schemeClr val="accent6"/>
                </a:solidFill>
              </a:rPr>
              <a:t>LoRA</a:t>
            </a:r>
            <a:r>
              <a:rPr lang="en-GB" sz="2000" dirty="0">
                <a:solidFill>
                  <a:schemeClr val="accent6"/>
                </a:solidFill>
              </a:rPr>
              <a:t> rank – very small (e.g. 4, 8)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2202CF1-5FF3-FEAC-BE03-CD40FFC3AFF1}"/>
                  </a:ext>
                </a:extLst>
              </p:cNvPr>
              <p:cNvSpPr txBox="1"/>
              <p:nvPr/>
            </p:nvSpPr>
            <p:spPr>
              <a:xfrm>
                <a:off x="396138" y="5659097"/>
                <a:ext cx="609971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GB" sz="2000" b="1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So, that’s </a:t>
                </a:r>
                <a14:m>
                  <m:oMath xmlns:m="http://schemas.openxmlformats.org/officeDocument/2006/math"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𝒓</m:t>
                    </m:r>
                    <m:d>
                      <m:dPr>
                        <m:ctrlPr>
                          <a:rPr lang="en-GB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GB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20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≪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𝒏𝒎</m:t>
                    </m:r>
                  </m:oMath>
                </a14:m>
                <a:r>
                  <a:rPr lang="en-GB" sz="2000" b="1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 parameters!</a:t>
                </a: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2202CF1-5FF3-FEAC-BE03-CD40FFC3A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138" y="5659097"/>
                <a:ext cx="6099716" cy="400110"/>
              </a:xfrm>
              <a:prstGeom prst="rect">
                <a:avLst/>
              </a:prstGeom>
              <a:blipFill>
                <a:blip r:embed="rId8"/>
                <a:stretch>
                  <a:fillRect l="-1247" t="-303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FD50721-403D-3706-C682-365B8DD07B22}"/>
              </a:ext>
            </a:extLst>
          </p:cNvPr>
          <p:cNvSpPr txBox="1">
            <a:spLocks/>
          </p:cNvSpPr>
          <p:nvPr/>
        </p:nvSpPr>
        <p:spPr>
          <a:xfrm>
            <a:off x="9480692" y="5793804"/>
            <a:ext cx="3118738" cy="529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arXiv:2106.09685</a:t>
            </a:r>
          </a:p>
          <a:p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96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87EAD28-8F58-0EB5-7482-5E1B7C117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Low Rank Adaptation (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LoRA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B3F0D4D-7DF7-0D6F-CDA3-C1F4FF9F8C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50323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Checking the till…</a:t>
                </a:r>
              </a:p>
              <a:p>
                <a:pPr marL="0" indent="0">
                  <a:buNone/>
                </a:pPr>
                <a:endParaRPr lang="en-US" sz="2400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endParaRPr>
              </a:p>
              <a:p>
                <a:r>
                  <a:rPr lang="en-US" sz="2400" i="1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Llama 3.1 70B</a:t>
                </a:r>
              </a:p>
              <a:p>
                <a:pPr lvl="1"/>
                <a:r>
                  <a:rPr lang="en-US" sz="2000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Rank 8 </a:t>
                </a:r>
                <a:r>
                  <a:rPr lang="en-US" sz="2000" dirty="0" err="1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LoRA</a:t>
                </a:r>
                <a:r>
                  <a:rPr lang="en-US" sz="2000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 on attention only yields ~10M trainable parameters</a:t>
                </a:r>
              </a:p>
              <a:p>
                <a:pPr lvl="1"/>
                <a:r>
                  <a:rPr lang="en-US" sz="2000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10M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× 8</m:t>
                    </m:r>
                  </m:oMath>
                </a14:m>
                <a:r>
                  <a:rPr lang="en-GB" sz="2000" b="0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 ~ 80 MB for training state</a:t>
                </a:r>
              </a:p>
              <a:p>
                <a:r>
                  <a:rPr lang="en-GB" sz="2400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Base model weights still stored</a:t>
                </a:r>
              </a:p>
              <a:p>
                <a:pPr lvl="1"/>
                <a:r>
                  <a:rPr lang="en-GB" sz="2000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Quantize to 4-bit (</a:t>
                </a:r>
                <a:r>
                  <a:rPr lang="en-GB" sz="2000" i="1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int4</a:t>
                </a:r>
                <a:r>
                  <a:rPr lang="en-GB" sz="2000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), this is known as </a:t>
                </a:r>
                <a:r>
                  <a:rPr lang="en-GB" sz="2000" dirty="0" err="1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qLoRA</a:t>
                </a:r>
                <a:r>
                  <a:rPr lang="en-GB" sz="2000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 (quantized </a:t>
                </a:r>
                <a:r>
                  <a:rPr lang="en-GB" sz="2000" dirty="0" err="1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LoRA</a:t>
                </a:r>
                <a:r>
                  <a:rPr lang="en-GB" sz="2000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)</a:t>
                </a:r>
              </a:p>
              <a:p>
                <a:pPr lvl="1"/>
                <a:r>
                  <a:rPr lang="en-GB" sz="2000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Base model weights ~ 50 GB</a:t>
                </a:r>
              </a:p>
              <a:p>
                <a:r>
                  <a:rPr lang="en-US" sz="2400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Total: ~50GB</a:t>
                </a:r>
              </a:p>
              <a:p>
                <a:r>
                  <a:rPr lang="en-US" sz="2400" b="0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This can fit on a single </a:t>
                </a:r>
                <a:r>
                  <a:rPr lang="en-US" sz="2400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80GB GPU</a:t>
                </a:r>
                <a:r>
                  <a:rPr lang="en-US" sz="2400" b="0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 very comfortably!</a:t>
                </a:r>
                <a:endParaRPr lang="en-GB" sz="2400" b="0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endParaRPr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B3F0D4D-7DF7-0D6F-CDA3-C1F4FF9F8C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5032376"/>
              </a:xfrm>
              <a:blipFill>
                <a:blip r:embed="rId2"/>
                <a:stretch>
                  <a:fillRect l="-965" t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B71D3D0-3083-67A8-08D0-9672A28E8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9092" y="2797331"/>
            <a:ext cx="499468" cy="280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177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00D04C-A321-D685-8023-6DC42CB3E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90583" cy="1325563"/>
          </a:xfrm>
        </p:spPr>
        <p:txBody>
          <a:bodyPr/>
          <a:lstStyle/>
          <a:p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Quantized Low Rank Adaptation (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qLoRA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27358D-2B46-8E48-4FB6-D4A9B320D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282085"/>
            <a:ext cx="7772400" cy="294981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5E7CB3-008B-3B87-BE55-E3D113772078}"/>
              </a:ext>
            </a:extLst>
          </p:cNvPr>
          <p:cNvSpPr txBox="1">
            <a:spLocks/>
          </p:cNvSpPr>
          <p:nvPr/>
        </p:nvSpPr>
        <p:spPr>
          <a:xfrm>
            <a:off x="9253420" y="6136205"/>
            <a:ext cx="3118738" cy="529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arXiv:2305.14314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858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</TotalTime>
  <Words>1043</Words>
  <Application>Microsoft Macintosh PowerPoint</Application>
  <PresentationFormat>Widescreen</PresentationFormat>
  <Paragraphs>176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Aptos</vt:lpstr>
      <vt:lpstr>Aptos Display</vt:lpstr>
      <vt:lpstr>Arial</vt:lpstr>
      <vt:lpstr>Cambria Math</vt:lpstr>
      <vt:lpstr>CMU Serif Roman</vt:lpstr>
      <vt:lpstr>CMU Serif Roman</vt:lpstr>
      <vt:lpstr>Consolas</vt:lpstr>
      <vt:lpstr>IBM Plex Mono</vt:lpstr>
      <vt:lpstr>Source Code Pro</vt:lpstr>
      <vt:lpstr>office theme</vt:lpstr>
      <vt:lpstr>January 2025</vt:lpstr>
      <vt:lpstr>Look Familiar?</vt:lpstr>
      <vt:lpstr>Post-training &amp; Fine-tuning</vt:lpstr>
      <vt:lpstr>Overview</vt:lpstr>
      <vt:lpstr>Post-training vs. Fine-tuning</vt:lpstr>
      <vt:lpstr>PowerPoint Presentation</vt:lpstr>
      <vt:lpstr>Instruction tuning</vt:lpstr>
      <vt:lpstr>Instruction tuning</vt:lpstr>
      <vt:lpstr>Instruction tuning</vt:lpstr>
      <vt:lpstr>Instruction tuning</vt:lpstr>
      <vt:lpstr>Instruction tuning</vt:lpstr>
      <vt:lpstr>Instruction tuning</vt:lpstr>
      <vt:lpstr>Full fine-tuning (FFT)</vt:lpstr>
      <vt:lpstr>Low Rank Adaptation (LoRA)</vt:lpstr>
      <vt:lpstr>Low Rank Adaptation (LoRA)</vt:lpstr>
      <vt:lpstr>Low Rank Adaptation (LoRA)</vt:lpstr>
      <vt:lpstr>Low Rank Adaptation (LoRA)</vt:lpstr>
      <vt:lpstr>Quantized Low Rank Adaptation (qLoRA)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Finley Griffin</cp:lastModifiedBy>
  <cp:revision>557</cp:revision>
  <dcterms:created xsi:type="dcterms:W3CDTF">2025-07-29T09:20:49Z</dcterms:created>
  <dcterms:modified xsi:type="dcterms:W3CDTF">2026-05-15T09:32:24Z</dcterms:modified>
</cp:coreProperties>
</file>