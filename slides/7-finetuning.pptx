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2"/>
  </p:notesMasterIdLst>
  <p:sldIdLst>
    <p:sldId id="282" r:id="rId2"/>
    <p:sldId id="283" r:id="rId3"/>
    <p:sldId id="256" r:id="rId4"/>
    <p:sldId id="257" r:id="rId5"/>
    <p:sldId id="284" r:id="rId6"/>
    <p:sldId id="285" r:id="rId7"/>
    <p:sldId id="258" r:id="rId8"/>
    <p:sldId id="260" r:id="rId9"/>
    <p:sldId id="261" r:id="rId10"/>
    <p:sldId id="262" r:id="rId11"/>
    <p:sldId id="263" r:id="rId12"/>
    <p:sldId id="264" r:id="rId13"/>
    <p:sldId id="265" r:id="rId14"/>
    <p:sldId id="286" r:id="rId15"/>
    <p:sldId id="287" r:id="rId16"/>
    <p:sldId id="288" r:id="rId17"/>
    <p:sldId id="291" r:id="rId18"/>
    <p:sldId id="289" r:id="rId19"/>
    <p:sldId id="292" r:id="rId20"/>
    <p:sldId id="293" r:id="rId21"/>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27FED6F-2118-6CA6-D178-8D790376C88C}" v="14" dt="2025-09-13T12:18:03.00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149" autoAdjust="0"/>
    <p:restoredTop sz="91894"/>
  </p:normalViewPr>
  <p:slideViewPr>
    <p:cSldViewPr snapToGrid="0">
      <p:cViewPr>
        <p:scale>
          <a:sx n="114" d="100"/>
          <a:sy n="114" d="100"/>
        </p:scale>
        <p:origin x="384"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yan Daniels" userId="S::rkd43@cam.ac.uk::aaa4fbe9-f474-4140-b10b-5257398ac308" providerId="AD" clId="Web-{813824F5-F2C1-43B2-3CDA-34FA9F178B56}"/>
    <pc:docChg chg="addSld modSld">
      <pc:chgData name="Ryan Daniels" userId="S::rkd43@cam.ac.uk::aaa4fbe9-f474-4140-b10b-5257398ac308" providerId="AD" clId="Web-{813824F5-F2C1-43B2-3CDA-34FA9F178B56}" dt="2025-07-29T12:05:13.556" v="69" actId="1076"/>
      <pc:docMkLst>
        <pc:docMk/>
      </pc:docMkLst>
      <pc:sldChg chg="modSp new">
        <pc:chgData name="Ryan Daniels" userId="S::rkd43@cam.ac.uk::aaa4fbe9-f474-4140-b10b-5257398ac308" providerId="AD" clId="Web-{813824F5-F2C1-43B2-3CDA-34FA9F178B56}" dt="2025-07-29T09:47:09.564" v="31" actId="20577"/>
        <pc:sldMkLst>
          <pc:docMk/>
          <pc:sldMk cId="3798011017" sldId="257"/>
        </pc:sldMkLst>
      </pc:sldChg>
      <pc:sldChg chg="addSp delSp modSp new">
        <pc:chgData name="Ryan Daniels" userId="S::rkd43@cam.ac.uk::aaa4fbe9-f474-4140-b10b-5257398ac308" providerId="AD" clId="Web-{813824F5-F2C1-43B2-3CDA-34FA9F178B56}" dt="2025-07-29T09:49:30.207" v="39" actId="1076"/>
        <pc:sldMkLst>
          <pc:docMk/>
          <pc:sldMk cId="1845929933" sldId="258"/>
        </pc:sldMkLst>
      </pc:sldChg>
      <pc:sldChg chg="addSp delSp modSp new mod setBg addAnim">
        <pc:chgData name="Ryan Daniels" userId="S::rkd43@cam.ac.uk::aaa4fbe9-f474-4140-b10b-5257398ac308" providerId="AD" clId="Web-{813824F5-F2C1-43B2-3CDA-34FA9F178B56}" dt="2025-07-29T09:51:32.084" v="50"/>
        <pc:sldMkLst>
          <pc:docMk/>
          <pc:sldMk cId="86074783" sldId="259"/>
        </pc:sldMkLst>
      </pc:sldChg>
      <pc:sldChg chg="addSp delSp modSp new">
        <pc:chgData name="Ryan Daniels" userId="S::rkd43@cam.ac.uk::aaa4fbe9-f474-4140-b10b-5257398ac308" providerId="AD" clId="Web-{813824F5-F2C1-43B2-3CDA-34FA9F178B56}" dt="2025-07-29T12:03:34.664" v="56" actId="14100"/>
        <pc:sldMkLst>
          <pc:docMk/>
          <pc:sldMk cId="2560365162" sldId="260"/>
        </pc:sldMkLst>
      </pc:sldChg>
      <pc:sldChg chg="addSp delSp modSp new">
        <pc:chgData name="Ryan Daniels" userId="S::rkd43@cam.ac.uk::aaa4fbe9-f474-4140-b10b-5257398ac308" providerId="AD" clId="Web-{813824F5-F2C1-43B2-3CDA-34FA9F178B56}" dt="2025-07-29T12:04:22.118" v="62" actId="14100"/>
        <pc:sldMkLst>
          <pc:docMk/>
          <pc:sldMk cId="3314331022" sldId="261"/>
        </pc:sldMkLst>
      </pc:sldChg>
      <pc:sldChg chg="addSp delSp modSp new">
        <pc:chgData name="Ryan Daniels" userId="S::rkd43@cam.ac.uk::aaa4fbe9-f474-4140-b10b-5257398ac308" providerId="AD" clId="Web-{813824F5-F2C1-43B2-3CDA-34FA9F178B56}" dt="2025-07-29T12:05:13.556" v="69" actId="1076"/>
        <pc:sldMkLst>
          <pc:docMk/>
          <pc:sldMk cId="661156352" sldId="262"/>
        </pc:sldMkLst>
      </pc:sldChg>
    </pc:docChg>
  </pc:docChgLst>
  <pc:docChgLst>
    <pc:chgData name="Ryan Daniels" userId="S::rkd43@cam.ac.uk::aaa4fbe9-f474-4140-b10b-5257398ac308" providerId="AD" clId="Web-{31373D1B-2608-E999-04C5-53F7ACA94871}"/>
    <pc:docChg chg="addSld delSld modSld">
      <pc:chgData name="Ryan Daniels" userId="S::rkd43@cam.ac.uk::aaa4fbe9-f474-4140-b10b-5257398ac308" providerId="AD" clId="Web-{31373D1B-2608-E999-04C5-53F7ACA94871}" dt="2025-09-09T20:53:11.985" v="478" actId="14100"/>
      <pc:docMkLst>
        <pc:docMk/>
      </pc:docMkLst>
      <pc:sldChg chg="addSp modSp">
        <pc:chgData name="Ryan Daniels" userId="S::rkd43@cam.ac.uk::aaa4fbe9-f474-4140-b10b-5257398ac308" providerId="AD" clId="Web-{31373D1B-2608-E999-04C5-53F7ACA94871}" dt="2025-09-09T19:28:43.258" v="61" actId="1076"/>
        <pc:sldMkLst>
          <pc:docMk/>
          <pc:sldMk cId="109857222" sldId="256"/>
        </pc:sldMkLst>
        <pc:spChg chg="mod">
          <ac:chgData name="Ryan Daniels" userId="S::rkd43@cam.ac.uk::aaa4fbe9-f474-4140-b10b-5257398ac308" providerId="AD" clId="Web-{31373D1B-2608-E999-04C5-53F7ACA94871}" dt="2025-09-09T16:29:46.514" v="0" actId="20577"/>
          <ac:spMkLst>
            <pc:docMk/>
            <pc:sldMk cId="109857222" sldId="256"/>
            <ac:spMk id="2" creationId="{00000000-0000-0000-0000-000000000000}"/>
          </ac:spMkLst>
        </pc:spChg>
        <pc:spChg chg="mod">
          <ac:chgData name="Ryan Daniels" userId="S::rkd43@cam.ac.uk::aaa4fbe9-f474-4140-b10b-5257398ac308" providerId="AD" clId="Web-{31373D1B-2608-E999-04C5-53F7ACA94871}" dt="2025-09-09T16:29:53.874" v="6" actId="20577"/>
          <ac:spMkLst>
            <pc:docMk/>
            <pc:sldMk cId="109857222" sldId="256"/>
            <ac:spMk id="3" creationId="{00000000-0000-0000-0000-000000000000}"/>
          </ac:spMkLst>
        </pc:spChg>
        <pc:picChg chg="add mod">
          <ac:chgData name="Ryan Daniels" userId="S::rkd43@cam.ac.uk::aaa4fbe9-f474-4140-b10b-5257398ac308" providerId="AD" clId="Web-{31373D1B-2608-E999-04C5-53F7ACA94871}" dt="2025-09-09T19:28:43.258" v="61" actId="1076"/>
          <ac:picMkLst>
            <pc:docMk/>
            <pc:sldMk cId="109857222" sldId="256"/>
            <ac:picMk id="4" creationId="{8C1F30E1-A063-CBEC-4A1E-70285759ED91}"/>
          </ac:picMkLst>
        </pc:picChg>
      </pc:sldChg>
      <pc:sldChg chg="modSp">
        <pc:chgData name="Ryan Daniels" userId="S::rkd43@cam.ac.uk::aaa4fbe9-f474-4140-b10b-5257398ac308" providerId="AD" clId="Web-{31373D1B-2608-E999-04C5-53F7ACA94871}" dt="2025-09-09T20:24:57.205" v="159" actId="20577"/>
        <pc:sldMkLst>
          <pc:docMk/>
          <pc:sldMk cId="3798011017" sldId="257"/>
        </pc:sldMkLst>
        <pc:spChg chg="mod">
          <ac:chgData name="Ryan Daniels" userId="S::rkd43@cam.ac.uk::aaa4fbe9-f474-4140-b10b-5257398ac308" providerId="AD" clId="Web-{31373D1B-2608-E999-04C5-53F7ACA94871}" dt="2025-09-09T20:24:57.205" v="159" actId="20577"/>
          <ac:spMkLst>
            <pc:docMk/>
            <pc:sldMk cId="3798011017" sldId="257"/>
            <ac:spMk id="3" creationId="{2159D3BC-C33D-67A8-234F-164E6ED9B86F}"/>
          </ac:spMkLst>
        </pc:spChg>
      </pc:sldChg>
      <pc:sldChg chg="del">
        <pc:chgData name="Ryan Daniels" userId="S::rkd43@cam.ac.uk::aaa4fbe9-f474-4140-b10b-5257398ac308" providerId="AD" clId="Web-{31373D1B-2608-E999-04C5-53F7ACA94871}" dt="2025-09-09T19:28:03.633" v="58"/>
        <pc:sldMkLst>
          <pc:docMk/>
          <pc:sldMk cId="1845929933" sldId="258"/>
        </pc:sldMkLst>
      </pc:sldChg>
      <pc:sldChg chg="modSp new addAnim">
        <pc:chgData name="Ryan Daniels" userId="S::rkd43@cam.ac.uk::aaa4fbe9-f474-4140-b10b-5257398ac308" providerId="AD" clId="Web-{31373D1B-2608-E999-04C5-53F7ACA94871}" dt="2025-09-09T20:23:28.376" v="149"/>
        <pc:sldMkLst>
          <pc:docMk/>
          <pc:sldMk cId="3079638564" sldId="258"/>
        </pc:sldMkLst>
        <pc:spChg chg="mod">
          <ac:chgData name="Ryan Daniels" userId="S::rkd43@cam.ac.uk::aaa4fbe9-f474-4140-b10b-5257398ac308" providerId="AD" clId="Web-{31373D1B-2608-E999-04C5-53F7ACA94871}" dt="2025-09-09T19:29:27.009" v="65" actId="20577"/>
          <ac:spMkLst>
            <pc:docMk/>
            <pc:sldMk cId="3079638564" sldId="258"/>
            <ac:spMk id="2" creationId="{115525DB-0145-62C1-E45B-3D2452A816BE}"/>
          </ac:spMkLst>
        </pc:spChg>
        <pc:spChg chg="mod">
          <ac:chgData name="Ryan Daniels" userId="S::rkd43@cam.ac.uk::aaa4fbe9-f474-4140-b10b-5257398ac308" providerId="AD" clId="Web-{31373D1B-2608-E999-04C5-53F7ACA94871}" dt="2025-09-09T20:23:20.251" v="148" actId="20577"/>
          <ac:spMkLst>
            <pc:docMk/>
            <pc:sldMk cId="3079638564" sldId="258"/>
            <ac:spMk id="3" creationId="{29EBD1FA-D682-C3FC-5EBD-A625FF36D2BB}"/>
          </ac:spMkLst>
        </pc:spChg>
      </pc:sldChg>
      <pc:sldChg chg="del">
        <pc:chgData name="Ryan Daniels" userId="S::rkd43@cam.ac.uk::aaa4fbe9-f474-4140-b10b-5257398ac308" providerId="AD" clId="Web-{31373D1B-2608-E999-04C5-53F7ACA94871}" dt="2025-09-09T19:28:03.633" v="57"/>
        <pc:sldMkLst>
          <pc:docMk/>
          <pc:sldMk cId="86074783" sldId="259"/>
        </pc:sldMkLst>
      </pc:sldChg>
      <pc:sldChg chg="modSp new">
        <pc:chgData name="Ryan Daniels" userId="S::rkd43@cam.ac.uk::aaa4fbe9-f474-4140-b10b-5257398ac308" providerId="AD" clId="Web-{31373D1B-2608-E999-04C5-53F7ACA94871}" dt="2025-09-09T20:22:50.173" v="140" actId="20577"/>
        <pc:sldMkLst>
          <pc:docMk/>
          <pc:sldMk cId="2541353161" sldId="259"/>
        </pc:sldMkLst>
      </pc:sldChg>
      <pc:sldChg chg="modSp new">
        <pc:chgData name="Ryan Daniels" userId="S::rkd43@cam.ac.uk::aaa4fbe9-f474-4140-b10b-5257398ac308" providerId="AD" clId="Web-{31373D1B-2608-E999-04C5-53F7ACA94871}" dt="2025-09-09T20:26:21.755" v="178" actId="20577"/>
        <pc:sldMkLst>
          <pc:docMk/>
          <pc:sldMk cId="155390671" sldId="260"/>
        </pc:sldMkLst>
        <pc:spChg chg="mod">
          <ac:chgData name="Ryan Daniels" userId="S::rkd43@cam.ac.uk::aaa4fbe9-f474-4140-b10b-5257398ac308" providerId="AD" clId="Web-{31373D1B-2608-E999-04C5-53F7ACA94871}" dt="2025-09-09T20:24:46.158" v="152" actId="20577"/>
          <ac:spMkLst>
            <pc:docMk/>
            <pc:sldMk cId="155390671" sldId="260"/>
            <ac:spMk id="2" creationId="{85ACDFEA-AE46-A8D2-6349-F12A48FDAA89}"/>
          </ac:spMkLst>
        </pc:spChg>
        <pc:spChg chg="mod">
          <ac:chgData name="Ryan Daniels" userId="S::rkd43@cam.ac.uk::aaa4fbe9-f474-4140-b10b-5257398ac308" providerId="AD" clId="Web-{31373D1B-2608-E999-04C5-53F7ACA94871}" dt="2025-09-09T20:26:21.755" v="178" actId="20577"/>
          <ac:spMkLst>
            <pc:docMk/>
            <pc:sldMk cId="155390671" sldId="260"/>
            <ac:spMk id="3" creationId="{FCCE7A79-CEF0-24C7-E9CF-8A728F33B614}"/>
          </ac:spMkLst>
        </pc:spChg>
      </pc:sldChg>
      <pc:sldChg chg="del">
        <pc:chgData name="Ryan Daniels" userId="S::rkd43@cam.ac.uk::aaa4fbe9-f474-4140-b10b-5257398ac308" providerId="AD" clId="Web-{31373D1B-2608-E999-04C5-53F7ACA94871}" dt="2025-09-09T19:28:03.617" v="56"/>
        <pc:sldMkLst>
          <pc:docMk/>
          <pc:sldMk cId="2560365162" sldId="260"/>
        </pc:sldMkLst>
      </pc:sldChg>
      <pc:sldChg chg="del">
        <pc:chgData name="Ryan Daniels" userId="S::rkd43@cam.ac.uk::aaa4fbe9-f474-4140-b10b-5257398ac308" providerId="AD" clId="Web-{31373D1B-2608-E999-04C5-53F7ACA94871}" dt="2025-09-09T19:28:03.617" v="55"/>
        <pc:sldMkLst>
          <pc:docMk/>
          <pc:sldMk cId="3314331022" sldId="261"/>
        </pc:sldMkLst>
      </pc:sldChg>
      <pc:sldChg chg="addSp modSp add replId addAnim">
        <pc:chgData name="Ryan Daniels" userId="S::rkd43@cam.ac.uk::aaa4fbe9-f474-4140-b10b-5257398ac308" providerId="AD" clId="Web-{31373D1B-2608-E999-04C5-53F7ACA94871}" dt="2025-09-09T20:32:45.214" v="260" actId="20577"/>
        <pc:sldMkLst>
          <pc:docMk/>
          <pc:sldMk cId="3976156598" sldId="261"/>
        </pc:sldMkLst>
        <pc:spChg chg="mod">
          <ac:chgData name="Ryan Daniels" userId="S::rkd43@cam.ac.uk::aaa4fbe9-f474-4140-b10b-5257398ac308" providerId="AD" clId="Web-{31373D1B-2608-E999-04C5-53F7ACA94871}" dt="2025-09-09T20:29:03.899" v="208" actId="20577"/>
          <ac:spMkLst>
            <pc:docMk/>
            <pc:sldMk cId="3976156598" sldId="261"/>
            <ac:spMk id="2" creationId="{48003185-E90A-399B-FAE1-30FCA26CD07C}"/>
          </ac:spMkLst>
        </pc:spChg>
        <pc:spChg chg="mod">
          <ac:chgData name="Ryan Daniels" userId="S::rkd43@cam.ac.uk::aaa4fbe9-f474-4140-b10b-5257398ac308" providerId="AD" clId="Web-{31373D1B-2608-E999-04C5-53F7ACA94871}" dt="2025-09-09T20:28:59.273" v="197" actId="20577"/>
          <ac:spMkLst>
            <pc:docMk/>
            <pc:sldMk cId="3976156598" sldId="261"/>
            <ac:spMk id="3" creationId="{77CFF92F-F98B-7599-1B75-BB402476415F}"/>
          </ac:spMkLst>
        </pc:spChg>
        <pc:spChg chg="add mod">
          <ac:chgData name="Ryan Daniels" userId="S::rkd43@cam.ac.uk::aaa4fbe9-f474-4140-b10b-5257398ac308" providerId="AD" clId="Web-{31373D1B-2608-E999-04C5-53F7ACA94871}" dt="2025-09-09T20:29:44.404" v="215" actId="14100"/>
          <ac:spMkLst>
            <pc:docMk/>
            <pc:sldMk cId="3976156598" sldId="261"/>
            <ac:spMk id="4" creationId="{BF4D4207-3E47-41C9-E3E9-4723E6872A8C}"/>
          </ac:spMkLst>
        </pc:spChg>
        <pc:spChg chg="add mod">
          <ac:chgData name="Ryan Daniels" userId="S::rkd43@cam.ac.uk::aaa4fbe9-f474-4140-b10b-5257398ac308" providerId="AD" clId="Web-{31373D1B-2608-E999-04C5-53F7ACA94871}" dt="2025-09-09T20:30:02.094" v="220" actId="1076"/>
          <ac:spMkLst>
            <pc:docMk/>
            <pc:sldMk cId="3976156598" sldId="261"/>
            <ac:spMk id="5" creationId="{E5680F01-F667-F8E0-8FFB-A1005D6A0A87}"/>
          </ac:spMkLst>
        </pc:spChg>
        <pc:spChg chg="add">
          <ac:chgData name="Ryan Daniels" userId="S::rkd43@cam.ac.uk::aaa4fbe9-f474-4140-b10b-5257398ac308" providerId="AD" clId="Web-{31373D1B-2608-E999-04C5-53F7ACA94871}" dt="2025-09-09T20:29:55.296" v="219"/>
          <ac:spMkLst>
            <pc:docMk/>
            <pc:sldMk cId="3976156598" sldId="261"/>
            <ac:spMk id="6" creationId="{B389C06C-0000-0390-295B-46B186E811C9}"/>
          </ac:spMkLst>
        </pc:spChg>
        <pc:spChg chg="add mod">
          <ac:chgData name="Ryan Daniels" userId="S::rkd43@cam.ac.uk::aaa4fbe9-f474-4140-b10b-5257398ac308" providerId="AD" clId="Web-{31373D1B-2608-E999-04C5-53F7ACA94871}" dt="2025-09-09T20:30:08.470" v="222" actId="1076"/>
          <ac:spMkLst>
            <pc:docMk/>
            <pc:sldMk cId="3976156598" sldId="261"/>
            <ac:spMk id="7" creationId="{55D9235D-84C2-FCFD-81EA-F24A15883F78}"/>
          </ac:spMkLst>
        </pc:spChg>
        <pc:spChg chg="add mod">
          <ac:chgData name="Ryan Daniels" userId="S::rkd43@cam.ac.uk::aaa4fbe9-f474-4140-b10b-5257398ac308" providerId="AD" clId="Web-{31373D1B-2608-E999-04C5-53F7ACA94871}" dt="2025-09-09T20:30:37.426" v="228" actId="14100"/>
          <ac:spMkLst>
            <pc:docMk/>
            <pc:sldMk cId="3976156598" sldId="261"/>
            <ac:spMk id="8" creationId="{89222960-5420-560F-2252-D0EBA9FC3BD0}"/>
          </ac:spMkLst>
        </pc:spChg>
        <pc:spChg chg="add mod">
          <ac:chgData name="Ryan Daniels" userId="S::rkd43@cam.ac.uk::aaa4fbe9-f474-4140-b10b-5257398ac308" providerId="AD" clId="Web-{31373D1B-2608-E999-04C5-53F7ACA94871}" dt="2025-09-09T20:30:41.113" v="229" actId="1076"/>
          <ac:spMkLst>
            <pc:docMk/>
            <pc:sldMk cId="3976156598" sldId="261"/>
            <ac:spMk id="9" creationId="{1BFDD5B3-ED7C-78CF-B2DD-FA596CD574A2}"/>
          </ac:spMkLst>
        </pc:spChg>
        <pc:spChg chg="add mod">
          <ac:chgData name="Ryan Daniels" userId="S::rkd43@cam.ac.uk::aaa4fbe9-f474-4140-b10b-5257398ac308" providerId="AD" clId="Web-{31373D1B-2608-E999-04C5-53F7ACA94871}" dt="2025-09-09T20:30:54.364" v="232" actId="14100"/>
          <ac:spMkLst>
            <pc:docMk/>
            <pc:sldMk cId="3976156598" sldId="261"/>
            <ac:spMk id="10" creationId="{27C592C4-BDB6-A00C-E2C2-4646B06C1C77}"/>
          </ac:spMkLst>
        </pc:spChg>
        <pc:spChg chg="add mod">
          <ac:chgData name="Ryan Daniels" userId="S::rkd43@cam.ac.uk::aaa4fbe9-f474-4140-b10b-5257398ac308" providerId="AD" clId="Web-{31373D1B-2608-E999-04C5-53F7ACA94871}" dt="2025-09-09T20:31:02.224" v="235" actId="14100"/>
          <ac:spMkLst>
            <pc:docMk/>
            <pc:sldMk cId="3976156598" sldId="261"/>
            <ac:spMk id="11" creationId="{B2FDECB0-DD7F-CF54-549B-FA478E59A59F}"/>
          </ac:spMkLst>
        </pc:spChg>
        <pc:spChg chg="add mod">
          <ac:chgData name="Ryan Daniels" userId="S::rkd43@cam.ac.uk::aaa4fbe9-f474-4140-b10b-5257398ac308" providerId="AD" clId="Web-{31373D1B-2608-E999-04C5-53F7ACA94871}" dt="2025-09-09T20:31:11.053" v="238" actId="14100"/>
          <ac:spMkLst>
            <pc:docMk/>
            <pc:sldMk cId="3976156598" sldId="261"/>
            <ac:spMk id="12" creationId="{F6405785-CAEC-3131-A141-9F4EB96DB8F5}"/>
          </ac:spMkLst>
        </pc:spChg>
        <pc:spChg chg="add mod">
          <ac:chgData name="Ryan Daniels" userId="S::rkd43@cam.ac.uk::aaa4fbe9-f474-4140-b10b-5257398ac308" providerId="AD" clId="Web-{31373D1B-2608-E999-04C5-53F7ACA94871}" dt="2025-09-09T20:31:18.757" v="241" actId="14100"/>
          <ac:spMkLst>
            <pc:docMk/>
            <pc:sldMk cId="3976156598" sldId="261"/>
            <ac:spMk id="13" creationId="{880A20B4-3D66-6DB8-E9BD-B039C15B2888}"/>
          </ac:spMkLst>
        </pc:spChg>
        <pc:spChg chg="add mod">
          <ac:chgData name="Ryan Daniels" userId="S::rkd43@cam.ac.uk::aaa4fbe9-f474-4140-b10b-5257398ac308" providerId="AD" clId="Web-{31373D1B-2608-E999-04C5-53F7ACA94871}" dt="2025-09-09T20:32:45.214" v="260" actId="20577"/>
          <ac:spMkLst>
            <pc:docMk/>
            <pc:sldMk cId="3976156598" sldId="261"/>
            <ac:spMk id="14" creationId="{CAE6B1F6-9BA8-C6D2-EDA9-BB400380A643}"/>
          </ac:spMkLst>
        </pc:spChg>
      </pc:sldChg>
      <pc:sldChg chg="del">
        <pc:chgData name="Ryan Daniels" userId="S::rkd43@cam.ac.uk::aaa4fbe9-f474-4140-b10b-5257398ac308" providerId="AD" clId="Web-{31373D1B-2608-E999-04C5-53F7ACA94871}" dt="2025-09-09T19:28:03.617" v="54"/>
        <pc:sldMkLst>
          <pc:docMk/>
          <pc:sldMk cId="661156352" sldId="262"/>
        </pc:sldMkLst>
      </pc:sldChg>
      <pc:sldChg chg="addSp delSp modSp add replId addAnim delAnim">
        <pc:chgData name="Ryan Daniels" userId="S::rkd43@cam.ac.uk::aaa4fbe9-f474-4140-b10b-5257398ac308" providerId="AD" clId="Web-{31373D1B-2608-E999-04C5-53F7ACA94871}" dt="2025-09-09T20:34:37.512" v="290" actId="20577"/>
        <pc:sldMkLst>
          <pc:docMk/>
          <pc:sldMk cId="1287061977" sldId="262"/>
        </pc:sldMkLst>
        <pc:spChg chg="mod">
          <ac:chgData name="Ryan Daniels" userId="S::rkd43@cam.ac.uk::aaa4fbe9-f474-4140-b10b-5257398ac308" providerId="AD" clId="Web-{31373D1B-2608-E999-04C5-53F7ACA94871}" dt="2025-09-09T20:34:37.512" v="290" actId="20577"/>
          <ac:spMkLst>
            <pc:docMk/>
            <pc:sldMk cId="1287061977" sldId="262"/>
            <ac:spMk id="14" creationId="{7254B9F3-FEB3-C32D-B278-29497148BAD8}"/>
          </ac:spMkLst>
        </pc:spChg>
        <pc:spChg chg="add mod">
          <ac:chgData name="Ryan Daniels" userId="S::rkd43@cam.ac.uk::aaa4fbe9-f474-4140-b10b-5257398ac308" providerId="AD" clId="Web-{31373D1B-2608-E999-04C5-53F7ACA94871}" dt="2025-09-09T20:34:14.137" v="282"/>
          <ac:spMkLst>
            <pc:docMk/>
            <pc:sldMk cId="1287061977" sldId="262"/>
            <ac:spMk id="16" creationId="{839153F8-4457-6BD2-0D36-0896EABC4121}"/>
          </ac:spMkLst>
        </pc:spChg>
        <pc:spChg chg="add mod">
          <ac:chgData name="Ryan Daniels" userId="S::rkd43@cam.ac.uk::aaa4fbe9-f474-4140-b10b-5257398ac308" providerId="AD" clId="Web-{31373D1B-2608-E999-04C5-53F7ACA94871}" dt="2025-09-09T20:34:14.137" v="283"/>
          <ac:spMkLst>
            <pc:docMk/>
            <pc:sldMk cId="1287061977" sldId="262"/>
            <ac:spMk id="18" creationId="{F1B94677-CD84-1383-C609-6BCE2E13C11B}"/>
          </ac:spMkLst>
        </pc:spChg>
        <pc:spChg chg="add mod">
          <ac:chgData name="Ryan Daniels" userId="S::rkd43@cam.ac.uk::aaa4fbe9-f474-4140-b10b-5257398ac308" providerId="AD" clId="Web-{31373D1B-2608-E999-04C5-53F7ACA94871}" dt="2025-09-09T20:34:14.168" v="284"/>
          <ac:spMkLst>
            <pc:docMk/>
            <pc:sldMk cId="1287061977" sldId="262"/>
            <ac:spMk id="20" creationId="{8807FB0B-1F99-27E8-0C2A-383CEA095050}"/>
          </ac:spMkLst>
        </pc:spChg>
      </pc:sldChg>
      <pc:sldChg chg="modSp new">
        <pc:chgData name="Ryan Daniels" userId="S::rkd43@cam.ac.uk::aaa4fbe9-f474-4140-b10b-5257398ac308" providerId="AD" clId="Web-{31373D1B-2608-E999-04C5-53F7ACA94871}" dt="2025-09-09T20:49:40.139" v="436" actId="20577"/>
        <pc:sldMkLst>
          <pc:docMk/>
          <pc:sldMk cId="326570502" sldId="263"/>
        </pc:sldMkLst>
        <pc:spChg chg="mod">
          <ac:chgData name="Ryan Daniels" userId="S::rkd43@cam.ac.uk::aaa4fbe9-f474-4140-b10b-5257398ac308" providerId="AD" clId="Web-{31373D1B-2608-E999-04C5-53F7ACA94871}" dt="2025-09-09T20:34:54.934" v="301" actId="20577"/>
          <ac:spMkLst>
            <pc:docMk/>
            <pc:sldMk cId="326570502" sldId="263"/>
            <ac:spMk id="2" creationId="{5661D510-5029-A7C2-7889-4D93E186941C}"/>
          </ac:spMkLst>
        </pc:spChg>
        <pc:spChg chg="mod">
          <ac:chgData name="Ryan Daniels" userId="S::rkd43@cam.ac.uk::aaa4fbe9-f474-4140-b10b-5257398ac308" providerId="AD" clId="Web-{31373D1B-2608-E999-04C5-53F7ACA94871}" dt="2025-09-09T20:49:40.139" v="436" actId="20577"/>
          <ac:spMkLst>
            <pc:docMk/>
            <pc:sldMk cId="326570502" sldId="263"/>
            <ac:spMk id="3" creationId="{5EC40B49-B1EB-192B-33AD-FB721B8728BF}"/>
          </ac:spMkLst>
        </pc:spChg>
      </pc:sldChg>
      <pc:sldChg chg="addSp modSp new">
        <pc:chgData name="Ryan Daniels" userId="S::rkd43@cam.ac.uk::aaa4fbe9-f474-4140-b10b-5257398ac308" providerId="AD" clId="Web-{31373D1B-2608-E999-04C5-53F7ACA94871}" dt="2025-09-09T20:53:11.985" v="478" actId="14100"/>
        <pc:sldMkLst>
          <pc:docMk/>
          <pc:sldMk cId="1092932240" sldId="264"/>
        </pc:sldMkLst>
        <pc:spChg chg="mod">
          <ac:chgData name="Ryan Daniels" userId="S::rkd43@cam.ac.uk::aaa4fbe9-f474-4140-b10b-5257398ac308" providerId="AD" clId="Web-{31373D1B-2608-E999-04C5-53F7ACA94871}" dt="2025-09-09T20:50:20.343" v="446" actId="20577"/>
          <ac:spMkLst>
            <pc:docMk/>
            <pc:sldMk cId="1092932240" sldId="264"/>
            <ac:spMk id="2" creationId="{40AABFD0-07E4-B3F7-F1F1-CB37D83C94CB}"/>
          </ac:spMkLst>
        </pc:spChg>
        <pc:spChg chg="mod">
          <ac:chgData name="Ryan Daniels" userId="S::rkd43@cam.ac.uk::aaa4fbe9-f474-4140-b10b-5257398ac308" providerId="AD" clId="Web-{31373D1B-2608-E999-04C5-53F7ACA94871}" dt="2025-09-09T20:52:27.406" v="466" actId="20577"/>
          <ac:spMkLst>
            <pc:docMk/>
            <pc:sldMk cId="1092932240" sldId="264"/>
            <ac:spMk id="3" creationId="{4747CB60-43E9-83DB-A32C-EC72F3CAC32F}"/>
          </ac:spMkLst>
        </pc:spChg>
        <pc:spChg chg="add mod">
          <ac:chgData name="Ryan Daniels" userId="S::rkd43@cam.ac.uk::aaa4fbe9-f474-4140-b10b-5257398ac308" providerId="AD" clId="Web-{31373D1B-2608-E999-04C5-53F7ACA94871}" dt="2025-09-09T20:52:41.328" v="470" actId="1076"/>
          <ac:spMkLst>
            <pc:docMk/>
            <pc:sldMk cId="1092932240" sldId="264"/>
            <ac:spMk id="4" creationId="{A27B83CE-0B90-B191-1D1E-42EDFB477CB1}"/>
          </ac:spMkLst>
        </pc:spChg>
        <pc:spChg chg="add mod">
          <ac:chgData name="Ryan Daniels" userId="S::rkd43@cam.ac.uk::aaa4fbe9-f474-4140-b10b-5257398ac308" providerId="AD" clId="Web-{31373D1B-2608-E999-04C5-53F7ACA94871}" dt="2025-09-09T20:53:11.985" v="478" actId="14100"/>
          <ac:spMkLst>
            <pc:docMk/>
            <pc:sldMk cId="1092932240" sldId="264"/>
            <ac:spMk id="5" creationId="{94330A41-D83E-514C-328D-9FDA44208459}"/>
          </ac:spMkLst>
        </pc:spChg>
      </pc:sldChg>
    </pc:docChg>
  </pc:docChgLst>
  <pc:docChgLst>
    <pc:chgData name="Ryan Daniels" userId="S::rkd43@cam.ac.uk::aaa4fbe9-f474-4140-b10b-5257398ac308" providerId="AD" clId="Web-{F65AB4E2-1F65-E3AA-9FF1-82566DFBE91E}"/>
    <pc:docChg chg="addSld delSld modSld">
      <pc:chgData name="Ryan Daniels" userId="S::rkd43@cam.ac.uk::aaa4fbe9-f474-4140-b10b-5257398ac308" providerId="AD" clId="Web-{F65AB4E2-1F65-E3AA-9FF1-82566DFBE91E}" dt="2025-09-10T13:11:44.370" v="1069" actId="1076"/>
      <pc:docMkLst>
        <pc:docMk/>
      </pc:docMkLst>
      <pc:sldChg chg="del">
        <pc:chgData name="Ryan Daniels" userId="S::rkd43@cam.ac.uk::aaa4fbe9-f474-4140-b10b-5257398ac308" providerId="AD" clId="Web-{F65AB4E2-1F65-E3AA-9FF1-82566DFBE91E}" dt="2025-09-10T12:35:51.136" v="695"/>
        <pc:sldMkLst>
          <pc:docMk/>
          <pc:sldMk cId="2541353161" sldId="259"/>
        </pc:sldMkLst>
      </pc:sldChg>
      <pc:sldChg chg="addSp modSp addAnim">
        <pc:chgData name="Ryan Daniels" userId="S::rkd43@cam.ac.uk::aaa4fbe9-f474-4140-b10b-5257398ac308" providerId="AD" clId="Web-{F65AB4E2-1F65-E3AA-9FF1-82566DFBE91E}" dt="2025-09-10T10:36:32.958" v="33" actId="20577"/>
        <pc:sldMkLst>
          <pc:docMk/>
          <pc:sldMk cId="1092932240" sldId="264"/>
        </pc:sldMkLst>
        <pc:spChg chg="mod">
          <ac:chgData name="Ryan Daniels" userId="S::rkd43@cam.ac.uk::aaa4fbe9-f474-4140-b10b-5257398ac308" providerId="AD" clId="Web-{F65AB4E2-1F65-E3AA-9FF1-82566DFBE91E}" dt="2025-09-10T10:36:32.958" v="33" actId="20577"/>
          <ac:spMkLst>
            <pc:docMk/>
            <pc:sldMk cId="1092932240" sldId="264"/>
            <ac:spMk id="3" creationId="{4747CB60-43E9-83DB-A32C-EC72F3CAC32F}"/>
          </ac:spMkLst>
        </pc:spChg>
        <pc:spChg chg="mod">
          <ac:chgData name="Ryan Daniels" userId="S::rkd43@cam.ac.uk::aaa4fbe9-f474-4140-b10b-5257398ac308" providerId="AD" clId="Web-{F65AB4E2-1F65-E3AA-9FF1-82566DFBE91E}" dt="2025-09-10T10:28:01.680" v="4"/>
          <ac:spMkLst>
            <pc:docMk/>
            <pc:sldMk cId="1092932240" sldId="264"/>
            <ac:spMk id="4" creationId="{A27B83CE-0B90-B191-1D1E-42EDFB477CB1}"/>
          </ac:spMkLst>
        </pc:spChg>
        <pc:spChg chg="mod">
          <ac:chgData name="Ryan Daniels" userId="S::rkd43@cam.ac.uk::aaa4fbe9-f474-4140-b10b-5257398ac308" providerId="AD" clId="Web-{F65AB4E2-1F65-E3AA-9FF1-82566DFBE91E}" dt="2025-09-10T10:27:56.883" v="3"/>
          <ac:spMkLst>
            <pc:docMk/>
            <pc:sldMk cId="1092932240" sldId="264"/>
            <ac:spMk id="5" creationId="{94330A41-D83E-514C-328D-9FDA44208459}"/>
          </ac:spMkLst>
        </pc:spChg>
        <pc:spChg chg="add mod">
          <ac:chgData name="Ryan Daniels" userId="S::rkd43@cam.ac.uk::aaa4fbe9-f474-4140-b10b-5257398ac308" providerId="AD" clId="Web-{F65AB4E2-1F65-E3AA-9FF1-82566DFBE91E}" dt="2025-09-10T10:28:24.541" v="21" actId="1076"/>
          <ac:spMkLst>
            <pc:docMk/>
            <pc:sldMk cId="1092932240" sldId="264"/>
            <ac:spMk id="6" creationId="{E1694644-5CF9-5C0A-18B5-140F5E129B43}"/>
          </ac:spMkLst>
        </pc:spChg>
        <pc:spChg chg="add mod">
          <ac:chgData name="Ryan Daniels" userId="S::rkd43@cam.ac.uk::aaa4fbe9-f474-4140-b10b-5257398ac308" providerId="AD" clId="Web-{F65AB4E2-1F65-E3AA-9FF1-82566DFBE91E}" dt="2025-09-10T10:28:19.744" v="20" actId="20577"/>
          <ac:spMkLst>
            <pc:docMk/>
            <pc:sldMk cId="1092932240" sldId="264"/>
            <ac:spMk id="7" creationId="{63AFFDD9-C3A7-21A1-CAFA-2F2B99503423}"/>
          </ac:spMkLst>
        </pc:spChg>
      </pc:sldChg>
      <pc:sldChg chg="modSp new">
        <pc:chgData name="Ryan Daniels" userId="S::rkd43@cam.ac.uk::aaa4fbe9-f474-4140-b10b-5257398ac308" providerId="AD" clId="Web-{F65AB4E2-1F65-E3AA-9FF1-82566DFBE91E}" dt="2025-09-10T10:38:57.849" v="97" actId="20577"/>
        <pc:sldMkLst>
          <pc:docMk/>
          <pc:sldMk cId="3487346839" sldId="265"/>
        </pc:sldMkLst>
        <pc:spChg chg="mod">
          <ac:chgData name="Ryan Daniels" userId="S::rkd43@cam.ac.uk::aaa4fbe9-f474-4140-b10b-5257398ac308" providerId="AD" clId="Web-{F65AB4E2-1F65-E3AA-9FF1-82566DFBE91E}" dt="2025-09-10T10:36:46.473" v="39" actId="20577"/>
          <ac:spMkLst>
            <pc:docMk/>
            <pc:sldMk cId="3487346839" sldId="265"/>
            <ac:spMk id="2" creationId="{82AD401E-6F1D-0D28-B8FE-81EA85AE3C32}"/>
          </ac:spMkLst>
        </pc:spChg>
        <pc:spChg chg="mod">
          <ac:chgData name="Ryan Daniels" userId="S::rkd43@cam.ac.uk::aaa4fbe9-f474-4140-b10b-5257398ac308" providerId="AD" clId="Web-{F65AB4E2-1F65-E3AA-9FF1-82566DFBE91E}" dt="2025-09-10T10:38:57.849" v="97" actId="20577"/>
          <ac:spMkLst>
            <pc:docMk/>
            <pc:sldMk cId="3487346839" sldId="265"/>
            <ac:spMk id="3" creationId="{978C781F-9E2A-F6E6-5D38-F834036A377E}"/>
          </ac:spMkLst>
        </pc:spChg>
      </pc:sldChg>
      <pc:sldChg chg="addSp modSp new addAnim">
        <pc:chgData name="Ryan Daniels" userId="S::rkd43@cam.ac.uk::aaa4fbe9-f474-4140-b10b-5257398ac308" providerId="AD" clId="Web-{F65AB4E2-1F65-E3AA-9FF1-82566DFBE91E}" dt="2025-09-10T11:02:20.963" v="219"/>
        <pc:sldMkLst>
          <pc:docMk/>
          <pc:sldMk cId="3325971779" sldId="266"/>
        </pc:sldMkLst>
        <pc:spChg chg="mod">
          <ac:chgData name="Ryan Daniels" userId="S::rkd43@cam.ac.uk::aaa4fbe9-f474-4140-b10b-5257398ac308" providerId="AD" clId="Web-{F65AB4E2-1F65-E3AA-9FF1-82566DFBE91E}" dt="2025-09-10T10:56:20.341" v="100" actId="20577"/>
          <ac:spMkLst>
            <pc:docMk/>
            <pc:sldMk cId="3325971779" sldId="266"/>
            <ac:spMk id="2" creationId="{EFB791D2-2172-645B-3B3F-D3FF0FE3FF7D}"/>
          </ac:spMkLst>
        </pc:spChg>
        <pc:spChg chg="mod">
          <ac:chgData name="Ryan Daniels" userId="S::rkd43@cam.ac.uk::aaa4fbe9-f474-4140-b10b-5257398ac308" providerId="AD" clId="Web-{F65AB4E2-1F65-E3AA-9FF1-82566DFBE91E}" dt="2025-09-10T10:59:33.438" v="144" actId="20577"/>
          <ac:spMkLst>
            <pc:docMk/>
            <pc:sldMk cId="3325971779" sldId="266"/>
            <ac:spMk id="3" creationId="{C49A156B-DF8B-388F-A4F8-3CE7B23C290E}"/>
          </ac:spMkLst>
        </pc:spChg>
        <pc:picChg chg="add mod">
          <ac:chgData name="Ryan Daniels" userId="S::rkd43@cam.ac.uk::aaa4fbe9-f474-4140-b10b-5257398ac308" providerId="AD" clId="Web-{F65AB4E2-1F65-E3AA-9FF1-82566DFBE91E}" dt="2025-09-10T11:02:10.337" v="218" actId="1076"/>
          <ac:picMkLst>
            <pc:docMk/>
            <pc:sldMk cId="3325971779" sldId="266"/>
            <ac:picMk id="4" creationId="{8BF19A60-E733-0E60-18F7-03FD4C6A5AA0}"/>
          </ac:picMkLst>
        </pc:picChg>
      </pc:sldChg>
      <pc:sldChg chg="modSp new addAnim">
        <pc:chgData name="Ryan Daniels" userId="S::rkd43@cam.ac.uk::aaa4fbe9-f474-4140-b10b-5257398ac308" providerId="AD" clId="Web-{F65AB4E2-1F65-E3AA-9FF1-82566DFBE91E}" dt="2025-09-10T11:04:38.450" v="338"/>
        <pc:sldMkLst>
          <pc:docMk/>
          <pc:sldMk cId="4131536112" sldId="267"/>
        </pc:sldMkLst>
        <pc:spChg chg="mod">
          <ac:chgData name="Ryan Daniels" userId="S::rkd43@cam.ac.uk::aaa4fbe9-f474-4140-b10b-5257398ac308" providerId="AD" clId="Web-{F65AB4E2-1F65-E3AA-9FF1-82566DFBE91E}" dt="2025-09-10T11:02:54.026" v="222" actId="20577"/>
          <ac:spMkLst>
            <pc:docMk/>
            <pc:sldMk cId="4131536112" sldId="267"/>
            <ac:spMk id="2" creationId="{E93B4D38-EAF7-A293-0BB3-29E34C1C1C17}"/>
          </ac:spMkLst>
        </pc:spChg>
        <pc:spChg chg="mod">
          <ac:chgData name="Ryan Daniels" userId="S::rkd43@cam.ac.uk::aaa4fbe9-f474-4140-b10b-5257398ac308" providerId="AD" clId="Web-{F65AB4E2-1F65-E3AA-9FF1-82566DFBE91E}" dt="2025-09-10T11:04:38.293" v="337" actId="20577"/>
          <ac:spMkLst>
            <pc:docMk/>
            <pc:sldMk cId="4131536112" sldId="267"/>
            <ac:spMk id="3" creationId="{9D6986FD-B8C0-C8BC-6AA7-602FF540D331}"/>
          </ac:spMkLst>
        </pc:spChg>
      </pc:sldChg>
      <pc:sldChg chg="addSp delSp modSp new del mod setBg">
        <pc:chgData name="Ryan Daniels" userId="S::rkd43@cam.ac.uk::aaa4fbe9-f474-4140-b10b-5257398ac308" providerId="AD" clId="Web-{F65AB4E2-1F65-E3AA-9FF1-82566DFBE91E}" dt="2025-09-10T11:02:02.571" v="215"/>
        <pc:sldMkLst>
          <pc:docMk/>
          <pc:sldMk cId="4134432344" sldId="267"/>
        </pc:sldMkLst>
      </pc:sldChg>
      <pc:sldChg chg="addSp delSp modSp new">
        <pc:chgData name="Ryan Daniels" userId="S::rkd43@cam.ac.uk::aaa4fbe9-f474-4140-b10b-5257398ac308" providerId="AD" clId="Web-{F65AB4E2-1F65-E3AA-9FF1-82566DFBE91E}" dt="2025-09-10T11:24:34.919" v="437"/>
        <pc:sldMkLst>
          <pc:docMk/>
          <pc:sldMk cId="4094063873" sldId="268"/>
        </pc:sldMkLst>
        <pc:spChg chg="mod">
          <ac:chgData name="Ryan Daniels" userId="S::rkd43@cam.ac.uk::aaa4fbe9-f474-4140-b10b-5257398ac308" providerId="AD" clId="Web-{F65AB4E2-1F65-E3AA-9FF1-82566DFBE91E}" dt="2025-09-10T11:04:46.075" v="342" actId="20577"/>
          <ac:spMkLst>
            <pc:docMk/>
            <pc:sldMk cId="4094063873" sldId="268"/>
            <ac:spMk id="2" creationId="{5910E4E1-992F-AB73-5047-5A76A60522A1}"/>
          </ac:spMkLst>
        </pc:spChg>
        <pc:spChg chg="mod">
          <ac:chgData name="Ryan Daniels" userId="S::rkd43@cam.ac.uk::aaa4fbe9-f474-4140-b10b-5257398ac308" providerId="AD" clId="Web-{F65AB4E2-1F65-E3AA-9FF1-82566DFBE91E}" dt="2025-09-10T11:23:55.589" v="427" actId="1076"/>
          <ac:spMkLst>
            <pc:docMk/>
            <pc:sldMk cId="4094063873" sldId="268"/>
            <ac:spMk id="3" creationId="{221322B0-4DCE-5E66-8CCA-114DF0FCE3AD}"/>
          </ac:spMkLst>
        </pc:spChg>
        <pc:spChg chg="add mod">
          <ac:chgData name="Ryan Daniels" userId="S::rkd43@cam.ac.uk::aaa4fbe9-f474-4140-b10b-5257398ac308" providerId="AD" clId="Web-{F65AB4E2-1F65-E3AA-9FF1-82566DFBE91E}" dt="2025-09-10T11:24:09.589" v="430" actId="1076"/>
          <ac:spMkLst>
            <pc:docMk/>
            <pc:sldMk cId="4094063873" sldId="268"/>
            <ac:spMk id="4" creationId="{BAB7BF45-8628-49C0-80CA-FF91BC3BF335}"/>
          </ac:spMkLst>
        </pc:spChg>
        <pc:picChg chg="add mod">
          <ac:chgData name="Ryan Daniels" userId="S::rkd43@cam.ac.uk::aaa4fbe9-f474-4140-b10b-5257398ac308" providerId="AD" clId="Web-{F65AB4E2-1F65-E3AA-9FF1-82566DFBE91E}" dt="2025-09-10T11:06:42.919" v="356" actId="1076"/>
          <ac:picMkLst>
            <pc:docMk/>
            <pc:sldMk cId="4094063873" sldId="268"/>
            <ac:picMk id="6" creationId="{73C80FE5-09BA-EF5A-E98D-67C17155F100}"/>
          </ac:picMkLst>
        </pc:picChg>
      </pc:sldChg>
      <pc:sldChg chg="addSp delSp modSp new addAnim modAnim">
        <pc:chgData name="Ryan Daniels" userId="S::rkd43@cam.ac.uk::aaa4fbe9-f474-4140-b10b-5257398ac308" providerId="AD" clId="Web-{F65AB4E2-1F65-E3AA-9FF1-82566DFBE91E}" dt="2025-09-10T11:34:39.306" v="549"/>
        <pc:sldMkLst>
          <pc:docMk/>
          <pc:sldMk cId="4152589700" sldId="269"/>
        </pc:sldMkLst>
        <pc:spChg chg="mod">
          <ac:chgData name="Ryan Daniels" userId="S::rkd43@cam.ac.uk::aaa4fbe9-f474-4140-b10b-5257398ac308" providerId="AD" clId="Web-{F65AB4E2-1F65-E3AA-9FF1-82566DFBE91E}" dt="2025-09-10T11:24:48.528" v="440" actId="20577"/>
          <ac:spMkLst>
            <pc:docMk/>
            <pc:sldMk cId="4152589700" sldId="269"/>
            <ac:spMk id="2" creationId="{F7F0F3C5-2C2F-4371-3FD2-0C2039966C32}"/>
          </ac:spMkLst>
        </pc:spChg>
        <pc:spChg chg="add mod">
          <ac:chgData name="Ryan Daniels" userId="S::rkd43@cam.ac.uk::aaa4fbe9-f474-4140-b10b-5257398ac308" providerId="AD" clId="Web-{F65AB4E2-1F65-E3AA-9FF1-82566DFBE91E}" dt="2025-09-10T11:29:55.330" v="487" actId="1076"/>
          <ac:spMkLst>
            <pc:docMk/>
            <pc:sldMk cId="4152589700" sldId="269"/>
            <ac:spMk id="6" creationId="{2AAF318B-B501-BBC6-961D-1F7D6794E19F}"/>
          </ac:spMkLst>
        </pc:spChg>
        <pc:spChg chg="add mod">
          <ac:chgData name="Ryan Daniels" userId="S::rkd43@cam.ac.uk::aaa4fbe9-f474-4140-b10b-5257398ac308" providerId="AD" clId="Web-{F65AB4E2-1F65-E3AA-9FF1-82566DFBE91E}" dt="2025-09-10T11:29:59.377" v="488" actId="1076"/>
          <ac:spMkLst>
            <pc:docMk/>
            <pc:sldMk cId="4152589700" sldId="269"/>
            <ac:spMk id="8" creationId="{1743D966-7F0F-1F85-4D70-A08A28A2CB82}"/>
          </ac:spMkLst>
        </pc:spChg>
        <pc:spChg chg="add mod">
          <ac:chgData name="Ryan Daniels" userId="S::rkd43@cam.ac.uk::aaa4fbe9-f474-4140-b10b-5257398ac308" providerId="AD" clId="Web-{F65AB4E2-1F65-E3AA-9FF1-82566DFBE91E}" dt="2025-09-10T11:30:30.362" v="498" actId="1076"/>
          <ac:spMkLst>
            <pc:docMk/>
            <pc:sldMk cId="4152589700" sldId="269"/>
            <ac:spMk id="10" creationId="{499F8814-B54F-DAC9-66C1-305C9A200C45}"/>
          </ac:spMkLst>
        </pc:spChg>
        <pc:spChg chg="add mod">
          <ac:chgData name="Ryan Daniels" userId="S::rkd43@cam.ac.uk::aaa4fbe9-f474-4140-b10b-5257398ac308" providerId="AD" clId="Web-{F65AB4E2-1F65-E3AA-9FF1-82566DFBE91E}" dt="2025-09-10T11:30:42.909" v="501" actId="20577"/>
          <ac:spMkLst>
            <pc:docMk/>
            <pc:sldMk cId="4152589700" sldId="269"/>
            <ac:spMk id="11" creationId="{CC8607D0-63DA-50C4-6D53-4F1C53700527}"/>
          </ac:spMkLst>
        </pc:spChg>
        <pc:spChg chg="add mod">
          <ac:chgData name="Ryan Daniels" userId="S::rkd43@cam.ac.uk::aaa4fbe9-f474-4140-b10b-5257398ac308" providerId="AD" clId="Web-{F65AB4E2-1F65-E3AA-9FF1-82566DFBE91E}" dt="2025-09-10T11:30:54.799" v="505" actId="20577"/>
          <ac:spMkLst>
            <pc:docMk/>
            <pc:sldMk cId="4152589700" sldId="269"/>
            <ac:spMk id="12" creationId="{CA0AFEDB-98FF-B57D-F796-83BB1EF97050}"/>
          </ac:spMkLst>
        </pc:spChg>
        <pc:spChg chg="add mod">
          <ac:chgData name="Ryan Daniels" userId="S::rkd43@cam.ac.uk::aaa4fbe9-f474-4140-b10b-5257398ac308" providerId="AD" clId="Web-{F65AB4E2-1F65-E3AA-9FF1-82566DFBE91E}" dt="2025-09-10T11:31:37.347" v="511" actId="14100"/>
          <ac:spMkLst>
            <pc:docMk/>
            <pc:sldMk cId="4152589700" sldId="269"/>
            <ac:spMk id="13" creationId="{BDA19973-912E-558F-246D-058520869E1E}"/>
          </ac:spMkLst>
        </pc:spChg>
        <pc:spChg chg="add mod">
          <ac:chgData name="Ryan Daniels" userId="S::rkd43@cam.ac.uk::aaa4fbe9-f474-4140-b10b-5257398ac308" providerId="AD" clId="Web-{F65AB4E2-1F65-E3AA-9FF1-82566DFBE91E}" dt="2025-09-10T11:32:14.730" v="516"/>
          <ac:spMkLst>
            <pc:docMk/>
            <pc:sldMk cId="4152589700" sldId="269"/>
            <ac:spMk id="15" creationId="{60FACAAB-DCF4-B02C-83E7-67F5BBB97CFA}"/>
          </ac:spMkLst>
        </pc:spChg>
        <pc:spChg chg="add mod">
          <ac:chgData name="Ryan Daniels" userId="S::rkd43@cam.ac.uk::aaa4fbe9-f474-4140-b10b-5257398ac308" providerId="AD" clId="Web-{F65AB4E2-1F65-E3AA-9FF1-82566DFBE91E}" dt="2025-09-10T11:32:36.732" v="521" actId="1076"/>
          <ac:spMkLst>
            <pc:docMk/>
            <pc:sldMk cId="4152589700" sldId="269"/>
            <ac:spMk id="17" creationId="{79B08195-B2EF-92D7-5D87-DA2494D46AA8}"/>
          </ac:spMkLst>
        </pc:spChg>
        <pc:spChg chg="add mod">
          <ac:chgData name="Ryan Daniels" userId="S::rkd43@cam.ac.uk::aaa4fbe9-f474-4140-b10b-5257398ac308" providerId="AD" clId="Web-{F65AB4E2-1F65-E3AA-9FF1-82566DFBE91E}" dt="2025-09-10T11:32:47.264" v="523" actId="1076"/>
          <ac:spMkLst>
            <pc:docMk/>
            <pc:sldMk cId="4152589700" sldId="269"/>
            <ac:spMk id="19" creationId="{D2BAF563-B495-7565-A177-CC01F20DE977}"/>
          </ac:spMkLst>
        </pc:spChg>
        <pc:spChg chg="add mod">
          <ac:chgData name="Ryan Daniels" userId="S::rkd43@cam.ac.uk::aaa4fbe9-f474-4140-b10b-5257398ac308" providerId="AD" clId="Web-{F65AB4E2-1F65-E3AA-9FF1-82566DFBE91E}" dt="2025-09-10T11:34:32.291" v="548"/>
          <ac:spMkLst>
            <pc:docMk/>
            <pc:sldMk cId="4152589700" sldId="269"/>
            <ac:spMk id="20" creationId="{690B1CA2-BF04-9BF5-5A6C-F9DDC2813960}"/>
          </ac:spMkLst>
        </pc:spChg>
        <pc:graphicFrameChg chg="mod modGraphic">
          <ac:chgData name="Ryan Daniels" userId="S::rkd43@cam.ac.uk::aaa4fbe9-f474-4140-b10b-5257398ac308" providerId="AD" clId="Web-{F65AB4E2-1F65-E3AA-9FF1-82566DFBE91E}" dt="2025-09-10T11:29:52.080" v="486"/>
          <ac:graphicFrameMkLst>
            <pc:docMk/>
            <pc:sldMk cId="4152589700" sldId="269"/>
            <ac:graphicFrameMk id="5" creationId="{57E0E50B-593C-B994-4BAA-6F94738B6021}"/>
          </ac:graphicFrameMkLst>
        </pc:graphicFrameChg>
        <pc:graphicFrameChg chg="add mod modGraphic">
          <ac:chgData name="Ryan Daniels" userId="S::rkd43@cam.ac.uk::aaa4fbe9-f474-4140-b10b-5257398ac308" providerId="AD" clId="Web-{F65AB4E2-1F65-E3AA-9FF1-82566DFBE91E}" dt="2025-09-10T11:29:43.065" v="484"/>
          <ac:graphicFrameMkLst>
            <pc:docMk/>
            <pc:sldMk cId="4152589700" sldId="269"/>
            <ac:graphicFrameMk id="7" creationId="{7BCCE676-4814-0851-A170-FE0FC3D908FA}"/>
          </ac:graphicFrameMkLst>
        </pc:graphicFrameChg>
        <pc:graphicFrameChg chg="add mod modGraphic">
          <ac:chgData name="Ryan Daniels" userId="S::rkd43@cam.ac.uk::aaa4fbe9-f474-4140-b10b-5257398ac308" providerId="AD" clId="Web-{F65AB4E2-1F65-E3AA-9FF1-82566DFBE91E}" dt="2025-09-10T11:30:06.940" v="489" actId="1076"/>
          <ac:graphicFrameMkLst>
            <pc:docMk/>
            <pc:sldMk cId="4152589700" sldId="269"/>
            <ac:graphicFrameMk id="9" creationId="{3AA3BA39-15CC-3F28-0D20-7B1C2469C484}"/>
          </ac:graphicFrameMkLst>
        </pc:graphicFrameChg>
      </pc:sldChg>
      <pc:sldChg chg="addSp modSp new addAnim">
        <pc:chgData name="Ryan Daniels" userId="S::rkd43@cam.ac.uk::aaa4fbe9-f474-4140-b10b-5257398ac308" providerId="AD" clId="Web-{F65AB4E2-1F65-E3AA-9FF1-82566DFBE91E}" dt="2025-09-10T12:12:57.448" v="634"/>
        <pc:sldMkLst>
          <pc:docMk/>
          <pc:sldMk cId="2097773726" sldId="270"/>
        </pc:sldMkLst>
        <pc:spChg chg="mod">
          <ac:chgData name="Ryan Daniels" userId="S::rkd43@cam.ac.uk::aaa4fbe9-f474-4140-b10b-5257398ac308" providerId="AD" clId="Web-{F65AB4E2-1F65-E3AA-9FF1-82566DFBE91E}" dt="2025-09-10T12:08:31.257" v="553" actId="20577"/>
          <ac:spMkLst>
            <pc:docMk/>
            <pc:sldMk cId="2097773726" sldId="270"/>
            <ac:spMk id="2" creationId="{7A9F507B-5419-284B-C6F5-3A615A02C917}"/>
          </ac:spMkLst>
        </pc:spChg>
        <pc:spChg chg="mod">
          <ac:chgData name="Ryan Daniels" userId="S::rkd43@cam.ac.uk::aaa4fbe9-f474-4140-b10b-5257398ac308" providerId="AD" clId="Web-{F65AB4E2-1F65-E3AA-9FF1-82566DFBE91E}" dt="2025-09-10T12:08:39.007" v="572" actId="20577"/>
          <ac:spMkLst>
            <pc:docMk/>
            <pc:sldMk cId="2097773726" sldId="270"/>
            <ac:spMk id="3" creationId="{752A97F8-4355-F35C-8D2D-2D36AFE1A9B2}"/>
          </ac:spMkLst>
        </pc:spChg>
        <pc:spChg chg="add mod">
          <ac:chgData name="Ryan Daniels" userId="S::rkd43@cam.ac.uk::aaa4fbe9-f474-4140-b10b-5257398ac308" providerId="AD" clId="Web-{F65AB4E2-1F65-E3AA-9FF1-82566DFBE91E}" dt="2025-09-10T12:10:09.571" v="582" actId="1076"/>
          <ac:spMkLst>
            <pc:docMk/>
            <pc:sldMk cId="2097773726" sldId="270"/>
            <ac:spMk id="5" creationId="{99F17251-238A-5245-ED8F-D389B09F6397}"/>
          </ac:spMkLst>
        </pc:spChg>
        <pc:spChg chg="add mod">
          <ac:chgData name="Ryan Daniels" userId="S::rkd43@cam.ac.uk::aaa4fbe9-f474-4140-b10b-5257398ac308" providerId="AD" clId="Web-{F65AB4E2-1F65-E3AA-9FF1-82566DFBE91E}" dt="2025-09-10T12:10:21.790" v="586" actId="1076"/>
          <ac:spMkLst>
            <pc:docMk/>
            <pc:sldMk cId="2097773726" sldId="270"/>
            <ac:spMk id="6" creationId="{2A18B12D-992A-3CF3-CE8B-7A798D205A8F}"/>
          </ac:spMkLst>
        </pc:spChg>
        <pc:spChg chg="add mod">
          <ac:chgData name="Ryan Daniels" userId="S::rkd43@cam.ac.uk::aaa4fbe9-f474-4140-b10b-5257398ac308" providerId="AD" clId="Web-{F65AB4E2-1F65-E3AA-9FF1-82566DFBE91E}" dt="2025-09-10T12:11:30.463" v="611"/>
          <ac:spMkLst>
            <pc:docMk/>
            <pc:sldMk cId="2097773726" sldId="270"/>
            <ac:spMk id="7" creationId="{7E80571E-3275-EB34-8DD9-16CF08DC297E}"/>
          </ac:spMkLst>
        </pc:spChg>
        <pc:spChg chg="add mod">
          <ac:chgData name="Ryan Daniels" userId="S::rkd43@cam.ac.uk::aaa4fbe9-f474-4140-b10b-5257398ac308" providerId="AD" clId="Web-{F65AB4E2-1F65-E3AA-9FF1-82566DFBE91E}" dt="2025-09-10T12:11:47.979" v="623" actId="1076"/>
          <ac:spMkLst>
            <pc:docMk/>
            <pc:sldMk cId="2097773726" sldId="270"/>
            <ac:spMk id="8" creationId="{184FE5FD-6EFD-C230-E2C2-F225EA85D9ED}"/>
          </ac:spMkLst>
        </pc:spChg>
        <pc:picChg chg="add mod">
          <ac:chgData name="Ryan Daniels" userId="S::rkd43@cam.ac.uk::aaa4fbe9-f474-4140-b10b-5257398ac308" providerId="AD" clId="Web-{F65AB4E2-1F65-E3AA-9FF1-82566DFBE91E}" dt="2025-09-10T12:08:47.961" v="575" actId="1076"/>
          <ac:picMkLst>
            <pc:docMk/>
            <pc:sldMk cId="2097773726" sldId="270"/>
            <ac:picMk id="4" creationId="{31AF51C1-1461-0E90-8E38-03A76E31D0BC}"/>
          </ac:picMkLst>
        </pc:picChg>
        <pc:cxnChg chg="add mod">
          <ac:chgData name="Ryan Daniels" userId="S::rkd43@cam.ac.uk::aaa4fbe9-f474-4140-b10b-5257398ac308" providerId="AD" clId="Web-{F65AB4E2-1F65-E3AA-9FF1-82566DFBE91E}" dt="2025-09-10T12:12:19.714" v="628" actId="14100"/>
          <ac:cxnSpMkLst>
            <pc:docMk/>
            <pc:sldMk cId="2097773726" sldId="270"/>
            <ac:cxnSpMk id="9" creationId="{EBFF021E-7D50-92EA-C239-40552E284D4B}"/>
          </ac:cxnSpMkLst>
        </pc:cxnChg>
        <pc:cxnChg chg="add mod">
          <ac:chgData name="Ryan Daniels" userId="S::rkd43@cam.ac.uk::aaa4fbe9-f474-4140-b10b-5257398ac308" providerId="AD" clId="Web-{F65AB4E2-1F65-E3AA-9FF1-82566DFBE91E}" dt="2025-09-10T12:12:37.932" v="632" actId="1076"/>
          <ac:cxnSpMkLst>
            <pc:docMk/>
            <pc:sldMk cId="2097773726" sldId="270"/>
            <ac:cxnSpMk id="10" creationId="{6902A3E6-7EB9-B0E8-F5E7-107D570ED957}"/>
          </ac:cxnSpMkLst>
        </pc:cxnChg>
      </pc:sldChg>
      <pc:sldChg chg="addSp delSp modSp new">
        <pc:chgData name="Ryan Daniels" userId="S::rkd43@cam.ac.uk::aaa4fbe9-f474-4140-b10b-5257398ac308" providerId="AD" clId="Web-{F65AB4E2-1F65-E3AA-9FF1-82566DFBE91E}" dt="2025-09-10T12:33:00.504" v="659" actId="1076"/>
        <pc:sldMkLst>
          <pc:docMk/>
          <pc:sldMk cId="2592952460" sldId="271"/>
        </pc:sldMkLst>
        <pc:spChg chg="mod">
          <ac:chgData name="Ryan Daniels" userId="S::rkd43@cam.ac.uk::aaa4fbe9-f474-4140-b10b-5257398ac308" providerId="AD" clId="Web-{F65AB4E2-1F65-E3AA-9FF1-82566DFBE91E}" dt="2025-09-10T12:14:26.668" v="638" actId="20577"/>
          <ac:spMkLst>
            <pc:docMk/>
            <pc:sldMk cId="2592952460" sldId="271"/>
            <ac:spMk id="2" creationId="{66478D6F-10F6-4EF4-840E-4C42E91411CE}"/>
          </ac:spMkLst>
        </pc:spChg>
        <pc:spChg chg="add mod">
          <ac:chgData name="Ryan Daniels" userId="S::rkd43@cam.ac.uk::aaa4fbe9-f474-4140-b10b-5257398ac308" providerId="AD" clId="Web-{F65AB4E2-1F65-E3AA-9FF1-82566DFBE91E}" dt="2025-09-10T12:32:56.457" v="658" actId="1076"/>
          <ac:spMkLst>
            <pc:docMk/>
            <pc:sldMk cId="2592952460" sldId="271"/>
            <ac:spMk id="5" creationId="{07A7BA00-3EBE-3161-7F72-93A6A6EDF961}"/>
          </ac:spMkLst>
        </pc:spChg>
        <pc:picChg chg="add mod">
          <ac:chgData name="Ryan Daniels" userId="S::rkd43@cam.ac.uk::aaa4fbe9-f474-4140-b10b-5257398ac308" providerId="AD" clId="Web-{F65AB4E2-1F65-E3AA-9FF1-82566DFBE91E}" dt="2025-09-10T12:33:00.504" v="659" actId="1076"/>
          <ac:picMkLst>
            <pc:docMk/>
            <pc:sldMk cId="2592952460" sldId="271"/>
            <ac:picMk id="4" creationId="{1A713E44-C94C-32BC-9C28-C1C8EF2A2EF4}"/>
          </ac:picMkLst>
        </pc:picChg>
        <pc:picChg chg="add mod">
          <ac:chgData name="Ryan Daniels" userId="S::rkd43@cam.ac.uk::aaa4fbe9-f474-4140-b10b-5257398ac308" providerId="AD" clId="Web-{F65AB4E2-1F65-E3AA-9FF1-82566DFBE91E}" dt="2025-09-10T12:32:51.645" v="657" actId="14100"/>
          <ac:picMkLst>
            <pc:docMk/>
            <pc:sldMk cId="2592952460" sldId="271"/>
            <ac:picMk id="6" creationId="{B6EB8F37-C781-5DBC-D8F0-6A85AE8B1423}"/>
          </ac:picMkLst>
        </pc:picChg>
      </pc:sldChg>
      <pc:sldChg chg="modSp new addAnim">
        <pc:chgData name="Ryan Daniels" userId="S::rkd43@cam.ac.uk::aaa4fbe9-f474-4140-b10b-5257398ac308" providerId="AD" clId="Web-{F65AB4E2-1F65-E3AA-9FF1-82566DFBE91E}" dt="2025-09-10T12:48:00.885" v="780"/>
        <pc:sldMkLst>
          <pc:docMk/>
          <pc:sldMk cId="3676266752" sldId="272"/>
        </pc:sldMkLst>
        <pc:spChg chg="mod">
          <ac:chgData name="Ryan Daniels" userId="S::rkd43@cam.ac.uk::aaa4fbe9-f474-4140-b10b-5257398ac308" providerId="AD" clId="Web-{F65AB4E2-1F65-E3AA-9FF1-82566DFBE91E}" dt="2025-09-10T12:35:38.260" v="684" actId="20577"/>
          <ac:spMkLst>
            <pc:docMk/>
            <pc:sldMk cId="3676266752" sldId="272"/>
            <ac:spMk id="2" creationId="{268A7160-7041-A4C4-8034-D2431F880BBA}"/>
          </ac:spMkLst>
        </pc:spChg>
        <pc:spChg chg="mod">
          <ac:chgData name="Ryan Daniels" userId="S::rkd43@cam.ac.uk::aaa4fbe9-f474-4140-b10b-5257398ac308" providerId="AD" clId="Web-{F65AB4E2-1F65-E3AA-9FF1-82566DFBE91E}" dt="2025-09-10T12:48:00.791" v="779" actId="20577"/>
          <ac:spMkLst>
            <pc:docMk/>
            <pc:sldMk cId="3676266752" sldId="272"/>
            <ac:spMk id="3" creationId="{9699037D-F63D-083F-2A55-35B68EFE526B}"/>
          </ac:spMkLst>
        </pc:spChg>
      </pc:sldChg>
      <pc:sldChg chg="addSp delSp modSp add replId">
        <pc:chgData name="Ryan Daniels" userId="S::rkd43@cam.ac.uk::aaa4fbe9-f474-4140-b10b-5257398ac308" providerId="AD" clId="Web-{F65AB4E2-1F65-E3AA-9FF1-82566DFBE91E}" dt="2025-09-10T12:33:56.131" v="672" actId="1076"/>
        <pc:sldMkLst>
          <pc:docMk/>
          <pc:sldMk cId="4108364247" sldId="273"/>
        </pc:sldMkLst>
        <pc:picChg chg="add mod">
          <ac:chgData name="Ryan Daniels" userId="S::rkd43@cam.ac.uk::aaa4fbe9-f474-4140-b10b-5257398ac308" providerId="AD" clId="Web-{F65AB4E2-1F65-E3AA-9FF1-82566DFBE91E}" dt="2025-09-10T12:33:56.131" v="672" actId="1076"/>
          <ac:picMkLst>
            <pc:docMk/>
            <pc:sldMk cId="4108364247" sldId="273"/>
            <ac:picMk id="3" creationId="{4BADAB90-25DE-0EB3-5E51-56DD17C79D0A}"/>
          </ac:picMkLst>
        </pc:picChg>
      </pc:sldChg>
      <pc:sldChg chg="addSp delSp modSp add replId">
        <pc:chgData name="Ryan Daniels" userId="S::rkd43@cam.ac.uk::aaa4fbe9-f474-4140-b10b-5257398ac308" providerId="AD" clId="Web-{F65AB4E2-1F65-E3AA-9FF1-82566DFBE91E}" dt="2025-09-10T12:35:24.712" v="679" actId="1076"/>
        <pc:sldMkLst>
          <pc:docMk/>
          <pc:sldMk cId="3535614385" sldId="274"/>
        </pc:sldMkLst>
        <pc:picChg chg="add mod">
          <ac:chgData name="Ryan Daniels" userId="S::rkd43@cam.ac.uk::aaa4fbe9-f474-4140-b10b-5257398ac308" providerId="AD" clId="Web-{F65AB4E2-1F65-E3AA-9FF1-82566DFBE91E}" dt="2025-09-10T12:35:24.712" v="679" actId="1076"/>
          <ac:picMkLst>
            <pc:docMk/>
            <pc:sldMk cId="3535614385" sldId="274"/>
            <ac:picMk id="4" creationId="{D297DF6F-4C31-0FFD-A3ED-5A0C7AF80AC7}"/>
          </ac:picMkLst>
        </pc:picChg>
      </pc:sldChg>
      <pc:sldChg chg="addSp delSp modSp new">
        <pc:chgData name="Ryan Daniels" userId="S::rkd43@cam.ac.uk::aaa4fbe9-f474-4140-b10b-5257398ac308" providerId="AD" clId="Web-{F65AB4E2-1F65-E3AA-9FF1-82566DFBE91E}" dt="2025-09-10T12:56:05.912" v="817" actId="1076"/>
        <pc:sldMkLst>
          <pc:docMk/>
          <pc:sldMk cId="883995503" sldId="275"/>
        </pc:sldMkLst>
        <pc:spChg chg="mod">
          <ac:chgData name="Ryan Daniels" userId="S::rkd43@cam.ac.uk::aaa4fbe9-f474-4140-b10b-5257398ac308" providerId="AD" clId="Web-{F65AB4E2-1F65-E3AA-9FF1-82566DFBE91E}" dt="2025-09-10T12:49:24.263" v="784" actId="20577"/>
          <ac:spMkLst>
            <pc:docMk/>
            <pc:sldMk cId="883995503" sldId="275"/>
            <ac:spMk id="2" creationId="{54E68E6B-DD0E-7E14-81A1-6D6946D6888D}"/>
          </ac:spMkLst>
        </pc:spChg>
        <pc:spChg chg="add mod">
          <ac:chgData name="Ryan Daniels" userId="S::rkd43@cam.ac.uk::aaa4fbe9-f474-4140-b10b-5257398ac308" providerId="AD" clId="Web-{F65AB4E2-1F65-E3AA-9FF1-82566DFBE91E}" dt="2025-09-10T12:55:27.160" v="814" actId="1076"/>
          <ac:spMkLst>
            <pc:docMk/>
            <pc:sldMk cId="883995503" sldId="275"/>
            <ac:spMk id="7" creationId="{5C4D721E-B831-F1F9-BCDE-58D3BC5CB3DB}"/>
          </ac:spMkLst>
        </pc:spChg>
        <pc:spChg chg="add mod">
          <ac:chgData name="Ryan Daniels" userId="S::rkd43@cam.ac.uk::aaa4fbe9-f474-4140-b10b-5257398ac308" providerId="AD" clId="Web-{F65AB4E2-1F65-E3AA-9FF1-82566DFBE91E}" dt="2025-09-10T12:55:31.019" v="815" actId="1076"/>
          <ac:spMkLst>
            <pc:docMk/>
            <pc:sldMk cId="883995503" sldId="275"/>
            <ac:spMk id="8" creationId="{2FFEA6E3-B8AB-44E6-062B-2731F7DC0E00}"/>
          </ac:spMkLst>
        </pc:spChg>
        <pc:picChg chg="add mod">
          <ac:chgData name="Ryan Daniels" userId="S::rkd43@cam.ac.uk::aaa4fbe9-f474-4140-b10b-5257398ac308" providerId="AD" clId="Web-{F65AB4E2-1F65-E3AA-9FF1-82566DFBE91E}" dt="2025-09-10T12:56:05.912" v="817" actId="1076"/>
          <ac:picMkLst>
            <pc:docMk/>
            <pc:sldMk cId="883995503" sldId="275"/>
            <ac:picMk id="4" creationId="{D464A4DE-48BA-0BCA-1878-4F3A1F3EA939}"/>
          </ac:picMkLst>
        </pc:picChg>
        <pc:picChg chg="add mod">
          <ac:chgData name="Ryan Daniels" userId="S::rkd43@cam.ac.uk::aaa4fbe9-f474-4140-b10b-5257398ac308" providerId="AD" clId="Web-{F65AB4E2-1F65-E3AA-9FF1-82566DFBE91E}" dt="2025-09-10T12:56:05.865" v="816" actId="1076"/>
          <ac:picMkLst>
            <pc:docMk/>
            <pc:sldMk cId="883995503" sldId="275"/>
            <ac:picMk id="6" creationId="{CF34977B-D2FD-ED4B-F3A6-0B31AABCDD6B}"/>
          </ac:picMkLst>
        </pc:picChg>
      </pc:sldChg>
      <pc:sldChg chg="modSp new">
        <pc:chgData name="Ryan Daniels" userId="S::rkd43@cam.ac.uk::aaa4fbe9-f474-4140-b10b-5257398ac308" providerId="AD" clId="Web-{F65AB4E2-1F65-E3AA-9FF1-82566DFBE91E}" dt="2025-09-10T12:59:09.201" v="882" actId="20577"/>
        <pc:sldMkLst>
          <pc:docMk/>
          <pc:sldMk cId="3705023032" sldId="276"/>
        </pc:sldMkLst>
        <pc:spChg chg="mod">
          <ac:chgData name="Ryan Daniels" userId="S::rkd43@cam.ac.uk::aaa4fbe9-f474-4140-b10b-5257398ac308" providerId="AD" clId="Web-{F65AB4E2-1F65-E3AA-9FF1-82566DFBE91E}" dt="2025-09-10T12:58:15.715" v="830" actId="20577"/>
          <ac:spMkLst>
            <pc:docMk/>
            <pc:sldMk cId="3705023032" sldId="276"/>
            <ac:spMk id="2" creationId="{006ADB7A-22BD-0921-8DFF-77F35CD77FD6}"/>
          </ac:spMkLst>
        </pc:spChg>
        <pc:spChg chg="mod">
          <ac:chgData name="Ryan Daniels" userId="S::rkd43@cam.ac.uk::aaa4fbe9-f474-4140-b10b-5257398ac308" providerId="AD" clId="Web-{F65AB4E2-1F65-E3AA-9FF1-82566DFBE91E}" dt="2025-09-10T12:59:09.201" v="882" actId="20577"/>
          <ac:spMkLst>
            <pc:docMk/>
            <pc:sldMk cId="3705023032" sldId="276"/>
            <ac:spMk id="3" creationId="{C63DB0B1-6033-EDAF-88F3-0A39B0364298}"/>
          </ac:spMkLst>
        </pc:spChg>
      </pc:sldChg>
      <pc:sldChg chg="modSp new addAnim">
        <pc:chgData name="Ryan Daniels" userId="S::rkd43@cam.ac.uk::aaa4fbe9-f474-4140-b10b-5257398ac308" providerId="AD" clId="Web-{F65AB4E2-1F65-E3AA-9FF1-82566DFBE91E}" dt="2025-09-10T13:03:59.692" v="941"/>
        <pc:sldMkLst>
          <pc:docMk/>
          <pc:sldMk cId="2182650416" sldId="277"/>
        </pc:sldMkLst>
        <pc:spChg chg="mod">
          <ac:chgData name="Ryan Daniels" userId="S::rkd43@cam.ac.uk::aaa4fbe9-f474-4140-b10b-5257398ac308" providerId="AD" clId="Web-{F65AB4E2-1F65-E3AA-9FF1-82566DFBE91E}" dt="2025-09-10T12:59:25.061" v="891" actId="20577"/>
          <ac:spMkLst>
            <pc:docMk/>
            <pc:sldMk cId="2182650416" sldId="277"/>
            <ac:spMk id="2" creationId="{388991E1-0208-4FBF-1F88-348049F3697C}"/>
          </ac:spMkLst>
        </pc:spChg>
        <pc:spChg chg="mod">
          <ac:chgData name="Ryan Daniels" userId="S::rkd43@cam.ac.uk::aaa4fbe9-f474-4140-b10b-5257398ac308" providerId="AD" clId="Web-{F65AB4E2-1F65-E3AA-9FF1-82566DFBE91E}" dt="2025-09-10T13:03:59.176" v="940" actId="20577"/>
          <ac:spMkLst>
            <pc:docMk/>
            <pc:sldMk cId="2182650416" sldId="277"/>
            <ac:spMk id="3" creationId="{7147FBD6-2320-7259-EDBF-188C2D1B2275}"/>
          </ac:spMkLst>
        </pc:spChg>
      </pc:sldChg>
      <pc:sldChg chg="addSp delSp modSp new addAnim">
        <pc:chgData name="Ryan Daniels" userId="S::rkd43@cam.ac.uk::aaa4fbe9-f474-4140-b10b-5257398ac308" providerId="AD" clId="Web-{F65AB4E2-1F65-E3AA-9FF1-82566DFBE91E}" dt="2025-09-10T13:09:07.655" v="1058" actId="688"/>
        <pc:sldMkLst>
          <pc:docMk/>
          <pc:sldMk cId="1873103986" sldId="278"/>
        </pc:sldMkLst>
        <pc:spChg chg="mod">
          <ac:chgData name="Ryan Daniels" userId="S::rkd43@cam.ac.uk::aaa4fbe9-f474-4140-b10b-5257398ac308" providerId="AD" clId="Web-{F65AB4E2-1F65-E3AA-9FF1-82566DFBE91E}" dt="2025-09-10T13:04:40.505" v="950" actId="20577"/>
          <ac:spMkLst>
            <pc:docMk/>
            <pc:sldMk cId="1873103986" sldId="278"/>
            <ac:spMk id="2" creationId="{73002EDD-E8EC-F9D4-80A7-0F5B8A571D65}"/>
          </ac:spMkLst>
        </pc:spChg>
        <pc:spChg chg="add mod">
          <ac:chgData name="Ryan Daniels" userId="S::rkd43@cam.ac.uk::aaa4fbe9-f474-4140-b10b-5257398ac308" providerId="AD" clId="Web-{F65AB4E2-1F65-E3AA-9FF1-82566DFBE91E}" dt="2025-09-10T13:09:07.655" v="1058" actId="688"/>
          <ac:spMkLst>
            <pc:docMk/>
            <pc:sldMk cId="1873103986" sldId="278"/>
            <ac:spMk id="7" creationId="{25CCE899-80CC-8941-E6F7-26AFAE2885C7}"/>
          </ac:spMkLst>
        </pc:spChg>
        <pc:spChg chg="add mod">
          <ac:chgData name="Ryan Daniels" userId="S::rkd43@cam.ac.uk::aaa4fbe9-f474-4140-b10b-5257398ac308" providerId="AD" clId="Web-{F65AB4E2-1F65-E3AA-9FF1-82566DFBE91E}" dt="2025-09-10T13:07:45.309" v="1046"/>
          <ac:spMkLst>
            <pc:docMk/>
            <pc:sldMk cId="1873103986" sldId="278"/>
            <ac:spMk id="8" creationId="{EA48B52D-1BDB-CB1B-02BB-61C31E2A1C5D}"/>
          </ac:spMkLst>
        </pc:spChg>
        <pc:spChg chg="add mod">
          <ac:chgData name="Ryan Daniels" userId="S::rkd43@cam.ac.uk::aaa4fbe9-f474-4140-b10b-5257398ac308" providerId="AD" clId="Web-{F65AB4E2-1F65-E3AA-9FF1-82566DFBE91E}" dt="2025-09-10T13:07:53.137" v="1047" actId="1076"/>
          <ac:spMkLst>
            <pc:docMk/>
            <pc:sldMk cId="1873103986" sldId="278"/>
            <ac:spMk id="10" creationId="{842437B9-7683-15C0-BD10-EA764A439D2C}"/>
          </ac:spMkLst>
        </pc:spChg>
        <pc:graphicFrameChg chg="add mod ord modGraphic">
          <ac:chgData name="Ryan Daniels" userId="S::rkd43@cam.ac.uk::aaa4fbe9-f474-4140-b10b-5257398ac308" providerId="AD" clId="Web-{F65AB4E2-1F65-E3AA-9FF1-82566DFBE91E}" dt="2025-09-10T13:05:26.396" v="1014" actId="1076"/>
          <ac:graphicFrameMkLst>
            <pc:docMk/>
            <pc:sldMk cId="1873103986" sldId="278"/>
            <ac:graphicFrameMk id="5" creationId="{78790C0D-B67A-D2B8-AA46-FADA5F6F4B75}"/>
          </ac:graphicFrameMkLst>
        </pc:graphicFrameChg>
        <pc:cxnChg chg="add mod">
          <ac:chgData name="Ryan Daniels" userId="S::rkd43@cam.ac.uk::aaa4fbe9-f474-4140-b10b-5257398ac308" providerId="AD" clId="Web-{F65AB4E2-1F65-E3AA-9FF1-82566DFBE91E}" dt="2025-09-10T13:08:39.780" v="1056"/>
          <ac:cxnSpMkLst>
            <pc:docMk/>
            <pc:sldMk cId="1873103986" sldId="278"/>
            <ac:cxnSpMk id="11" creationId="{CC946AE5-511B-82AF-8C58-1F369B872F3F}"/>
          </ac:cxnSpMkLst>
        </pc:cxnChg>
      </pc:sldChg>
      <pc:sldChg chg="addSp delSp modSp new">
        <pc:chgData name="Ryan Daniels" userId="S::rkd43@cam.ac.uk::aaa4fbe9-f474-4140-b10b-5257398ac308" providerId="AD" clId="Web-{F65AB4E2-1F65-E3AA-9FF1-82566DFBE91E}" dt="2025-09-10T13:11:44.370" v="1069" actId="1076"/>
        <pc:sldMkLst>
          <pc:docMk/>
          <pc:sldMk cId="4134047132" sldId="279"/>
        </pc:sldMkLst>
        <pc:spChg chg="mod">
          <ac:chgData name="Ryan Daniels" userId="S::rkd43@cam.ac.uk::aaa4fbe9-f474-4140-b10b-5257398ac308" providerId="AD" clId="Web-{F65AB4E2-1F65-E3AA-9FF1-82566DFBE91E}" dt="2025-09-10T13:09:36.172" v="1065" actId="20577"/>
          <ac:spMkLst>
            <pc:docMk/>
            <pc:sldMk cId="4134047132" sldId="279"/>
            <ac:spMk id="2" creationId="{3799B203-4B63-F84A-F64A-1DE602A626DC}"/>
          </ac:spMkLst>
        </pc:spChg>
        <pc:picChg chg="add mod">
          <ac:chgData name="Ryan Daniels" userId="S::rkd43@cam.ac.uk::aaa4fbe9-f474-4140-b10b-5257398ac308" providerId="AD" clId="Web-{F65AB4E2-1F65-E3AA-9FF1-82566DFBE91E}" dt="2025-09-10T13:11:44.370" v="1069" actId="1076"/>
          <ac:picMkLst>
            <pc:docMk/>
            <pc:sldMk cId="4134047132" sldId="279"/>
            <ac:picMk id="4" creationId="{839AB5C8-7E6E-EC48-3931-4515DDB24025}"/>
          </ac:picMkLst>
        </pc:picChg>
      </pc:sldChg>
    </pc:docChg>
  </pc:docChgLst>
  <pc:docChgLst>
    <pc:chgData name="Ryan Daniels" userId="S::rkd43@cam.ac.uk::aaa4fbe9-f474-4140-b10b-5257398ac308" providerId="AD" clId="Web-{B27FED6F-2118-6CA6-D178-8D790376C88C}"/>
    <pc:docChg chg="addSld modSld">
      <pc:chgData name="Ryan Daniels" userId="S::rkd43@cam.ac.uk::aaa4fbe9-f474-4140-b10b-5257398ac308" providerId="AD" clId="Web-{B27FED6F-2118-6CA6-D178-8D790376C88C}" dt="2025-09-13T12:18:03.001" v="11" actId="20577"/>
      <pc:docMkLst>
        <pc:docMk/>
      </pc:docMkLst>
      <pc:sldChg chg="modSp add">
        <pc:chgData name="Ryan Daniels" userId="S::rkd43@cam.ac.uk::aaa4fbe9-f474-4140-b10b-5257398ac308" providerId="AD" clId="Web-{B27FED6F-2118-6CA6-D178-8D790376C88C}" dt="2025-09-13T12:16:53.438" v="4" actId="20577"/>
        <pc:sldMkLst>
          <pc:docMk/>
          <pc:sldMk cId="1428519072" sldId="280"/>
        </pc:sldMkLst>
        <pc:spChg chg="mod">
          <ac:chgData name="Ryan Daniels" userId="S::rkd43@cam.ac.uk::aaa4fbe9-f474-4140-b10b-5257398ac308" providerId="AD" clId="Web-{B27FED6F-2118-6CA6-D178-8D790376C88C}" dt="2025-09-13T12:16:53.438" v="4" actId="20577"/>
          <ac:spMkLst>
            <pc:docMk/>
            <pc:sldMk cId="1428519072" sldId="280"/>
            <ac:spMk id="3" creationId="{22E98EEC-A183-EB50-71EE-4D5B026B9A2A}"/>
          </ac:spMkLst>
        </pc:spChg>
      </pc:sldChg>
      <pc:sldChg chg="modSp add">
        <pc:chgData name="Ryan Daniels" userId="S::rkd43@cam.ac.uk::aaa4fbe9-f474-4140-b10b-5257398ac308" providerId="AD" clId="Web-{B27FED6F-2118-6CA6-D178-8D790376C88C}" dt="2025-09-13T12:18:03.001" v="11" actId="20577"/>
        <pc:sldMkLst>
          <pc:docMk/>
          <pc:sldMk cId="1674635684" sldId="281"/>
        </pc:sldMkLst>
        <pc:spChg chg="mod">
          <ac:chgData name="Ryan Daniels" userId="S::rkd43@cam.ac.uk::aaa4fbe9-f474-4140-b10b-5257398ac308" providerId="AD" clId="Web-{B27FED6F-2118-6CA6-D178-8D790376C88C}" dt="2025-09-13T12:17:48.970" v="8" actId="20577"/>
          <ac:spMkLst>
            <pc:docMk/>
            <pc:sldMk cId="1674635684" sldId="281"/>
            <ac:spMk id="2" creationId="{339590DD-67C2-C59B-EB17-B7F37D8F35C1}"/>
          </ac:spMkLst>
        </pc:spChg>
        <pc:spChg chg="mod">
          <ac:chgData name="Ryan Daniels" userId="S::rkd43@cam.ac.uk::aaa4fbe9-f474-4140-b10b-5257398ac308" providerId="AD" clId="Web-{B27FED6F-2118-6CA6-D178-8D790376C88C}" dt="2025-09-13T12:18:03.001" v="11" actId="20577"/>
          <ac:spMkLst>
            <pc:docMk/>
            <pc:sldMk cId="1674635684" sldId="281"/>
            <ac:spMk id="3" creationId="{2BDCA483-7D3C-9891-B9D6-94D966CE0A0A}"/>
          </ac:spMkLst>
        </pc:spChg>
      </pc:sldChg>
    </pc:docChg>
  </pc:docChgLst>
  <pc:docChgLst>
    <pc:chgData name="Ryan Daniels" userId="S::rkd43@cam.ac.uk::aaa4fbe9-f474-4140-b10b-5257398ac308" providerId="AD" clId="Web-{DE5B6FF1-E635-79C9-ACBF-A9BCDF1780FF}"/>
    <pc:docChg chg="modSld">
      <pc:chgData name="Ryan Daniels" userId="S::rkd43@cam.ac.uk::aaa4fbe9-f474-4140-b10b-5257398ac308" providerId="AD" clId="Web-{DE5B6FF1-E635-79C9-ACBF-A9BCDF1780FF}" dt="2025-07-29T09:21:09.674" v="8" actId="20577"/>
      <pc:docMkLst>
        <pc:docMk/>
      </pc:docMkLst>
      <pc:sldChg chg="modSp">
        <pc:chgData name="Ryan Daniels" userId="S::rkd43@cam.ac.uk::aaa4fbe9-f474-4140-b10b-5257398ac308" providerId="AD" clId="Web-{DE5B6FF1-E635-79C9-ACBF-A9BCDF1780FF}" dt="2025-07-29T09:21:09.674" v="8" actId="20577"/>
        <pc:sldMkLst>
          <pc:docMk/>
          <pc:sldMk cId="109857222" sldId="25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0382AD-F4DE-5244-99F0-D1973462CD0B}" type="datetimeFigureOut">
              <a:rPr lang="en-US" smtClean="0"/>
              <a:t>5/8/26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8383924-A25F-B742-842B-F50923AECB75}" type="slidenum">
              <a:rPr lang="en-US" smtClean="0"/>
              <a:t>‹#›</a:t>
            </a:fld>
            <a:endParaRPr lang="en-US"/>
          </a:p>
        </p:txBody>
      </p:sp>
    </p:spTree>
    <p:extLst>
      <p:ext uri="{BB962C8B-B14F-4D97-AF65-F5344CB8AC3E}">
        <p14:creationId xmlns:p14="http://schemas.microsoft.com/office/powerpoint/2010/main" val="546775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Deepseek-R1 matched </a:t>
            </a:r>
            <a:r>
              <a:rPr lang="en-US" dirty="0" err="1"/>
              <a:t>OpenAIs</a:t>
            </a:r>
            <a:r>
              <a:rPr lang="en-US" dirty="0"/>
              <a:t> GPT-4 on many tasks. Beat it on coding and </a:t>
            </a:r>
            <a:r>
              <a:rPr lang="en-US" dirty="0" err="1"/>
              <a:t>maths</a:t>
            </a:r>
            <a:r>
              <a:rPr lang="en-US" dirty="0"/>
              <a:t> benchmarks most importantly</a:t>
            </a:r>
          </a:p>
          <a:p>
            <a:endParaRPr lang="en-US" dirty="0"/>
          </a:p>
          <a:p>
            <a:r>
              <a:rPr lang="en-US" dirty="0"/>
              <a:t>3-4x less compute for training</a:t>
            </a:r>
          </a:p>
          <a:p>
            <a:endParaRPr lang="en-US" dirty="0"/>
          </a:p>
          <a:p>
            <a:r>
              <a:rPr lang="en-US" dirty="0" err="1"/>
              <a:t>Deepseek</a:t>
            </a:r>
            <a:r>
              <a:rPr lang="en-US" dirty="0"/>
              <a:t>: 5-6 million</a:t>
            </a:r>
          </a:p>
          <a:p>
            <a:r>
              <a:rPr lang="en-US" dirty="0"/>
              <a:t>GPT-4 : 100+ million (cited </a:t>
            </a:r>
            <a:r>
              <a:rPr lang="en-US" dirty="0" err="1"/>
              <a:t>esimates</a:t>
            </a:r>
            <a:r>
              <a:rPr lang="en-US" dirty="0"/>
              <a:t>)</a:t>
            </a:r>
          </a:p>
          <a:p>
            <a:endParaRPr lang="en-US" dirty="0"/>
          </a:p>
          <a:p>
            <a:r>
              <a:rPr lang="en-US" dirty="0"/>
              <a:t>Not just “scaling wins”, post-training via fine-tuning with supervised fine tuning and clever RL (GRPO) works – wake up call for industry!</a:t>
            </a:r>
          </a:p>
          <a:p>
            <a:endParaRPr lang="en-US" dirty="0"/>
          </a:p>
        </p:txBody>
      </p:sp>
      <p:sp>
        <p:nvSpPr>
          <p:cNvPr id="4" name="Slide Number Placeholder 3"/>
          <p:cNvSpPr>
            <a:spLocks noGrp="1"/>
          </p:cNvSpPr>
          <p:nvPr>
            <p:ph type="sldNum" sz="quarter" idx="5"/>
          </p:nvPr>
        </p:nvSpPr>
        <p:spPr/>
        <p:txBody>
          <a:bodyPr/>
          <a:lstStyle/>
          <a:p>
            <a:fld id="{E8383924-A25F-B742-842B-F50923AECB75}" type="slidenum">
              <a:rPr lang="en-US" smtClean="0"/>
              <a:t>1</a:t>
            </a:fld>
            <a:endParaRPr lang="en-US"/>
          </a:p>
        </p:txBody>
      </p:sp>
    </p:spTree>
    <p:extLst>
      <p:ext uri="{BB962C8B-B14F-4D97-AF65-F5344CB8AC3E}">
        <p14:creationId xmlns:p14="http://schemas.microsoft.com/office/powerpoint/2010/main" val="34125740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Constitutional AI: </a:t>
            </a:r>
          </a:p>
          <a:p>
            <a:endParaRPr lang="en-US" dirty="0"/>
          </a:p>
          <a:p>
            <a:r>
              <a:rPr lang="en-US" dirty="0"/>
              <a:t>Invented by Anthropic</a:t>
            </a:r>
          </a:p>
          <a:p>
            <a:r>
              <a:rPr lang="en-US" dirty="0"/>
              <a:t>In</a:t>
            </a:r>
            <a:r>
              <a:rPr lang="en-GB" dirty="0"/>
              <a:t>stead of asking humans to rank "which response is safer?", CAI gives the model a </a:t>
            </a:r>
            <a:r>
              <a:rPr lang="en-GB" b="0" dirty="0"/>
              <a:t>set of principles (a "constitution").</a:t>
            </a:r>
            <a:r>
              <a:rPr lang="en-GB" dirty="0"/>
              <a:t> Then trains the model to critique and revise its own outputs according to those principles.</a:t>
            </a:r>
            <a:endParaRPr lang="en-US" dirty="0"/>
          </a:p>
        </p:txBody>
      </p:sp>
      <p:sp>
        <p:nvSpPr>
          <p:cNvPr id="4" name="Slide Number Placeholder 3"/>
          <p:cNvSpPr>
            <a:spLocks noGrp="1"/>
          </p:cNvSpPr>
          <p:nvPr>
            <p:ph type="sldNum" sz="quarter" idx="5"/>
          </p:nvPr>
        </p:nvSpPr>
        <p:spPr/>
        <p:txBody>
          <a:bodyPr/>
          <a:lstStyle/>
          <a:p>
            <a:fld id="{E8383924-A25F-B742-842B-F50923AECB75}" type="slidenum">
              <a:rPr lang="en-US" smtClean="0"/>
              <a:t>5</a:t>
            </a:fld>
            <a:endParaRPr lang="en-US"/>
          </a:p>
        </p:txBody>
      </p:sp>
    </p:spTree>
    <p:extLst>
      <p:ext uri="{BB962C8B-B14F-4D97-AF65-F5344CB8AC3E}">
        <p14:creationId xmlns:p14="http://schemas.microsoft.com/office/powerpoint/2010/main" val="743805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going to take a particular look at an example of fine-tuning</a:t>
            </a:r>
          </a:p>
        </p:txBody>
      </p:sp>
      <p:sp>
        <p:nvSpPr>
          <p:cNvPr id="4" name="Slide Number Placeholder 3"/>
          <p:cNvSpPr>
            <a:spLocks noGrp="1"/>
          </p:cNvSpPr>
          <p:nvPr>
            <p:ph type="sldNum" sz="quarter" idx="5"/>
          </p:nvPr>
        </p:nvSpPr>
        <p:spPr/>
        <p:txBody>
          <a:bodyPr/>
          <a:lstStyle/>
          <a:p>
            <a:fld id="{E8383924-A25F-B742-842B-F50923AECB75}" type="slidenum">
              <a:rPr lang="en-US" smtClean="0"/>
              <a:t>6</a:t>
            </a:fld>
            <a:endParaRPr lang="en-US"/>
          </a:p>
        </p:txBody>
      </p:sp>
    </p:spTree>
    <p:extLst>
      <p:ext uri="{BB962C8B-B14F-4D97-AF65-F5344CB8AC3E}">
        <p14:creationId xmlns:p14="http://schemas.microsoft.com/office/powerpoint/2010/main" val="10926760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8383924-A25F-B742-842B-F50923AECB75}" type="slidenum">
              <a:rPr lang="en-US" smtClean="0"/>
              <a:t>7</a:t>
            </a:fld>
            <a:endParaRPr lang="en-US"/>
          </a:p>
        </p:txBody>
      </p:sp>
    </p:spTree>
    <p:extLst>
      <p:ext uri="{BB962C8B-B14F-4D97-AF65-F5344CB8AC3E}">
        <p14:creationId xmlns:p14="http://schemas.microsoft.com/office/powerpoint/2010/main" val="19549902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if we decided to instruction tune by just continuing to train the model after the pre-training (this is referred to as full fine-tuning)</a:t>
            </a:r>
          </a:p>
        </p:txBody>
      </p:sp>
      <p:sp>
        <p:nvSpPr>
          <p:cNvPr id="4" name="Slide Number Placeholder 3"/>
          <p:cNvSpPr>
            <a:spLocks noGrp="1"/>
          </p:cNvSpPr>
          <p:nvPr>
            <p:ph type="sldNum" sz="quarter" idx="5"/>
          </p:nvPr>
        </p:nvSpPr>
        <p:spPr/>
        <p:txBody>
          <a:bodyPr/>
          <a:lstStyle/>
          <a:p>
            <a:fld id="{E8383924-A25F-B742-842B-F50923AECB75}" type="slidenum">
              <a:rPr lang="en-US" smtClean="0"/>
              <a:t>14</a:t>
            </a:fld>
            <a:endParaRPr lang="en-US"/>
          </a:p>
        </p:txBody>
      </p:sp>
    </p:spTree>
    <p:extLst>
      <p:ext uri="{BB962C8B-B14F-4D97-AF65-F5344CB8AC3E}">
        <p14:creationId xmlns:p14="http://schemas.microsoft.com/office/powerpoint/2010/main" val="6824884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t>
            </a:r>
          </a:p>
        </p:txBody>
      </p:sp>
      <p:sp>
        <p:nvSpPr>
          <p:cNvPr id="4" name="Slide Number Placeholder 3"/>
          <p:cNvSpPr>
            <a:spLocks noGrp="1"/>
          </p:cNvSpPr>
          <p:nvPr>
            <p:ph type="sldNum" sz="quarter" idx="5"/>
          </p:nvPr>
        </p:nvSpPr>
        <p:spPr/>
        <p:txBody>
          <a:bodyPr/>
          <a:lstStyle/>
          <a:p>
            <a:fld id="{E8383924-A25F-B742-842B-F50923AECB75}" type="slidenum">
              <a:rPr lang="en-US" smtClean="0"/>
              <a:t>16</a:t>
            </a:fld>
            <a:endParaRPr lang="en-US"/>
          </a:p>
        </p:txBody>
      </p:sp>
    </p:spTree>
    <p:extLst>
      <p:ext uri="{BB962C8B-B14F-4D97-AF65-F5344CB8AC3E}">
        <p14:creationId xmlns:p14="http://schemas.microsoft.com/office/powerpoint/2010/main" val="14316615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08/05/2026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08/05/2026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08/05/2026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08/05/2026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08/05/2026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08/05/2026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08/05/2026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08/05/2026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08/05/2026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08/05/2026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08/05/2026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08/05/2026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Making Sense of The DeepSeek Moment">
            <a:extLst>
              <a:ext uri="{FF2B5EF4-FFF2-40B4-BE49-F238E27FC236}">
                <a16:creationId xmlns:a16="http://schemas.microsoft.com/office/drawing/2014/main" id="{7F8B14D9-244C-9FE2-9ED3-59C9123750A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20775" y="1608199"/>
            <a:ext cx="6750449" cy="379712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02AB264E-0FF8-0AD8-E5DD-BA7AB41207A1}"/>
              </a:ext>
            </a:extLst>
          </p:cNvPr>
          <p:cNvPicPr>
            <a:picLocks noChangeAspect="1"/>
          </p:cNvPicPr>
          <p:nvPr/>
        </p:nvPicPr>
        <p:blipFill>
          <a:blip r:embed="rId4"/>
          <a:stretch>
            <a:fillRect/>
          </a:stretch>
        </p:blipFill>
        <p:spPr>
          <a:xfrm>
            <a:off x="838200" y="5322837"/>
            <a:ext cx="7772400" cy="1170038"/>
          </a:xfrm>
          <a:prstGeom prst="rect">
            <a:avLst/>
          </a:prstGeom>
        </p:spPr>
      </p:pic>
      <p:pic>
        <p:nvPicPr>
          <p:cNvPr id="6" name="Picture 4" descr="Nvidia stock plunges as Chinese firm DeepSeek reveals cheap AI">
            <a:extLst>
              <a:ext uri="{FF2B5EF4-FFF2-40B4-BE49-F238E27FC236}">
                <a16:creationId xmlns:a16="http://schemas.microsoft.com/office/drawing/2014/main" id="{B7FF5725-190E-9C47-9A79-9FC96BA7764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555305" y="864276"/>
            <a:ext cx="4875497" cy="3088744"/>
          </a:xfrm>
          <a:prstGeom prst="rect">
            <a:avLst/>
          </a:prstGeom>
          <a:noFill/>
          <a:extLst>
            <a:ext uri="{909E8E84-426E-40DD-AFC4-6F175D3DCCD1}">
              <a14:hiddenFill xmlns:a14="http://schemas.microsoft.com/office/drawing/2010/main">
                <a:solidFill>
                  <a:srgbClr val="FFFFFF"/>
                </a:solidFill>
              </a14:hiddenFill>
            </a:ext>
          </a:extLst>
        </p:spPr>
      </p:pic>
      <p:sp>
        <p:nvSpPr>
          <p:cNvPr id="7" name="Title 1">
            <a:extLst>
              <a:ext uri="{FF2B5EF4-FFF2-40B4-BE49-F238E27FC236}">
                <a16:creationId xmlns:a16="http://schemas.microsoft.com/office/drawing/2014/main" id="{40AB241E-E318-1577-669B-80DC39CCE147}"/>
              </a:ext>
            </a:extLst>
          </p:cNvPr>
          <p:cNvSpPr>
            <a:spLocks noGrp="1"/>
          </p:cNvSpPr>
          <p:nvPr>
            <p:ph type="title"/>
          </p:nvPr>
        </p:nvSpPr>
        <p:spPr>
          <a:xfrm>
            <a:off x="838200" y="365125"/>
            <a:ext cx="10515600" cy="1325563"/>
          </a:xfrm>
        </p:spPr>
        <p:txBody>
          <a:bodyPr/>
          <a:lstStyle/>
          <a:p>
            <a:r>
              <a:rPr lang="en-US" dirty="0"/>
              <a:t>January 2025</a:t>
            </a:r>
          </a:p>
        </p:txBody>
      </p:sp>
      <p:pic>
        <p:nvPicPr>
          <p:cNvPr id="8" name="Picture 7">
            <a:extLst>
              <a:ext uri="{FF2B5EF4-FFF2-40B4-BE49-F238E27FC236}">
                <a16:creationId xmlns:a16="http://schemas.microsoft.com/office/drawing/2014/main" id="{6D9FBDFF-81A8-9BA9-556F-CF68C10163C5}"/>
              </a:ext>
            </a:extLst>
          </p:cNvPr>
          <p:cNvPicPr>
            <a:picLocks noChangeAspect="1"/>
          </p:cNvPicPr>
          <p:nvPr/>
        </p:nvPicPr>
        <p:blipFill>
          <a:blip r:embed="rId6"/>
          <a:stretch>
            <a:fillRect/>
          </a:stretch>
        </p:blipFill>
        <p:spPr>
          <a:xfrm>
            <a:off x="838200" y="1653625"/>
            <a:ext cx="4373880" cy="1775375"/>
          </a:xfrm>
          <a:prstGeom prst="rect">
            <a:avLst/>
          </a:prstGeom>
        </p:spPr>
      </p:pic>
      <p:sp>
        <p:nvSpPr>
          <p:cNvPr id="9" name="Content Placeholder 2">
            <a:extLst>
              <a:ext uri="{FF2B5EF4-FFF2-40B4-BE49-F238E27FC236}">
                <a16:creationId xmlns:a16="http://schemas.microsoft.com/office/drawing/2014/main" id="{2A136882-EAEF-347F-9359-B8B96AA56595}"/>
              </a:ext>
            </a:extLst>
          </p:cNvPr>
          <p:cNvSpPr>
            <a:spLocks noGrp="1"/>
          </p:cNvSpPr>
          <p:nvPr>
            <p:ph idx="1"/>
          </p:nvPr>
        </p:nvSpPr>
        <p:spPr>
          <a:xfrm>
            <a:off x="8993053" y="6149249"/>
            <a:ext cx="2912608" cy="457073"/>
          </a:xfrm>
        </p:spPr>
        <p:txBody>
          <a:bodyPr>
            <a:normAutofit/>
          </a:bodyPr>
          <a:lstStyle/>
          <a:p>
            <a:pPr marL="0" indent="0">
              <a:buNone/>
            </a:pPr>
            <a:r>
              <a:rPr lang="en-GB" sz="2400" dirty="0">
                <a:solidFill>
                  <a:schemeClr val="tx1">
                    <a:lumMod val="50000"/>
                  </a:schemeClr>
                </a:solidFill>
              </a:rPr>
              <a:t>arXiv:2501.12948v2</a:t>
            </a:r>
          </a:p>
          <a:p>
            <a:endParaRPr lang="en-US" sz="2400" dirty="0">
              <a:solidFill>
                <a:schemeClr val="tx1">
                  <a:lumMod val="50000"/>
                </a:schemeClr>
              </a:solidFill>
            </a:endParaRPr>
          </a:p>
          <a:p>
            <a:endParaRPr lang="en-US" sz="2400" dirty="0">
              <a:solidFill>
                <a:schemeClr val="tx1">
                  <a:lumMod val="50000"/>
                </a:schemeClr>
              </a:solidFill>
            </a:endParaRPr>
          </a:p>
        </p:txBody>
      </p:sp>
    </p:spTree>
    <p:extLst>
      <p:ext uri="{BB962C8B-B14F-4D97-AF65-F5344CB8AC3E}">
        <p14:creationId xmlns:p14="http://schemas.microsoft.com/office/powerpoint/2010/main" val="20693943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Which response do you prefer? : r/ChatGPT">
            <a:extLst>
              <a:ext uri="{FF2B5EF4-FFF2-40B4-BE49-F238E27FC236}">
                <a16:creationId xmlns:a16="http://schemas.microsoft.com/office/drawing/2014/main" id="{BC1227CE-909D-9CF5-D93D-8D52B398620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52337" y="365125"/>
            <a:ext cx="4547623" cy="3538496"/>
          </a:xfrm>
          <a:prstGeom prst="rect">
            <a:avLst/>
          </a:prstGeom>
          <a:noFill/>
          <a:extLst>
            <a:ext uri="{909E8E84-426E-40DD-AFC4-6F175D3DCCD1}">
              <a14:hiddenFill xmlns:a14="http://schemas.microsoft.com/office/drawing/2010/main">
                <a:solidFill>
                  <a:srgbClr val="FFFFFF"/>
                </a:solidFill>
              </a14:hiddenFill>
            </a:ext>
          </a:extLst>
        </p:spPr>
      </p:pic>
      <p:sp>
        <p:nvSpPr>
          <p:cNvPr id="5" name="Title 1">
            <a:extLst>
              <a:ext uri="{FF2B5EF4-FFF2-40B4-BE49-F238E27FC236}">
                <a16:creationId xmlns:a16="http://schemas.microsoft.com/office/drawing/2014/main" id="{C05A176A-A206-82E3-D237-A289D6259F4F}"/>
              </a:ext>
            </a:extLst>
          </p:cNvPr>
          <p:cNvSpPr>
            <a:spLocks noGrp="1"/>
          </p:cNvSpPr>
          <p:nvPr>
            <p:ph type="title"/>
          </p:nvPr>
        </p:nvSpPr>
        <p:spPr>
          <a:xfrm>
            <a:off x="838200" y="365125"/>
            <a:ext cx="10515600" cy="1325563"/>
          </a:xfrm>
        </p:spPr>
        <p:txBody>
          <a:bodyPr/>
          <a:lstStyle/>
          <a:p>
            <a:r>
              <a:rPr lang="en-US" dirty="0"/>
              <a:t>Look Familiar?</a:t>
            </a:r>
          </a:p>
        </p:txBody>
      </p:sp>
      <p:pic>
        <p:nvPicPr>
          <p:cNvPr id="6" name="Picture 5">
            <a:extLst>
              <a:ext uri="{FF2B5EF4-FFF2-40B4-BE49-F238E27FC236}">
                <a16:creationId xmlns:a16="http://schemas.microsoft.com/office/drawing/2014/main" id="{A700C7F1-2E08-0850-8B5C-8BADF35867E4}"/>
              </a:ext>
            </a:extLst>
          </p:cNvPr>
          <p:cNvPicPr>
            <a:picLocks noChangeAspect="1"/>
          </p:cNvPicPr>
          <p:nvPr/>
        </p:nvPicPr>
        <p:blipFill>
          <a:blip r:embed="rId3"/>
          <a:srcRect b="65199"/>
          <a:stretch>
            <a:fillRect/>
          </a:stretch>
        </p:blipFill>
        <p:spPr>
          <a:xfrm>
            <a:off x="838200" y="1605836"/>
            <a:ext cx="4367543" cy="1772440"/>
          </a:xfrm>
          <a:prstGeom prst="rect">
            <a:avLst/>
          </a:prstGeom>
        </p:spPr>
      </p:pic>
      <p:pic>
        <p:nvPicPr>
          <p:cNvPr id="7" name="Picture 6">
            <a:extLst>
              <a:ext uri="{FF2B5EF4-FFF2-40B4-BE49-F238E27FC236}">
                <a16:creationId xmlns:a16="http://schemas.microsoft.com/office/drawing/2014/main" id="{B3B337E8-820E-725A-4EE9-75F3BC5F4FDB}"/>
              </a:ext>
            </a:extLst>
          </p:cNvPr>
          <p:cNvPicPr>
            <a:picLocks noChangeAspect="1"/>
          </p:cNvPicPr>
          <p:nvPr/>
        </p:nvPicPr>
        <p:blipFill>
          <a:blip r:embed="rId4"/>
          <a:stretch>
            <a:fillRect/>
          </a:stretch>
        </p:blipFill>
        <p:spPr>
          <a:xfrm>
            <a:off x="5359652" y="3566693"/>
            <a:ext cx="4689694" cy="1927379"/>
          </a:xfrm>
          <a:prstGeom prst="rect">
            <a:avLst/>
          </a:prstGeom>
        </p:spPr>
      </p:pic>
      <p:pic>
        <p:nvPicPr>
          <p:cNvPr id="8" name="Picture 7">
            <a:extLst>
              <a:ext uri="{FF2B5EF4-FFF2-40B4-BE49-F238E27FC236}">
                <a16:creationId xmlns:a16="http://schemas.microsoft.com/office/drawing/2014/main" id="{1779863B-74C8-C56B-0D33-D9C5542A4E29}"/>
              </a:ext>
            </a:extLst>
          </p:cNvPr>
          <p:cNvPicPr>
            <a:picLocks noChangeAspect="1"/>
          </p:cNvPicPr>
          <p:nvPr/>
        </p:nvPicPr>
        <p:blipFill>
          <a:blip r:embed="rId5"/>
          <a:stretch>
            <a:fillRect/>
          </a:stretch>
        </p:blipFill>
        <p:spPr>
          <a:xfrm>
            <a:off x="5359652" y="5494072"/>
            <a:ext cx="4689694" cy="998803"/>
          </a:xfrm>
          <a:prstGeom prst="rect">
            <a:avLst/>
          </a:prstGeom>
        </p:spPr>
      </p:pic>
    </p:spTree>
    <p:extLst>
      <p:ext uri="{BB962C8B-B14F-4D97-AF65-F5344CB8AC3E}">
        <p14:creationId xmlns:p14="http://schemas.microsoft.com/office/powerpoint/2010/main" val="40689116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algn="l"/>
            <a:r>
              <a:rPr lang="en-GB" dirty="0"/>
              <a:t>Post-training &amp; Fine-tuning</a:t>
            </a:r>
            <a:endParaRPr lang="en-US" dirty="0"/>
          </a:p>
        </p:txBody>
      </p:sp>
      <p:sp>
        <p:nvSpPr>
          <p:cNvPr id="3" name="Subtitle 2"/>
          <p:cNvSpPr>
            <a:spLocks noGrp="1"/>
          </p:cNvSpPr>
          <p:nvPr>
            <p:ph type="subTitle" idx="1"/>
          </p:nvPr>
        </p:nvSpPr>
        <p:spPr/>
        <p:txBody>
          <a:bodyPr vert="horz" lIns="91440" tIns="45720" rIns="91440" bIns="45720" rtlCol="0" anchor="t">
            <a:normAutofit/>
          </a:bodyPr>
          <a:lstStyle/>
          <a:p>
            <a:pPr algn="l"/>
            <a:r>
              <a:rPr lang="en-GB" dirty="0"/>
              <a:t>This can be hard...</a:t>
            </a:r>
            <a:endParaRPr lang="en-US" dirty="0"/>
          </a:p>
        </p:txBody>
      </p:sp>
      <p:pic>
        <p:nvPicPr>
          <p:cNvPr id="4" name="Picture 3" descr="A cartoon of a llama wearing a cape and mask&#10;&#10;AI-generated content may be incorrect.">
            <a:extLst>
              <a:ext uri="{FF2B5EF4-FFF2-40B4-BE49-F238E27FC236}">
                <a16:creationId xmlns:a16="http://schemas.microsoft.com/office/drawing/2014/main" id="{8C1F30E1-A063-CBEC-4A1E-70285759ED91}"/>
              </a:ext>
            </a:extLst>
          </p:cNvPr>
          <p:cNvPicPr>
            <a:picLocks noChangeAspect="1"/>
          </p:cNvPicPr>
          <p:nvPr/>
        </p:nvPicPr>
        <p:blipFill>
          <a:blip r:embed="rId2"/>
          <a:stretch>
            <a:fillRect/>
          </a:stretch>
        </p:blipFill>
        <p:spPr>
          <a:xfrm>
            <a:off x="9729884" y="3844540"/>
            <a:ext cx="1876233" cy="2809587"/>
          </a:xfrm>
          <a:prstGeom prst="rect">
            <a:avLst/>
          </a:prstGeom>
        </p:spPr>
      </p:pic>
    </p:spTree>
    <p:extLst>
      <p:ext uri="{BB962C8B-B14F-4D97-AF65-F5344CB8AC3E}">
        <p14:creationId xmlns:p14="http://schemas.microsoft.com/office/powerpoint/2010/main" val="1098572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9F883-023F-E83F-3CA6-A48F4262D59E}"/>
              </a:ext>
            </a:extLst>
          </p:cNvPr>
          <p:cNvSpPr>
            <a:spLocks noGrp="1"/>
          </p:cNvSpPr>
          <p:nvPr>
            <p:ph type="title"/>
          </p:nvPr>
        </p:nvSpPr>
        <p:spPr/>
        <p:txBody>
          <a:bodyPr/>
          <a:lstStyle/>
          <a:p>
            <a:r>
              <a:rPr lang="en-GB" dirty="0"/>
              <a:t>Overview</a:t>
            </a:r>
          </a:p>
        </p:txBody>
      </p:sp>
      <p:sp>
        <p:nvSpPr>
          <p:cNvPr id="3" name="Content Placeholder 2">
            <a:extLst>
              <a:ext uri="{FF2B5EF4-FFF2-40B4-BE49-F238E27FC236}">
                <a16:creationId xmlns:a16="http://schemas.microsoft.com/office/drawing/2014/main" id="{2159D3BC-C33D-67A8-234F-164E6ED9B86F}"/>
              </a:ext>
            </a:extLst>
          </p:cNvPr>
          <p:cNvSpPr>
            <a:spLocks noGrp="1"/>
          </p:cNvSpPr>
          <p:nvPr>
            <p:ph idx="1"/>
          </p:nvPr>
        </p:nvSpPr>
        <p:spPr/>
        <p:txBody>
          <a:bodyPr vert="horz" lIns="91440" tIns="45720" rIns="91440" bIns="45720" rtlCol="0" anchor="t">
            <a:normAutofit/>
          </a:bodyPr>
          <a:lstStyle/>
          <a:p>
            <a:r>
              <a:rPr lang="en-GB" dirty="0"/>
              <a:t>Why?</a:t>
            </a:r>
          </a:p>
          <a:p>
            <a:r>
              <a:rPr lang="en-GB" dirty="0"/>
              <a:t>Post-training vs. Fine-tuning</a:t>
            </a:r>
          </a:p>
          <a:p>
            <a:r>
              <a:rPr lang="en-GB" dirty="0"/>
              <a:t>Instruction tuning</a:t>
            </a:r>
            <a:endParaRPr lang="en-US" dirty="0"/>
          </a:p>
          <a:p>
            <a:r>
              <a:rPr lang="en-GB" dirty="0" err="1"/>
              <a:t>LoRA</a:t>
            </a:r>
            <a:r>
              <a:rPr lang="en-GB" dirty="0"/>
              <a:t> and </a:t>
            </a:r>
            <a:r>
              <a:rPr lang="en-GB" dirty="0" err="1"/>
              <a:t>qLoRA</a:t>
            </a:r>
            <a:endParaRPr lang="en-GB" dirty="0"/>
          </a:p>
        </p:txBody>
      </p:sp>
    </p:spTree>
    <p:extLst>
      <p:ext uri="{BB962C8B-B14F-4D97-AF65-F5344CB8AC3E}">
        <p14:creationId xmlns:p14="http://schemas.microsoft.com/office/powerpoint/2010/main" val="37980110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58774-6613-E599-7090-58B9D1B98E3B}"/>
              </a:ext>
            </a:extLst>
          </p:cNvPr>
          <p:cNvSpPr>
            <a:spLocks noGrp="1"/>
          </p:cNvSpPr>
          <p:nvPr>
            <p:ph type="title"/>
          </p:nvPr>
        </p:nvSpPr>
        <p:spPr/>
        <p:txBody>
          <a:bodyPr/>
          <a:lstStyle/>
          <a:p>
            <a:r>
              <a:rPr lang="en-US" dirty="0"/>
              <a:t>Post-training vs. Fine-tuning</a:t>
            </a:r>
          </a:p>
        </p:txBody>
      </p:sp>
      <p:sp>
        <p:nvSpPr>
          <p:cNvPr id="3" name="Content Placeholder 2">
            <a:extLst>
              <a:ext uri="{FF2B5EF4-FFF2-40B4-BE49-F238E27FC236}">
                <a16:creationId xmlns:a16="http://schemas.microsoft.com/office/drawing/2014/main" id="{84F41ED1-E8F9-660D-E51E-6BA3C1C9BF8B}"/>
              </a:ext>
            </a:extLst>
          </p:cNvPr>
          <p:cNvSpPr>
            <a:spLocks noGrp="1"/>
          </p:cNvSpPr>
          <p:nvPr>
            <p:ph idx="1"/>
          </p:nvPr>
        </p:nvSpPr>
        <p:spPr/>
        <p:txBody>
          <a:bodyPr/>
          <a:lstStyle/>
          <a:p>
            <a:pPr marL="0" indent="0">
              <a:buNone/>
            </a:pPr>
            <a:r>
              <a:rPr lang="en-GB" dirty="0"/>
              <a:t>Post-training refers to </a:t>
            </a:r>
            <a:r>
              <a:rPr lang="en-GB" b="1" dirty="0"/>
              <a:t>everything that happens after the initial pre-training</a:t>
            </a:r>
            <a:r>
              <a:rPr lang="en-GB" dirty="0"/>
              <a:t> phase. It's an umbrella term covering all techniques used to shape model behaviour or align it with human preferences</a:t>
            </a:r>
            <a:r>
              <a:rPr lang="en-US" dirty="0"/>
              <a:t>. It includes:</a:t>
            </a:r>
          </a:p>
          <a:p>
            <a:pPr marL="0" indent="0">
              <a:buNone/>
            </a:pPr>
            <a:endParaRPr lang="en-US" dirty="0"/>
          </a:p>
          <a:p>
            <a:r>
              <a:rPr lang="en-US" dirty="0"/>
              <a:t>Supervised fine-tuning (e.g. instruction tuning)</a:t>
            </a:r>
          </a:p>
          <a:p>
            <a:r>
              <a:rPr lang="en-US" dirty="0"/>
              <a:t>RLHF (Reinforcement Learning from Human Feedback)</a:t>
            </a:r>
          </a:p>
          <a:p>
            <a:r>
              <a:rPr lang="en-US" dirty="0"/>
              <a:t>RLVR (Reinforcement Learning from Verifiable Rewards)</a:t>
            </a:r>
          </a:p>
          <a:p>
            <a:r>
              <a:rPr lang="en-US" dirty="0"/>
              <a:t>Constitutional AI</a:t>
            </a:r>
          </a:p>
        </p:txBody>
      </p:sp>
      <p:pic>
        <p:nvPicPr>
          <p:cNvPr id="4" name="Picture 3" descr="Claude - Review 2026 - PCMag UK">
            <a:extLst>
              <a:ext uri="{FF2B5EF4-FFF2-40B4-BE49-F238E27FC236}">
                <a16:creationId xmlns:a16="http://schemas.microsoft.com/office/drawing/2014/main" id="{E33CCF44-9ABB-87EA-F528-17BED7C007B4}"/>
              </a:ext>
            </a:extLst>
          </p:cNvPr>
          <p:cNvPicPr>
            <a:picLocks noChangeAspect="1"/>
          </p:cNvPicPr>
          <p:nvPr/>
        </p:nvPicPr>
        <p:blipFill>
          <a:blip r:embed="rId3"/>
          <a:srcRect l="23473" t="38006" r="63895" b="38380"/>
          <a:stretch>
            <a:fillRect/>
          </a:stretch>
        </p:blipFill>
        <p:spPr>
          <a:xfrm>
            <a:off x="3791096" y="5512986"/>
            <a:ext cx="497305" cy="522171"/>
          </a:xfrm>
          <a:prstGeom prst="rect">
            <a:avLst/>
          </a:prstGeom>
        </p:spPr>
      </p:pic>
    </p:spTree>
    <p:extLst>
      <p:ext uri="{BB962C8B-B14F-4D97-AF65-F5344CB8AC3E}">
        <p14:creationId xmlns:p14="http://schemas.microsoft.com/office/powerpoint/2010/main" val="2837733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E90437A4-D6B8-A4E4-F811-ED7AB9619D6B}"/>
              </a:ext>
            </a:extLst>
          </p:cNvPr>
          <p:cNvSpPr txBox="1">
            <a:spLocks/>
          </p:cNvSpPr>
          <p:nvPr/>
        </p:nvSpPr>
        <p:spPr>
          <a:xfrm>
            <a:off x="838200" y="2071865"/>
            <a:ext cx="10515600" cy="4351338"/>
          </a:xfrm>
          <a:prstGeom prst="rect">
            <a:avLst/>
          </a:prstGeom>
        </p:spPr>
        <p:txBody>
          <a:bodyPr vert="horz" lIns="91440" tIns="45720" rIns="91440" bIns="45720" rtlCol="0" anchor="b">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a:t>Fine-tuning refers to adapting a pre-trained foundation model to a specific downstream task / domain via post-training on a usually small specialized dataset.</a:t>
            </a:r>
          </a:p>
          <a:p>
            <a:pPr marL="0" indent="0">
              <a:buFont typeface="Arial" panose="020B0604020202020204" pitchFamily="34" charset="0"/>
              <a:buNone/>
            </a:pPr>
            <a:endParaRPr lang="en-US" dirty="0"/>
          </a:p>
        </p:txBody>
      </p:sp>
      <p:sp>
        <p:nvSpPr>
          <p:cNvPr id="6" name="Content Placeholder 2">
            <a:extLst>
              <a:ext uri="{FF2B5EF4-FFF2-40B4-BE49-F238E27FC236}">
                <a16:creationId xmlns:a16="http://schemas.microsoft.com/office/drawing/2014/main" id="{C7DB37FC-B79E-ECC9-1FEE-29CBECA55894}"/>
              </a:ext>
            </a:extLst>
          </p:cNvPr>
          <p:cNvSpPr txBox="1">
            <a:spLocks/>
          </p:cNvSpPr>
          <p:nvPr/>
        </p:nvSpPr>
        <p:spPr>
          <a:xfrm>
            <a:off x="8740464" y="6158508"/>
            <a:ext cx="3118738" cy="52939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sz="2400" dirty="0">
                <a:solidFill>
                  <a:schemeClr val="tx1">
                    <a:lumMod val="50000"/>
                  </a:schemeClr>
                </a:solidFill>
              </a:rPr>
              <a:t>Source: Google Cloud</a:t>
            </a:r>
          </a:p>
          <a:p>
            <a:endParaRPr lang="en-US" sz="2400" dirty="0">
              <a:solidFill>
                <a:schemeClr val="tx1">
                  <a:lumMod val="50000"/>
                </a:schemeClr>
              </a:solidFill>
            </a:endParaRPr>
          </a:p>
          <a:p>
            <a:endParaRPr lang="en-US" sz="2400" dirty="0">
              <a:solidFill>
                <a:schemeClr val="tx1">
                  <a:lumMod val="85000"/>
                </a:schemeClr>
              </a:solidFill>
            </a:endParaRPr>
          </a:p>
        </p:txBody>
      </p:sp>
      <p:pic>
        <p:nvPicPr>
          <p:cNvPr id="7" name="Picture 6" descr="Supervised Fine Tuning for Gemini LLM | Google Cloud Blog">
            <a:extLst>
              <a:ext uri="{FF2B5EF4-FFF2-40B4-BE49-F238E27FC236}">
                <a16:creationId xmlns:a16="http://schemas.microsoft.com/office/drawing/2014/main" id="{CBD22D6A-B556-C5D6-38FB-863384A53E17}"/>
              </a:ext>
            </a:extLst>
          </p:cNvPr>
          <p:cNvPicPr>
            <a:picLocks noChangeAspect="1"/>
          </p:cNvPicPr>
          <p:nvPr/>
        </p:nvPicPr>
        <p:blipFill>
          <a:blip r:embed="rId3"/>
          <a:stretch>
            <a:fillRect/>
          </a:stretch>
        </p:blipFill>
        <p:spPr>
          <a:xfrm>
            <a:off x="2410425" y="768522"/>
            <a:ext cx="7371149" cy="3551282"/>
          </a:xfrm>
          <a:prstGeom prst="rect">
            <a:avLst/>
          </a:prstGeom>
        </p:spPr>
      </p:pic>
    </p:spTree>
    <p:extLst>
      <p:ext uri="{BB962C8B-B14F-4D97-AF65-F5344CB8AC3E}">
        <p14:creationId xmlns:p14="http://schemas.microsoft.com/office/powerpoint/2010/main" val="24726579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525DB-0145-62C1-E45B-3D2452A816BE}"/>
              </a:ext>
            </a:extLst>
          </p:cNvPr>
          <p:cNvSpPr>
            <a:spLocks noGrp="1"/>
          </p:cNvSpPr>
          <p:nvPr>
            <p:ph type="title"/>
          </p:nvPr>
        </p:nvSpPr>
        <p:spPr/>
        <p:txBody>
          <a:bodyPr/>
          <a:lstStyle/>
          <a:p>
            <a:r>
              <a:rPr lang="en-GB" dirty="0"/>
              <a:t>Instruction tuning</a:t>
            </a:r>
          </a:p>
        </p:txBody>
      </p:sp>
      <p:sp>
        <p:nvSpPr>
          <p:cNvPr id="3" name="Content Placeholder 2">
            <a:extLst>
              <a:ext uri="{FF2B5EF4-FFF2-40B4-BE49-F238E27FC236}">
                <a16:creationId xmlns:a16="http://schemas.microsoft.com/office/drawing/2014/main" id="{29EBD1FA-D682-C3FC-5EBD-A625FF36D2BB}"/>
              </a:ext>
            </a:extLst>
          </p:cNvPr>
          <p:cNvSpPr>
            <a:spLocks noGrp="1"/>
          </p:cNvSpPr>
          <p:nvPr>
            <p:ph idx="1"/>
          </p:nvPr>
        </p:nvSpPr>
        <p:spPr/>
        <p:txBody>
          <a:bodyPr vert="horz" lIns="91440" tIns="45720" rIns="91440" bIns="45720" rtlCol="0" anchor="t">
            <a:normAutofit/>
          </a:bodyPr>
          <a:lstStyle/>
          <a:p>
            <a:pPr marL="0" indent="0">
              <a:buNone/>
            </a:pPr>
            <a:r>
              <a:rPr lang="en-GB" dirty="0"/>
              <a:t>We have been doing next token prediction on trillions of tokens...</a:t>
            </a:r>
            <a:endParaRPr lang="en-US" dirty="0"/>
          </a:p>
          <a:p>
            <a:pPr marL="0" indent="0">
              <a:buNone/>
            </a:pPr>
            <a:endParaRPr lang="en-GB" dirty="0"/>
          </a:p>
          <a:p>
            <a:pPr marL="0" indent="0">
              <a:buNone/>
            </a:pPr>
            <a:r>
              <a:rPr lang="en-GB" dirty="0"/>
              <a:t>...and that's it...</a:t>
            </a:r>
          </a:p>
          <a:p>
            <a:pPr marL="0" indent="0">
              <a:buNone/>
            </a:pPr>
            <a:endParaRPr lang="en-GB" dirty="0"/>
          </a:p>
          <a:p>
            <a:pPr marL="0" indent="0">
              <a:buNone/>
            </a:pPr>
            <a:r>
              <a:rPr lang="en-GB" dirty="0"/>
              <a:t>We've built a very expensive next word predictor</a:t>
            </a:r>
          </a:p>
          <a:p>
            <a:pPr marL="0" indent="0">
              <a:buNone/>
            </a:pPr>
            <a:endParaRPr lang="en-GB" dirty="0"/>
          </a:p>
          <a:p>
            <a:pPr marL="0" indent="0">
              <a:buNone/>
            </a:pPr>
            <a:r>
              <a:rPr lang="en-GB" dirty="0"/>
              <a:t>We want an </a:t>
            </a:r>
            <a:r>
              <a:rPr lang="en-GB" b="1" i="1" dirty="0">
                <a:solidFill>
                  <a:srgbClr val="7030A0"/>
                </a:solidFill>
              </a:rPr>
              <a:t>assistant</a:t>
            </a:r>
          </a:p>
        </p:txBody>
      </p:sp>
    </p:spTree>
    <p:extLst>
      <p:ext uri="{BB962C8B-B14F-4D97-AF65-F5344CB8AC3E}">
        <p14:creationId xmlns:p14="http://schemas.microsoft.com/office/powerpoint/2010/main" val="30796385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ACDFEA-AE46-A8D2-6349-F12A48FDAA89}"/>
              </a:ext>
            </a:extLst>
          </p:cNvPr>
          <p:cNvSpPr>
            <a:spLocks noGrp="1"/>
          </p:cNvSpPr>
          <p:nvPr>
            <p:ph type="title"/>
          </p:nvPr>
        </p:nvSpPr>
        <p:spPr/>
        <p:txBody>
          <a:bodyPr/>
          <a:lstStyle/>
          <a:p>
            <a:r>
              <a:rPr lang="en-GB" dirty="0"/>
              <a:t>Alpaca</a:t>
            </a:r>
          </a:p>
        </p:txBody>
      </p:sp>
      <p:sp>
        <p:nvSpPr>
          <p:cNvPr id="3" name="Content Placeholder 2">
            <a:extLst>
              <a:ext uri="{FF2B5EF4-FFF2-40B4-BE49-F238E27FC236}">
                <a16:creationId xmlns:a16="http://schemas.microsoft.com/office/drawing/2014/main" id="{FCCE7A79-CEF0-24C7-E9CF-8A728F33B614}"/>
              </a:ext>
            </a:extLst>
          </p:cNvPr>
          <p:cNvSpPr>
            <a:spLocks noGrp="1"/>
          </p:cNvSpPr>
          <p:nvPr>
            <p:ph idx="1"/>
          </p:nvPr>
        </p:nvSpPr>
        <p:spPr/>
        <p:txBody>
          <a:bodyPr vert="horz" lIns="91440" tIns="45720" rIns="91440" bIns="45720" rtlCol="0" anchor="t">
            <a:normAutofit/>
          </a:bodyPr>
          <a:lstStyle/>
          <a:p>
            <a:pPr marL="0" indent="0">
              <a:buNone/>
            </a:pPr>
            <a:r>
              <a:rPr lang="en-GB" sz="1800" dirty="0">
                <a:latin typeface="IBM Plex Mono"/>
              </a:rPr>
              <a:t>Below is an instruction that describes a task. Write a response that appropriately completes the request.</a:t>
            </a:r>
            <a:endParaRPr lang="en-US" sz="1800">
              <a:latin typeface="Aptos" panose="020B0004020202020204"/>
            </a:endParaRPr>
          </a:p>
          <a:p>
            <a:pPr marL="0" indent="0">
              <a:buNone/>
            </a:pPr>
            <a:endParaRPr lang="en-GB" sz="1800" dirty="0">
              <a:latin typeface="IBM Plex Mono"/>
            </a:endParaRPr>
          </a:p>
          <a:p>
            <a:pPr marL="0" indent="0">
              <a:buNone/>
            </a:pPr>
            <a:r>
              <a:rPr lang="en-GB" sz="1800" dirty="0">
                <a:latin typeface="IBM Plex Mono"/>
              </a:rPr>
              <a:t>### Instruction:</a:t>
            </a:r>
            <a:endParaRPr lang="en-US" sz="1800">
              <a:latin typeface="Aptos" panose="020B0004020202020204"/>
            </a:endParaRPr>
          </a:p>
          <a:p>
            <a:pPr marL="0" indent="0">
              <a:buNone/>
            </a:pPr>
            <a:r>
              <a:rPr lang="en-GB" sz="1800" dirty="0">
                <a:latin typeface="IBM Plex Mono"/>
              </a:rPr>
              <a:t>Discuss the causes of the Great Depression</a:t>
            </a:r>
            <a:endParaRPr lang="en-US" sz="1800">
              <a:latin typeface="Aptos" panose="020B0004020202020204"/>
            </a:endParaRPr>
          </a:p>
          <a:p>
            <a:pPr marL="0" indent="0">
              <a:buNone/>
            </a:pPr>
            <a:endParaRPr lang="en-GB" sz="1800" dirty="0">
              <a:latin typeface="IBM Plex Mono"/>
            </a:endParaRPr>
          </a:p>
          <a:p>
            <a:pPr marL="0" indent="0">
              <a:buNone/>
            </a:pPr>
            <a:r>
              <a:rPr lang="en-GB" sz="1800" dirty="0">
                <a:latin typeface="IBM Plex Mono"/>
              </a:rPr>
              <a:t>### Response:</a:t>
            </a:r>
            <a:endParaRPr lang="en-GB" sz="1800" dirty="0">
              <a:latin typeface="Aptos" panose="020B0004020202020204"/>
            </a:endParaRPr>
          </a:p>
          <a:p>
            <a:pPr marL="0" indent="0">
              <a:buNone/>
            </a:pPr>
            <a:r>
              <a:rPr lang="en-GB" sz="1800" dirty="0">
                <a:latin typeface="IBM Plex Mono"/>
              </a:rPr>
              <a:t>The Great Depression was a severe global economic downturn that lasted from 1929 to 1939. It was caused by several factors, including the stock market crash of 1929, structural weaknesses in the economy, low consumer spending, high unemployment, and a lack of confidence in the banking system. Other contributing factors included overproduction of commodities, reliance on borrowing to finance investments, agricultural overproduction, and a decrease in international trade.</a:t>
            </a:r>
            <a:endParaRPr lang="en-GB" sz="1800"/>
          </a:p>
          <a:p>
            <a:pPr marL="0" indent="0">
              <a:buNone/>
            </a:pPr>
            <a:endParaRPr lang="en-GB" sz="900" dirty="0">
              <a:latin typeface="IBM Plex Mono"/>
            </a:endParaRPr>
          </a:p>
          <a:p>
            <a:pPr marL="0" indent="0">
              <a:buNone/>
            </a:pPr>
            <a:endParaRPr lang="en-GB" sz="900" dirty="0">
              <a:latin typeface="IBM Plex Mono"/>
            </a:endParaRPr>
          </a:p>
        </p:txBody>
      </p:sp>
    </p:spTree>
    <p:extLst>
      <p:ext uri="{BB962C8B-B14F-4D97-AF65-F5344CB8AC3E}">
        <p14:creationId xmlns:p14="http://schemas.microsoft.com/office/powerpoint/2010/main" val="1553906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4AE07-EBBD-FBD5-3F09-ED0DB5ED6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003185-E90A-399B-FAE1-30FCA26CD07C}"/>
              </a:ext>
            </a:extLst>
          </p:cNvPr>
          <p:cNvSpPr>
            <a:spLocks noGrp="1"/>
          </p:cNvSpPr>
          <p:nvPr>
            <p:ph type="title"/>
          </p:nvPr>
        </p:nvSpPr>
        <p:spPr/>
        <p:txBody>
          <a:bodyPr/>
          <a:lstStyle/>
          <a:p>
            <a:r>
              <a:rPr lang="en-GB" dirty="0"/>
              <a:t>Instruction tuning</a:t>
            </a:r>
            <a:endParaRPr lang="en-US" dirty="0"/>
          </a:p>
        </p:txBody>
      </p:sp>
      <p:sp>
        <p:nvSpPr>
          <p:cNvPr id="3" name="Content Placeholder 2">
            <a:extLst>
              <a:ext uri="{FF2B5EF4-FFF2-40B4-BE49-F238E27FC236}">
                <a16:creationId xmlns:a16="http://schemas.microsoft.com/office/drawing/2014/main" id="{77CFF92F-F98B-7599-1B75-BB402476415F}"/>
              </a:ext>
            </a:extLst>
          </p:cNvPr>
          <p:cNvSpPr>
            <a:spLocks noGrp="1"/>
          </p:cNvSpPr>
          <p:nvPr>
            <p:ph idx="1"/>
          </p:nvPr>
        </p:nvSpPr>
        <p:spPr/>
        <p:txBody>
          <a:bodyPr vert="horz" lIns="91440" tIns="45720" rIns="91440" bIns="45720" rtlCol="0" anchor="t">
            <a:normAutofit/>
          </a:bodyPr>
          <a:lstStyle/>
          <a:p>
            <a:pPr marL="0" indent="0">
              <a:lnSpc>
                <a:spcPct val="114999"/>
              </a:lnSpc>
              <a:spcBef>
                <a:spcPts val="0"/>
              </a:spcBef>
              <a:buNone/>
            </a:pP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begin_of_text</a:t>
            </a:r>
            <a:r>
              <a:rPr lang="en-GB" sz="1700" dirty="0">
                <a:solidFill>
                  <a:srgbClr val="666666"/>
                </a:solidFill>
                <a:latin typeface="Source Code Pro"/>
                <a:ea typeface="Source Code Pro"/>
              </a:rPr>
              <a:t>|&gt;&lt;|</a:t>
            </a:r>
            <a:r>
              <a:rPr lang="en-GB" sz="1700" dirty="0" err="1">
                <a:solidFill>
                  <a:srgbClr val="666666"/>
                </a:solidFill>
                <a:latin typeface="Source Code Pro"/>
                <a:ea typeface="Source Code Pro"/>
              </a:rPr>
              <a:t>start_header_id</a:t>
            </a:r>
            <a:r>
              <a:rPr lang="en-GB" sz="1700" dirty="0">
                <a:solidFill>
                  <a:srgbClr val="666666"/>
                </a:solidFill>
                <a:latin typeface="Source Code Pro"/>
                <a:ea typeface="Source Code Pro"/>
              </a:rPr>
              <a:t>|&gt;</a:t>
            </a:r>
            <a:r>
              <a:rPr lang="en-GB" sz="1700" dirty="0">
                <a:solidFill>
                  <a:srgbClr val="0B7743"/>
                </a:solidFill>
                <a:latin typeface="Source Code Pro"/>
                <a:ea typeface="Source Code Pro"/>
              </a:rPr>
              <a:t>system</a:t>
            </a: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end_header_id</a:t>
            </a:r>
            <a:r>
              <a:rPr lang="en-GB" sz="1700" dirty="0">
                <a:solidFill>
                  <a:srgbClr val="666666"/>
                </a:solidFill>
                <a:latin typeface="Source Code Pro"/>
                <a:ea typeface="Source Code Pro"/>
              </a:rPr>
              <a:t>|&gt;</a:t>
            </a:r>
            <a:endParaRPr lang="en-US" sz="1700" dirty="0">
              <a:solidFill>
                <a:srgbClr val="00FDC8"/>
              </a:solidFill>
              <a:latin typeface="Source Code Pro"/>
              <a:ea typeface="Source Code Pro"/>
            </a:endParaRPr>
          </a:p>
          <a:p>
            <a:pPr marL="0" indent="0">
              <a:lnSpc>
                <a:spcPct val="114999"/>
              </a:lnSpc>
              <a:spcBef>
                <a:spcPts val="1200"/>
              </a:spcBef>
              <a:buNone/>
            </a:pPr>
            <a:r>
              <a:rPr lang="en-GB" sz="1700" dirty="0">
                <a:solidFill>
                  <a:srgbClr val="9325A5"/>
                </a:solidFill>
                <a:latin typeface="Source Code Pro"/>
                <a:ea typeface="Source Code Pro"/>
              </a:rPr>
              <a:t>You are an expert in baking.</a:t>
            </a: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eot_id</a:t>
            </a:r>
            <a:r>
              <a:rPr lang="en-GB" sz="1700" dirty="0">
                <a:solidFill>
                  <a:srgbClr val="666666"/>
                </a:solidFill>
                <a:latin typeface="Source Code Pro"/>
                <a:ea typeface="Source Code Pro"/>
              </a:rPr>
              <a:t>|&gt;</a:t>
            </a:r>
            <a:endParaRPr lang="en-US" sz="1700" dirty="0">
              <a:solidFill>
                <a:srgbClr val="00FDC8"/>
              </a:solidFill>
              <a:latin typeface="Source Code Pro"/>
              <a:ea typeface="Source Code Pro"/>
            </a:endParaRPr>
          </a:p>
          <a:p>
            <a:pPr marL="0" indent="0">
              <a:lnSpc>
                <a:spcPct val="114999"/>
              </a:lnSpc>
              <a:spcBef>
                <a:spcPts val="1200"/>
              </a:spcBef>
              <a:buNone/>
            </a:pPr>
            <a:endParaRPr lang="en-GB" sz="1700" dirty="0">
              <a:solidFill>
                <a:srgbClr val="666666"/>
              </a:solidFill>
              <a:latin typeface="Source Code Pro"/>
              <a:ea typeface="Source Code Pro"/>
            </a:endParaRPr>
          </a:p>
          <a:p>
            <a:pPr marL="0" indent="0">
              <a:lnSpc>
                <a:spcPct val="114999"/>
              </a:lnSpc>
              <a:spcBef>
                <a:spcPts val="1200"/>
              </a:spcBef>
              <a:buNone/>
            </a:pP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start_header_id</a:t>
            </a:r>
            <a:r>
              <a:rPr lang="en-GB" sz="1700" dirty="0">
                <a:solidFill>
                  <a:srgbClr val="666666"/>
                </a:solidFill>
                <a:latin typeface="Source Code Pro"/>
                <a:ea typeface="Source Code Pro"/>
              </a:rPr>
              <a:t>|&gt;</a:t>
            </a:r>
            <a:r>
              <a:rPr lang="en-GB" sz="1700" dirty="0">
                <a:solidFill>
                  <a:srgbClr val="0B7743"/>
                </a:solidFill>
                <a:latin typeface="Source Code Pro"/>
                <a:ea typeface="Source Code Pro"/>
              </a:rPr>
              <a:t>user</a:t>
            </a: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end_header_id</a:t>
            </a:r>
            <a:r>
              <a:rPr lang="en-GB" sz="1700" dirty="0">
                <a:solidFill>
                  <a:srgbClr val="666666"/>
                </a:solidFill>
                <a:latin typeface="Source Code Pro"/>
                <a:ea typeface="Source Code Pro"/>
              </a:rPr>
              <a:t>|&gt;</a:t>
            </a:r>
            <a:endParaRPr lang="en-US" sz="1700" dirty="0">
              <a:solidFill>
                <a:srgbClr val="00FDC8"/>
              </a:solidFill>
              <a:latin typeface="Source Code Pro"/>
              <a:ea typeface="Source Code Pro"/>
            </a:endParaRPr>
          </a:p>
          <a:p>
            <a:pPr marL="0" indent="0">
              <a:lnSpc>
                <a:spcPct val="114999"/>
              </a:lnSpc>
              <a:spcBef>
                <a:spcPts val="1200"/>
              </a:spcBef>
              <a:buNone/>
            </a:pPr>
            <a:r>
              <a:rPr lang="en-GB" sz="1700" dirty="0">
                <a:solidFill>
                  <a:srgbClr val="9325A5"/>
                </a:solidFill>
                <a:latin typeface="Source Code Pro"/>
                <a:ea typeface="Source Code Pro"/>
              </a:rPr>
              <a:t>Provide me a recipe for macarons.</a:t>
            </a:r>
            <a:r>
              <a:rPr lang="en-GB" sz="1700" dirty="0">
                <a:solidFill>
                  <a:srgbClr val="666666"/>
                </a:solidFill>
                <a:latin typeface="Source Code Pro"/>
                <a:ea typeface="Source Code Pro"/>
              </a:rPr>
              <a:t>&lt;|</a:t>
            </a:r>
            <a:r>
              <a:rPr lang="en-GB" sz="1700" err="1">
                <a:solidFill>
                  <a:srgbClr val="666666"/>
                </a:solidFill>
                <a:latin typeface="Source Code Pro"/>
                <a:ea typeface="Source Code Pro"/>
              </a:rPr>
              <a:t>eot_id</a:t>
            </a:r>
            <a:r>
              <a:rPr lang="en-GB" sz="1700" dirty="0">
                <a:solidFill>
                  <a:srgbClr val="666666"/>
                </a:solidFill>
                <a:latin typeface="Source Code Pro"/>
                <a:ea typeface="Source Code Pro"/>
              </a:rPr>
              <a:t>|&gt;</a:t>
            </a:r>
            <a:endParaRPr lang="en-US" sz="1700" dirty="0">
              <a:solidFill>
                <a:srgbClr val="00FDC8"/>
              </a:solidFill>
              <a:latin typeface="Source Code Pro"/>
              <a:ea typeface="Source Code Pro"/>
            </a:endParaRPr>
          </a:p>
          <a:p>
            <a:pPr marL="0" indent="0">
              <a:lnSpc>
                <a:spcPct val="114999"/>
              </a:lnSpc>
              <a:spcBef>
                <a:spcPts val="1200"/>
              </a:spcBef>
              <a:buNone/>
            </a:pPr>
            <a:endParaRPr lang="en-GB" sz="1700" dirty="0">
              <a:solidFill>
                <a:srgbClr val="666666"/>
              </a:solidFill>
              <a:latin typeface="Source Code Pro"/>
              <a:ea typeface="Source Code Pro"/>
            </a:endParaRPr>
          </a:p>
          <a:p>
            <a:pPr marL="0" indent="0">
              <a:lnSpc>
                <a:spcPct val="114999"/>
              </a:lnSpc>
              <a:spcBef>
                <a:spcPts val="1200"/>
              </a:spcBef>
              <a:buNone/>
            </a:pP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start_header_id</a:t>
            </a:r>
            <a:r>
              <a:rPr lang="en-GB" sz="1700" dirty="0">
                <a:solidFill>
                  <a:srgbClr val="666666"/>
                </a:solidFill>
                <a:latin typeface="Source Code Pro"/>
                <a:ea typeface="Source Code Pro"/>
              </a:rPr>
              <a:t>|&gt;</a:t>
            </a:r>
            <a:r>
              <a:rPr lang="en-GB" sz="1700" dirty="0">
                <a:solidFill>
                  <a:srgbClr val="0B7743"/>
                </a:solidFill>
                <a:latin typeface="Source Code Pro"/>
                <a:ea typeface="Source Code Pro"/>
              </a:rPr>
              <a:t>assistant</a:t>
            </a: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end_header_id</a:t>
            </a:r>
            <a:r>
              <a:rPr lang="en-GB" sz="1700" dirty="0">
                <a:solidFill>
                  <a:srgbClr val="666666"/>
                </a:solidFill>
                <a:latin typeface="Source Code Pro"/>
                <a:ea typeface="Source Code Pro"/>
              </a:rPr>
              <a:t>|&gt;</a:t>
            </a:r>
            <a:endParaRPr lang="en-US" sz="1700" dirty="0">
              <a:solidFill>
                <a:srgbClr val="00FDC8"/>
              </a:solidFill>
              <a:latin typeface="Source Code Pro"/>
              <a:ea typeface="Source Code Pro"/>
            </a:endParaRPr>
          </a:p>
          <a:p>
            <a:pPr marL="0" indent="0">
              <a:lnSpc>
                <a:spcPct val="114999"/>
              </a:lnSpc>
              <a:spcBef>
                <a:spcPts val="1200"/>
              </a:spcBef>
              <a:spcAft>
                <a:spcPts val="1200"/>
              </a:spcAft>
              <a:buNone/>
            </a:pPr>
            <a:r>
              <a:rPr lang="en-GB" sz="1700" dirty="0">
                <a:solidFill>
                  <a:srgbClr val="9325A5"/>
                </a:solidFill>
                <a:latin typeface="Source Code Pro"/>
                <a:ea typeface="Source Code Pro"/>
              </a:rPr>
              <a:t>Certainly! Here is a recipe for macarons …</a:t>
            </a: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eot_id</a:t>
            </a:r>
            <a:r>
              <a:rPr lang="en-GB" sz="1700" dirty="0">
                <a:solidFill>
                  <a:srgbClr val="666666"/>
                </a:solidFill>
                <a:latin typeface="Source Code Pro"/>
                <a:ea typeface="Source Code Pro"/>
              </a:rPr>
              <a:t>|&gt;</a:t>
            </a:r>
            <a:endParaRPr lang="en-GB" dirty="0"/>
          </a:p>
          <a:p>
            <a:pPr marL="0" indent="0">
              <a:buNone/>
            </a:pPr>
            <a:endParaRPr lang="en-GB" sz="900" dirty="0">
              <a:latin typeface="IBM Plex Mono"/>
            </a:endParaRPr>
          </a:p>
          <a:p>
            <a:pPr marL="0" indent="0">
              <a:buNone/>
            </a:pPr>
            <a:endParaRPr lang="en-GB" sz="900" dirty="0">
              <a:latin typeface="IBM Plex Mono"/>
            </a:endParaRPr>
          </a:p>
        </p:txBody>
      </p:sp>
      <p:sp>
        <p:nvSpPr>
          <p:cNvPr id="4" name="Oval 3">
            <a:extLst>
              <a:ext uri="{FF2B5EF4-FFF2-40B4-BE49-F238E27FC236}">
                <a16:creationId xmlns:a16="http://schemas.microsoft.com/office/drawing/2014/main" id="{BF4D4207-3E47-41C9-E3E9-4723E6872A8C}"/>
              </a:ext>
            </a:extLst>
          </p:cNvPr>
          <p:cNvSpPr/>
          <p:nvPr/>
        </p:nvSpPr>
        <p:spPr>
          <a:xfrm>
            <a:off x="6373090" y="1708728"/>
            <a:ext cx="2339877" cy="654241"/>
          </a:xfrm>
          <a:custGeom>
            <a:avLst/>
            <a:gdLst>
              <a:gd name="csX0" fmla="*/ 0 w 2339877"/>
              <a:gd name="csY0" fmla="*/ 327121 h 654241"/>
              <a:gd name="csX1" fmla="*/ 1169939 w 2339877"/>
              <a:gd name="csY1" fmla="*/ 0 h 654241"/>
              <a:gd name="csX2" fmla="*/ 2339878 w 2339877"/>
              <a:gd name="csY2" fmla="*/ 327121 h 654241"/>
              <a:gd name="csX3" fmla="*/ 1169939 w 2339877"/>
              <a:gd name="csY3" fmla="*/ 654242 h 654241"/>
              <a:gd name="csX4" fmla="*/ 0 w 2339877"/>
              <a:gd name="csY4" fmla="*/ 327121 h 654241"/>
            </a:gdLst>
            <a:ahLst/>
            <a:cxnLst>
              <a:cxn ang="0">
                <a:pos x="csX0" y="csY0"/>
              </a:cxn>
              <a:cxn ang="0">
                <a:pos x="csX1" y="csY1"/>
              </a:cxn>
              <a:cxn ang="0">
                <a:pos x="csX2" y="csY2"/>
              </a:cxn>
              <a:cxn ang="0">
                <a:pos x="csX3" y="csY3"/>
              </a:cxn>
              <a:cxn ang="0">
                <a:pos x="csX4" y="csY4"/>
              </a:cxn>
            </a:cxnLst>
            <a:rect l="l" t="t" r="r" b="b"/>
            <a:pathLst>
              <a:path w="2339877" h="654241" extrusionOk="0">
                <a:moveTo>
                  <a:pt x="0" y="327121"/>
                </a:moveTo>
                <a:cubicBezTo>
                  <a:pt x="-14328" y="101478"/>
                  <a:pt x="502679" y="1819"/>
                  <a:pt x="1169939" y="0"/>
                </a:cubicBezTo>
                <a:cubicBezTo>
                  <a:pt x="1813129" y="4109"/>
                  <a:pt x="2319162" y="124682"/>
                  <a:pt x="2339878" y="327121"/>
                </a:cubicBezTo>
                <a:cubicBezTo>
                  <a:pt x="2381087" y="577447"/>
                  <a:pt x="1916196" y="681226"/>
                  <a:pt x="1169939" y="654242"/>
                </a:cubicBezTo>
                <a:cubicBezTo>
                  <a:pt x="516356" y="659409"/>
                  <a:pt x="-32724" y="478340"/>
                  <a:pt x="0" y="327121"/>
                </a:cubicBezTo>
                <a:close/>
              </a:path>
            </a:pathLst>
          </a:custGeom>
          <a:noFill/>
          <a:ln>
            <a:extLst>
              <a:ext uri="{C807C97D-BFC1-408E-A445-0C87EB9F89A2}">
                <ask:lineSketchStyleProps xmlns:ask="http://schemas.microsoft.com/office/drawing/2018/sketchyshapes" sd="3499211612">
                  <a:prstGeom prst="ellipse">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Oval 4">
            <a:extLst>
              <a:ext uri="{FF2B5EF4-FFF2-40B4-BE49-F238E27FC236}">
                <a16:creationId xmlns:a16="http://schemas.microsoft.com/office/drawing/2014/main" id="{E5680F01-F667-F8E0-8FFB-A1005D6A0A87}"/>
              </a:ext>
            </a:extLst>
          </p:cNvPr>
          <p:cNvSpPr/>
          <p:nvPr/>
        </p:nvSpPr>
        <p:spPr>
          <a:xfrm>
            <a:off x="5195454" y="3486728"/>
            <a:ext cx="1370059" cy="654241"/>
          </a:xfrm>
          <a:custGeom>
            <a:avLst/>
            <a:gdLst>
              <a:gd name="csX0" fmla="*/ 0 w 1370059"/>
              <a:gd name="csY0" fmla="*/ 327121 h 654241"/>
              <a:gd name="csX1" fmla="*/ 685030 w 1370059"/>
              <a:gd name="csY1" fmla="*/ 0 h 654241"/>
              <a:gd name="csX2" fmla="*/ 1370060 w 1370059"/>
              <a:gd name="csY2" fmla="*/ 327121 h 654241"/>
              <a:gd name="csX3" fmla="*/ 685030 w 1370059"/>
              <a:gd name="csY3" fmla="*/ 654242 h 654241"/>
              <a:gd name="csX4" fmla="*/ 0 w 1370059"/>
              <a:gd name="csY4" fmla="*/ 327121 h 654241"/>
            </a:gdLst>
            <a:ahLst/>
            <a:cxnLst>
              <a:cxn ang="0">
                <a:pos x="csX0" y="csY0"/>
              </a:cxn>
              <a:cxn ang="0">
                <a:pos x="csX1" y="csY1"/>
              </a:cxn>
              <a:cxn ang="0">
                <a:pos x="csX2" y="csY2"/>
              </a:cxn>
              <a:cxn ang="0">
                <a:pos x="csX3" y="csY3"/>
              </a:cxn>
              <a:cxn ang="0">
                <a:pos x="csX4" y="csY4"/>
              </a:cxn>
            </a:cxnLst>
            <a:rect l="l" t="t" r="r" b="b"/>
            <a:pathLst>
              <a:path w="1370059" h="654241" extrusionOk="0">
                <a:moveTo>
                  <a:pt x="0" y="327121"/>
                </a:moveTo>
                <a:cubicBezTo>
                  <a:pt x="-15708" y="97147"/>
                  <a:pt x="246192" y="5210"/>
                  <a:pt x="685030" y="0"/>
                </a:cubicBezTo>
                <a:cubicBezTo>
                  <a:pt x="1060413" y="4109"/>
                  <a:pt x="1349344" y="124682"/>
                  <a:pt x="1370060" y="327121"/>
                </a:cubicBezTo>
                <a:cubicBezTo>
                  <a:pt x="1396052" y="551723"/>
                  <a:pt x="1131503" y="672608"/>
                  <a:pt x="685030" y="654242"/>
                </a:cubicBezTo>
                <a:cubicBezTo>
                  <a:pt x="299254" y="659409"/>
                  <a:pt x="-32724" y="478340"/>
                  <a:pt x="0" y="327121"/>
                </a:cubicBezTo>
                <a:close/>
              </a:path>
            </a:pathLst>
          </a:custGeom>
          <a:noFill/>
          <a:ln>
            <a:extLst>
              <a:ext uri="{C807C97D-BFC1-408E-A445-0C87EB9F89A2}">
                <ask:lineSketchStyleProps xmlns:ask="http://schemas.microsoft.com/office/drawing/2018/sketchyshapes" sd="3499211612">
                  <a:prstGeom prst="ellipse">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Oval 5">
            <a:extLst>
              <a:ext uri="{FF2B5EF4-FFF2-40B4-BE49-F238E27FC236}">
                <a16:creationId xmlns:a16="http://schemas.microsoft.com/office/drawing/2014/main" id="{B389C06C-0000-0390-295B-46B186E811C9}"/>
              </a:ext>
            </a:extLst>
          </p:cNvPr>
          <p:cNvSpPr/>
          <p:nvPr/>
        </p:nvSpPr>
        <p:spPr>
          <a:xfrm>
            <a:off x="4710544" y="2293697"/>
            <a:ext cx="1370059" cy="654241"/>
          </a:xfrm>
          <a:custGeom>
            <a:avLst/>
            <a:gdLst>
              <a:gd name="csX0" fmla="*/ 0 w 1370059"/>
              <a:gd name="csY0" fmla="*/ 327121 h 654241"/>
              <a:gd name="csX1" fmla="*/ 685030 w 1370059"/>
              <a:gd name="csY1" fmla="*/ 0 h 654241"/>
              <a:gd name="csX2" fmla="*/ 1370060 w 1370059"/>
              <a:gd name="csY2" fmla="*/ 327121 h 654241"/>
              <a:gd name="csX3" fmla="*/ 685030 w 1370059"/>
              <a:gd name="csY3" fmla="*/ 654242 h 654241"/>
              <a:gd name="csX4" fmla="*/ 0 w 1370059"/>
              <a:gd name="csY4" fmla="*/ 327121 h 654241"/>
            </a:gdLst>
            <a:ahLst/>
            <a:cxnLst>
              <a:cxn ang="0">
                <a:pos x="csX0" y="csY0"/>
              </a:cxn>
              <a:cxn ang="0">
                <a:pos x="csX1" y="csY1"/>
              </a:cxn>
              <a:cxn ang="0">
                <a:pos x="csX2" y="csY2"/>
              </a:cxn>
              <a:cxn ang="0">
                <a:pos x="csX3" y="csY3"/>
              </a:cxn>
              <a:cxn ang="0">
                <a:pos x="csX4" y="csY4"/>
              </a:cxn>
            </a:cxnLst>
            <a:rect l="l" t="t" r="r" b="b"/>
            <a:pathLst>
              <a:path w="1370059" h="654241" extrusionOk="0">
                <a:moveTo>
                  <a:pt x="0" y="327121"/>
                </a:moveTo>
                <a:cubicBezTo>
                  <a:pt x="-15708" y="97147"/>
                  <a:pt x="246192" y="5210"/>
                  <a:pt x="685030" y="0"/>
                </a:cubicBezTo>
                <a:cubicBezTo>
                  <a:pt x="1060413" y="4109"/>
                  <a:pt x="1349344" y="124682"/>
                  <a:pt x="1370060" y="327121"/>
                </a:cubicBezTo>
                <a:cubicBezTo>
                  <a:pt x="1396052" y="551723"/>
                  <a:pt x="1131503" y="672608"/>
                  <a:pt x="685030" y="654242"/>
                </a:cubicBezTo>
                <a:cubicBezTo>
                  <a:pt x="299254" y="659409"/>
                  <a:pt x="-32724" y="478340"/>
                  <a:pt x="0" y="327121"/>
                </a:cubicBezTo>
                <a:close/>
              </a:path>
            </a:pathLst>
          </a:custGeom>
          <a:noFill/>
          <a:ln>
            <a:extLst>
              <a:ext uri="{C807C97D-BFC1-408E-A445-0C87EB9F89A2}">
                <ask:lineSketchStyleProps xmlns:ask="http://schemas.microsoft.com/office/drawing/2018/sketchyshapes" sd="3499211612">
                  <a:prstGeom prst="ellipse">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Oval 6">
            <a:extLst>
              <a:ext uri="{FF2B5EF4-FFF2-40B4-BE49-F238E27FC236}">
                <a16:creationId xmlns:a16="http://schemas.microsoft.com/office/drawing/2014/main" id="{55D9235D-84C2-FCFD-81EA-F24A15883F78}"/>
              </a:ext>
            </a:extLst>
          </p:cNvPr>
          <p:cNvSpPr/>
          <p:nvPr/>
        </p:nvSpPr>
        <p:spPr>
          <a:xfrm>
            <a:off x="6334605" y="4826000"/>
            <a:ext cx="1370059" cy="654241"/>
          </a:xfrm>
          <a:custGeom>
            <a:avLst/>
            <a:gdLst>
              <a:gd name="csX0" fmla="*/ 0 w 1370059"/>
              <a:gd name="csY0" fmla="*/ 327121 h 654241"/>
              <a:gd name="csX1" fmla="*/ 685030 w 1370059"/>
              <a:gd name="csY1" fmla="*/ 0 h 654241"/>
              <a:gd name="csX2" fmla="*/ 1370060 w 1370059"/>
              <a:gd name="csY2" fmla="*/ 327121 h 654241"/>
              <a:gd name="csX3" fmla="*/ 685030 w 1370059"/>
              <a:gd name="csY3" fmla="*/ 654242 h 654241"/>
              <a:gd name="csX4" fmla="*/ 0 w 1370059"/>
              <a:gd name="csY4" fmla="*/ 327121 h 654241"/>
            </a:gdLst>
            <a:ahLst/>
            <a:cxnLst>
              <a:cxn ang="0">
                <a:pos x="csX0" y="csY0"/>
              </a:cxn>
              <a:cxn ang="0">
                <a:pos x="csX1" y="csY1"/>
              </a:cxn>
              <a:cxn ang="0">
                <a:pos x="csX2" y="csY2"/>
              </a:cxn>
              <a:cxn ang="0">
                <a:pos x="csX3" y="csY3"/>
              </a:cxn>
              <a:cxn ang="0">
                <a:pos x="csX4" y="csY4"/>
              </a:cxn>
            </a:cxnLst>
            <a:rect l="l" t="t" r="r" b="b"/>
            <a:pathLst>
              <a:path w="1370059" h="654241" extrusionOk="0">
                <a:moveTo>
                  <a:pt x="0" y="327121"/>
                </a:moveTo>
                <a:cubicBezTo>
                  <a:pt x="-15708" y="97147"/>
                  <a:pt x="246192" y="5210"/>
                  <a:pt x="685030" y="0"/>
                </a:cubicBezTo>
                <a:cubicBezTo>
                  <a:pt x="1060413" y="4109"/>
                  <a:pt x="1349344" y="124682"/>
                  <a:pt x="1370060" y="327121"/>
                </a:cubicBezTo>
                <a:cubicBezTo>
                  <a:pt x="1396052" y="551723"/>
                  <a:pt x="1131503" y="672608"/>
                  <a:pt x="685030" y="654242"/>
                </a:cubicBezTo>
                <a:cubicBezTo>
                  <a:pt x="299254" y="659409"/>
                  <a:pt x="-32724" y="478340"/>
                  <a:pt x="0" y="327121"/>
                </a:cubicBezTo>
                <a:close/>
              </a:path>
            </a:pathLst>
          </a:custGeom>
          <a:noFill/>
          <a:ln>
            <a:extLst>
              <a:ext uri="{C807C97D-BFC1-408E-A445-0C87EB9F89A2}">
                <ask:lineSketchStyleProps xmlns:ask="http://schemas.microsoft.com/office/drawing/2018/sketchyshapes" sd="3499211612">
                  <a:prstGeom prst="ellipse">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Oval 7">
            <a:extLst>
              <a:ext uri="{FF2B5EF4-FFF2-40B4-BE49-F238E27FC236}">
                <a16:creationId xmlns:a16="http://schemas.microsoft.com/office/drawing/2014/main" id="{89222960-5420-560F-2252-D0EBA9FC3BD0}"/>
              </a:ext>
            </a:extLst>
          </p:cNvPr>
          <p:cNvSpPr/>
          <p:nvPr/>
        </p:nvSpPr>
        <p:spPr>
          <a:xfrm>
            <a:off x="3086485" y="1685636"/>
            <a:ext cx="2493815" cy="661938"/>
          </a:xfrm>
          <a:custGeom>
            <a:avLst/>
            <a:gdLst>
              <a:gd name="csX0" fmla="*/ 0 w 2493815"/>
              <a:gd name="csY0" fmla="*/ 330969 h 661938"/>
              <a:gd name="csX1" fmla="*/ 1246908 w 2493815"/>
              <a:gd name="csY1" fmla="*/ 0 h 661938"/>
              <a:gd name="csX2" fmla="*/ 2493816 w 2493815"/>
              <a:gd name="csY2" fmla="*/ 330969 h 661938"/>
              <a:gd name="csX3" fmla="*/ 1246908 w 2493815"/>
              <a:gd name="csY3" fmla="*/ 661938 h 661938"/>
              <a:gd name="csX4" fmla="*/ 0 w 2493815"/>
              <a:gd name="csY4" fmla="*/ 330969 h 661938"/>
            </a:gdLst>
            <a:ahLst/>
            <a:cxnLst>
              <a:cxn ang="0">
                <a:pos x="csX0" y="csY0"/>
              </a:cxn>
              <a:cxn ang="0">
                <a:pos x="csX1" y="csY1"/>
              </a:cxn>
              <a:cxn ang="0">
                <a:pos x="csX2" y="csY2"/>
              </a:cxn>
              <a:cxn ang="0">
                <a:pos x="csX3" y="csY3"/>
              </a:cxn>
              <a:cxn ang="0">
                <a:pos x="csX4" y="csY4"/>
              </a:cxn>
            </a:cxnLst>
            <a:rect l="l" t="t" r="r" b="b"/>
            <a:pathLst>
              <a:path w="2493815" h="661938" extrusionOk="0">
                <a:moveTo>
                  <a:pt x="0" y="330969"/>
                </a:moveTo>
                <a:cubicBezTo>
                  <a:pt x="-33450" y="43177"/>
                  <a:pt x="406819" y="13040"/>
                  <a:pt x="1246908" y="0"/>
                </a:cubicBezTo>
                <a:cubicBezTo>
                  <a:pt x="1904874" y="42743"/>
                  <a:pt x="2466444" y="119409"/>
                  <a:pt x="2493816" y="330969"/>
                </a:cubicBezTo>
                <a:cubicBezTo>
                  <a:pt x="2552375" y="612748"/>
                  <a:pt x="2034624" y="688639"/>
                  <a:pt x="1246908" y="661938"/>
                </a:cubicBezTo>
                <a:cubicBezTo>
                  <a:pt x="547733" y="669245"/>
                  <a:pt x="-6237" y="508146"/>
                  <a:pt x="0" y="330969"/>
                </a:cubicBezTo>
                <a:close/>
              </a:path>
            </a:pathLst>
          </a:custGeom>
          <a:noFill/>
          <a:ln>
            <a:extLst>
              <a:ext uri="{C807C97D-BFC1-408E-A445-0C87EB9F89A2}">
                <ask:lineSketchStyleProps xmlns:ask="http://schemas.microsoft.com/office/drawing/2018/sketchyshapes" sd="3499211612">
                  <a:prstGeom prst="ellipse">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Oval 8">
            <a:extLst>
              <a:ext uri="{FF2B5EF4-FFF2-40B4-BE49-F238E27FC236}">
                <a16:creationId xmlns:a16="http://schemas.microsoft.com/office/drawing/2014/main" id="{1BFDD5B3-ED7C-78CF-B2DD-FA596CD574A2}"/>
              </a:ext>
            </a:extLst>
          </p:cNvPr>
          <p:cNvSpPr/>
          <p:nvPr/>
        </p:nvSpPr>
        <p:spPr>
          <a:xfrm>
            <a:off x="838969" y="1685637"/>
            <a:ext cx="2339877" cy="654241"/>
          </a:xfrm>
          <a:custGeom>
            <a:avLst/>
            <a:gdLst>
              <a:gd name="csX0" fmla="*/ 0 w 2339877"/>
              <a:gd name="csY0" fmla="*/ 327121 h 654241"/>
              <a:gd name="csX1" fmla="*/ 1169939 w 2339877"/>
              <a:gd name="csY1" fmla="*/ 0 h 654241"/>
              <a:gd name="csX2" fmla="*/ 2339878 w 2339877"/>
              <a:gd name="csY2" fmla="*/ 327121 h 654241"/>
              <a:gd name="csX3" fmla="*/ 1169939 w 2339877"/>
              <a:gd name="csY3" fmla="*/ 654242 h 654241"/>
              <a:gd name="csX4" fmla="*/ 0 w 2339877"/>
              <a:gd name="csY4" fmla="*/ 327121 h 654241"/>
            </a:gdLst>
            <a:ahLst/>
            <a:cxnLst>
              <a:cxn ang="0">
                <a:pos x="csX0" y="csY0"/>
              </a:cxn>
              <a:cxn ang="0">
                <a:pos x="csX1" y="csY1"/>
              </a:cxn>
              <a:cxn ang="0">
                <a:pos x="csX2" y="csY2"/>
              </a:cxn>
              <a:cxn ang="0">
                <a:pos x="csX3" y="csY3"/>
              </a:cxn>
              <a:cxn ang="0">
                <a:pos x="csX4" y="csY4"/>
              </a:cxn>
            </a:cxnLst>
            <a:rect l="l" t="t" r="r" b="b"/>
            <a:pathLst>
              <a:path w="2339877" h="654241" extrusionOk="0">
                <a:moveTo>
                  <a:pt x="0" y="327121"/>
                </a:moveTo>
                <a:cubicBezTo>
                  <a:pt x="-14328" y="101478"/>
                  <a:pt x="502679" y="1819"/>
                  <a:pt x="1169939" y="0"/>
                </a:cubicBezTo>
                <a:cubicBezTo>
                  <a:pt x="1813129" y="4109"/>
                  <a:pt x="2319162" y="124682"/>
                  <a:pt x="2339878" y="327121"/>
                </a:cubicBezTo>
                <a:cubicBezTo>
                  <a:pt x="2381087" y="577447"/>
                  <a:pt x="1916196" y="681226"/>
                  <a:pt x="1169939" y="654242"/>
                </a:cubicBezTo>
                <a:cubicBezTo>
                  <a:pt x="516356" y="659409"/>
                  <a:pt x="-32724" y="478340"/>
                  <a:pt x="0" y="327121"/>
                </a:cubicBezTo>
                <a:close/>
              </a:path>
            </a:pathLst>
          </a:custGeom>
          <a:noFill/>
          <a:ln>
            <a:extLst>
              <a:ext uri="{C807C97D-BFC1-408E-A445-0C87EB9F89A2}">
                <ask:lineSketchStyleProps xmlns:ask="http://schemas.microsoft.com/office/drawing/2018/sketchyshapes" sd="3499211612">
                  <a:prstGeom prst="ellipse">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Oval 9">
            <a:extLst>
              <a:ext uri="{FF2B5EF4-FFF2-40B4-BE49-F238E27FC236}">
                <a16:creationId xmlns:a16="http://schemas.microsoft.com/office/drawing/2014/main" id="{27C592C4-BDB6-A00C-E2C2-4646B06C1C77}"/>
              </a:ext>
            </a:extLst>
          </p:cNvPr>
          <p:cNvSpPr/>
          <p:nvPr/>
        </p:nvSpPr>
        <p:spPr>
          <a:xfrm>
            <a:off x="877454" y="3001819"/>
            <a:ext cx="2539997" cy="700422"/>
          </a:xfrm>
          <a:custGeom>
            <a:avLst/>
            <a:gdLst>
              <a:gd name="csX0" fmla="*/ 0 w 2539997"/>
              <a:gd name="csY0" fmla="*/ 350211 h 700422"/>
              <a:gd name="csX1" fmla="*/ 1269999 w 2539997"/>
              <a:gd name="csY1" fmla="*/ 0 h 700422"/>
              <a:gd name="csX2" fmla="*/ 2539998 w 2539997"/>
              <a:gd name="csY2" fmla="*/ 350211 h 700422"/>
              <a:gd name="csX3" fmla="*/ 1269999 w 2539997"/>
              <a:gd name="csY3" fmla="*/ 700422 h 700422"/>
              <a:gd name="csX4" fmla="*/ 0 w 2539997"/>
              <a:gd name="csY4" fmla="*/ 350211 h 700422"/>
            </a:gdLst>
            <a:ahLst/>
            <a:cxnLst>
              <a:cxn ang="0">
                <a:pos x="csX0" y="csY0"/>
              </a:cxn>
              <a:cxn ang="0">
                <a:pos x="csX1" y="csY1"/>
              </a:cxn>
              <a:cxn ang="0">
                <a:pos x="csX2" y="csY2"/>
              </a:cxn>
              <a:cxn ang="0">
                <a:pos x="csX3" y="csY3"/>
              </a:cxn>
              <a:cxn ang="0">
                <a:pos x="csX4" y="csY4"/>
              </a:cxn>
            </a:cxnLst>
            <a:rect l="l" t="t" r="r" b="b"/>
            <a:pathLst>
              <a:path w="2539997" h="700422" extrusionOk="0">
                <a:moveTo>
                  <a:pt x="0" y="350211"/>
                </a:moveTo>
                <a:cubicBezTo>
                  <a:pt x="-14082" y="112589"/>
                  <a:pt x="491305" y="6655"/>
                  <a:pt x="1269999" y="0"/>
                </a:cubicBezTo>
                <a:cubicBezTo>
                  <a:pt x="1949888" y="29968"/>
                  <a:pt x="2514491" y="129984"/>
                  <a:pt x="2539998" y="350211"/>
                </a:cubicBezTo>
                <a:cubicBezTo>
                  <a:pt x="2601763" y="648037"/>
                  <a:pt x="2118805" y="740151"/>
                  <a:pt x="1269999" y="700422"/>
                </a:cubicBezTo>
                <a:cubicBezTo>
                  <a:pt x="532324" y="725599"/>
                  <a:pt x="-40837" y="506882"/>
                  <a:pt x="0" y="350211"/>
                </a:cubicBezTo>
                <a:close/>
              </a:path>
            </a:pathLst>
          </a:custGeom>
          <a:noFill/>
          <a:ln>
            <a:extLst>
              <a:ext uri="{C807C97D-BFC1-408E-A445-0C87EB9F89A2}">
                <ask:lineSketchStyleProps xmlns:ask="http://schemas.microsoft.com/office/drawing/2018/sketchyshapes" sd="3499211612">
                  <a:prstGeom prst="ellipse">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B2FDECB0-DD7F-CF54-549B-FA478E59A59F}"/>
              </a:ext>
            </a:extLst>
          </p:cNvPr>
          <p:cNvSpPr/>
          <p:nvPr/>
        </p:nvSpPr>
        <p:spPr>
          <a:xfrm>
            <a:off x="3871575" y="3017213"/>
            <a:ext cx="2255210" cy="700422"/>
          </a:xfrm>
          <a:custGeom>
            <a:avLst/>
            <a:gdLst>
              <a:gd name="csX0" fmla="*/ 0 w 2255210"/>
              <a:gd name="csY0" fmla="*/ 350211 h 700422"/>
              <a:gd name="csX1" fmla="*/ 1127605 w 2255210"/>
              <a:gd name="csY1" fmla="*/ 0 h 700422"/>
              <a:gd name="csX2" fmla="*/ 2255210 w 2255210"/>
              <a:gd name="csY2" fmla="*/ 350211 h 700422"/>
              <a:gd name="csX3" fmla="*/ 1127605 w 2255210"/>
              <a:gd name="csY3" fmla="*/ 700422 h 700422"/>
              <a:gd name="csX4" fmla="*/ 0 w 2255210"/>
              <a:gd name="csY4" fmla="*/ 350211 h 700422"/>
            </a:gdLst>
            <a:ahLst/>
            <a:cxnLst>
              <a:cxn ang="0">
                <a:pos x="csX0" y="csY0"/>
              </a:cxn>
              <a:cxn ang="0">
                <a:pos x="csX1" y="csY1"/>
              </a:cxn>
              <a:cxn ang="0">
                <a:pos x="csX2" y="csY2"/>
              </a:cxn>
              <a:cxn ang="0">
                <a:pos x="csX3" y="csY3"/>
              </a:cxn>
              <a:cxn ang="0">
                <a:pos x="csX4" y="csY4"/>
              </a:cxn>
            </a:cxnLst>
            <a:rect l="l" t="t" r="r" b="b"/>
            <a:pathLst>
              <a:path w="2255210" h="700422" extrusionOk="0">
                <a:moveTo>
                  <a:pt x="0" y="350211"/>
                </a:moveTo>
                <a:cubicBezTo>
                  <a:pt x="-4746" y="141898"/>
                  <a:pt x="412861" y="7920"/>
                  <a:pt x="1127605" y="0"/>
                </a:cubicBezTo>
                <a:cubicBezTo>
                  <a:pt x="1728852" y="29968"/>
                  <a:pt x="2229703" y="129984"/>
                  <a:pt x="2255210" y="350211"/>
                </a:cubicBezTo>
                <a:cubicBezTo>
                  <a:pt x="2320869" y="654619"/>
                  <a:pt x="1777635" y="707772"/>
                  <a:pt x="1127605" y="700422"/>
                </a:cubicBezTo>
                <a:cubicBezTo>
                  <a:pt x="468572" y="725599"/>
                  <a:pt x="-40837" y="506882"/>
                  <a:pt x="0" y="350211"/>
                </a:cubicBezTo>
                <a:close/>
              </a:path>
            </a:pathLst>
          </a:custGeom>
          <a:noFill/>
          <a:ln>
            <a:extLst>
              <a:ext uri="{C807C97D-BFC1-408E-A445-0C87EB9F89A2}">
                <ask:lineSketchStyleProps xmlns:ask="http://schemas.microsoft.com/office/drawing/2018/sketchyshapes" sd="3499211612">
                  <a:prstGeom prst="ellipse">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val 11">
            <a:extLst>
              <a:ext uri="{FF2B5EF4-FFF2-40B4-BE49-F238E27FC236}">
                <a16:creationId xmlns:a16="http://schemas.microsoft.com/office/drawing/2014/main" id="{F6405785-CAEC-3131-A141-9F4EB96DB8F5}"/>
              </a:ext>
            </a:extLst>
          </p:cNvPr>
          <p:cNvSpPr/>
          <p:nvPr/>
        </p:nvSpPr>
        <p:spPr>
          <a:xfrm>
            <a:off x="892848" y="4318000"/>
            <a:ext cx="2555390" cy="700422"/>
          </a:xfrm>
          <a:custGeom>
            <a:avLst/>
            <a:gdLst>
              <a:gd name="csX0" fmla="*/ 0 w 2555390"/>
              <a:gd name="csY0" fmla="*/ 350211 h 700422"/>
              <a:gd name="csX1" fmla="*/ 1277695 w 2555390"/>
              <a:gd name="csY1" fmla="*/ 0 h 700422"/>
              <a:gd name="csX2" fmla="*/ 2555390 w 2555390"/>
              <a:gd name="csY2" fmla="*/ 350211 h 700422"/>
              <a:gd name="csX3" fmla="*/ 1277695 w 2555390"/>
              <a:gd name="csY3" fmla="*/ 700422 h 700422"/>
              <a:gd name="csX4" fmla="*/ 0 w 2555390"/>
              <a:gd name="csY4" fmla="*/ 350211 h 700422"/>
            </a:gdLst>
            <a:ahLst/>
            <a:cxnLst>
              <a:cxn ang="0">
                <a:pos x="csX0" y="csY0"/>
              </a:cxn>
              <a:cxn ang="0">
                <a:pos x="csX1" y="csY1"/>
              </a:cxn>
              <a:cxn ang="0">
                <a:pos x="csX2" y="csY2"/>
              </a:cxn>
              <a:cxn ang="0">
                <a:pos x="csX3" y="csY3"/>
              </a:cxn>
              <a:cxn ang="0">
                <a:pos x="csX4" y="csY4"/>
              </a:cxn>
            </a:cxnLst>
            <a:rect l="l" t="t" r="r" b="b"/>
            <a:pathLst>
              <a:path w="2555390" h="700422" extrusionOk="0">
                <a:moveTo>
                  <a:pt x="0" y="350211"/>
                </a:moveTo>
                <a:cubicBezTo>
                  <a:pt x="-7923" y="131923"/>
                  <a:pt x="481617" y="7786"/>
                  <a:pt x="1277695" y="0"/>
                </a:cubicBezTo>
                <a:cubicBezTo>
                  <a:pt x="1961834" y="29968"/>
                  <a:pt x="2529883" y="129984"/>
                  <a:pt x="2555390" y="350211"/>
                </a:cubicBezTo>
                <a:cubicBezTo>
                  <a:pt x="2599146" y="617593"/>
                  <a:pt x="2004882" y="706226"/>
                  <a:pt x="1277695" y="700422"/>
                </a:cubicBezTo>
                <a:cubicBezTo>
                  <a:pt x="535770" y="725599"/>
                  <a:pt x="-40837" y="506882"/>
                  <a:pt x="0" y="350211"/>
                </a:cubicBezTo>
                <a:close/>
              </a:path>
            </a:pathLst>
          </a:custGeom>
          <a:noFill/>
          <a:ln>
            <a:extLst>
              <a:ext uri="{C807C97D-BFC1-408E-A445-0C87EB9F89A2}">
                <ask:lineSketchStyleProps xmlns:ask="http://schemas.microsoft.com/office/drawing/2018/sketchyshapes" sd="3499211612">
                  <a:prstGeom prst="ellipse">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Oval 12">
            <a:extLst>
              <a:ext uri="{FF2B5EF4-FFF2-40B4-BE49-F238E27FC236}">
                <a16:creationId xmlns:a16="http://schemas.microsoft.com/office/drawing/2014/main" id="{880A20B4-3D66-6DB8-E9BD-B039C15B2888}"/>
              </a:ext>
            </a:extLst>
          </p:cNvPr>
          <p:cNvSpPr/>
          <p:nvPr/>
        </p:nvSpPr>
        <p:spPr>
          <a:xfrm>
            <a:off x="4471938" y="4356485"/>
            <a:ext cx="2355269" cy="761996"/>
          </a:xfrm>
          <a:custGeom>
            <a:avLst/>
            <a:gdLst>
              <a:gd name="csX0" fmla="*/ 0 w 2355269"/>
              <a:gd name="csY0" fmla="*/ 380998 h 761996"/>
              <a:gd name="csX1" fmla="*/ 1177635 w 2355269"/>
              <a:gd name="csY1" fmla="*/ 0 h 761996"/>
              <a:gd name="csX2" fmla="*/ 2355270 w 2355269"/>
              <a:gd name="csY2" fmla="*/ 380998 h 761996"/>
              <a:gd name="csX3" fmla="*/ 1177635 w 2355269"/>
              <a:gd name="csY3" fmla="*/ 761996 h 761996"/>
              <a:gd name="csX4" fmla="*/ 0 w 2355269"/>
              <a:gd name="csY4" fmla="*/ 380998 h 761996"/>
            </a:gdLst>
            <a:ahLst/>
            <a:cxnLst>
              <a:cxn ang="0">
                <a:pos x="csX0" y="csY0"/>
              </a:cxn>
              <a:cxn ang="0">
                <a:pos x="csX1" y="csY1"/>
              </a:cxn>
              <a:cxn ang="0">
                <a:pos x="csX2" y="csY2"/>
              </a:cxn>
              <a:cxn ang="0">
                <a:pos x="csX3" y="csY3"/>
              </a:cxn>
              <a:cxn ang="0">
                <a:pos x="csX4" y="csY4"/>
              </a:cxn>
            </a:cxnLst>
            <a:rect l="l" t="t" r="r" b="b"/>
            <a:pathLst>
              <a:path w="2355269" h="761996" extrusionOk="0">
                <a:moveTo>
                  <a:pt x="0" y="380998"/>
                </a:moveTo>
                <a:cubicBezTo>
                  <a:pt x="-42035" y="38626"/>
                  <a:pt x="437790" y="7702"/>
                  <a:pt x="1177635" y="0"/>
                </a:cubicBezTo>
                <a:cubicBezTo>
                  <a:pt x="1818343" y="13488"/>
                  <a:pt x="2341396" y="155996"/>
                  <a:pt x="2355270" y="380998"/>
                </a:cubicBezTo>
                <a:cubicBezTo>
                  <a:pt x="2422347" y="704805"/>
                  <a:pt x="1947541" y="794208"/>
                  <a:pt x="1177635" y="761996"/>
                </a:cubicBezTo>
                <a:cubicBezTo>
                  <a:pt x="496626" y="783248"/>
                  <a:pt x="-26847" y="567260"/>
                  <a:pt x="0" y="380998"/>
                </a:cubicBezTo>
                <a:close/>
              </a:path>
            </a:pathLst>
          </a:custGeom>
          <a:noFill/>
          <a:ln>
            <a:extLst>
              <a:ext uri="{C807C97D-BFC1-408E-A445-0C87EB9F89A2}">
                <ask:lineSketchStyleProps xmlns:ask="http://schemas.microsoft.com/office/drawing/2018/sketchyshapes" sd="3499211612">
                  <a:prstGeom prst="ellipse">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CAE6B1F6-9BA8-C6D2-EDA9-BB400380A643}"/>
              </a:ext>
            </a:extLst>
          </p:cNvPr>
          <p:cNvSpPr txBox="1"/>
          <p:nvPr/>
        </p:nvSpPr>
        <p:spPr>
          <a:xfrm>
            <a:off x="7704666" y="3294303"/>
            <a:ext cx="3432849"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800" b="1" dirty="0">
                <a:latin typeface="IBM Plex Mono"/>
              </a:rPr>
              <a:t>special tokens</a:t>
            </a:r>
          </a:p>
        </p:txBody>
      </p:sp>
    </p:spTree>
    <p:extLst>
      <p:ext uri="{BB962C8B-B14F-4D97-AF65-F5344CB8AC3E}">
        <p14:creationId xmlns:p14="http://schemas.microsoft.com/office/powerpoint/2010/main" val="3976156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DFC20-C59B-41D6-68AD-1540FFC43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5EAA1E-A777-8CAB-4628-80086C03E001}"/>
              </a:ext>
            </a:extLst>
          </p:cNvPr>
          <p:cNvSpPr>
            <a:spLocks noGrp="1"/>
          </p:cNvSpPr>
          <p:nvPr>
            <p:ph type="title"/>
          </p:nvPr>
        </p:nvSpPr>
        <p:spPr/>
        <p:txBody>
          <a:bodyPr/>
          <a:lstStyle/>
          <a:p>
            <a:r>
              <a:rPr lang="en-GB" dirty="0"/>
              <a:t>Instruction tuning</a:t>
            </a:r>
            <a:endParaRPr lang="en-US" dirty="0"/>
          </a:p>
        </p:txBody>
      </p:sp>
      <p:sp>
        <p:nvSpPr>
          <p:cNvPr id="3" name="Content Placeholder 2">
            <a:extLst>
              <a:ext uri="{FF2B5EF4-FFF2-40B4-BE49-F238E27FC236}">
                <a16:creationId xmlns:a16="http://schemas.microsoft.com/office/drawing/2014/main" id="{13F805AE-B7E0-24C4-B1B5-46870D07445A}"/>
              </a:ext>
            </a:extLst>
          </p:cNvPr>
          <p:cNvSpPr>
            <a:spLocks noGrp="1"/>
          </p:cNvSpPr>
          <p:nvPr>
            <p:ph idx="1"/>
          </p:nvPr>
        </p:nvSpPr>
        <p:spPr/>
        <p:txBody>
          <a:bodyPr vert="horz" lIns="91440" tIns="45720" rIns="91440" bIns="45720" rtlCol="0" anchor="t">
            <a:normAutofit/>
          </a:bodyPr>
          <a:lstStyle/>
          <a:p>
            <a:pPr marL="0" indent="0">
              <a:lnSpc>
                <a:spcPct val="114999"/>
              </a:lnSpc>
              <a:spcBef>
                <a:spcPts val="0"/>
              </a:spcBef>
              <a:buNone/>
            </a:pP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begin_of_text</a:t>
            </a:r>
            <a:r>
              <a:rPr lang="en-GB" sz="1700" dirty="0">
                <a:solidFill>
                  <a:srgbClr val="666666"/>
                </a:solidFill>
                <a:latin typeface="Source Code Pro"/>
                <a:ea typeface="Source Code Pro"/>
              </a:rPr>
              <a:t>|&gt;&lt;|</a:t>
            </a:r>
            <a:r>
              <a:rPr lang="en-GB" sz="1700" dirty="0" err="1">
                <a:solidFill>
                  <a:srgbClr val="666666"/>
                </a:solidFill>
                <a:latin typeface="Source Code Pro"/>
                <a:ea typeface="Source Code Pro"/>
              </a:rPr>
              <a:t>start_header_id</a:t>
            </a:r>
            <a:r>
              <a:rPr lang="en-GB" sz="1700" dirty="0">
                <a:solidFill>
                  <a:srgbClr val="666666"/>
                </a:solidFill>
                <a:latin typeface="Source Code Pro"/>
                <a:ea typeface="Source Code Pro"/>
              </a:rPr>
              <a:t>|&gt;</a:t>
            </a:r>
            <a:r>
              <a:rPr lang="en-GB" sz="1700" dirty="0">
                <a:solidFill>
                  <a:srgbClr val="0B7743"/>
                </a:solidFill>
                <a:latin typeface="Source Code Pro"/>
                <a:ea typeface="Source Code Pro"/>
              </a:rPr>
              <a:t>system</a:t>
            </a: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end_header_id</a:t>
            </a:r>
            <a:r>
              <a:rPr lang="en-GB" sz="1700" dirty="0">
                <a:solidFill>
                  <a:srgbClr val="666666"/>
                </a:solidFill>
                <a:latin typeface="Source Code Pro"/>
                <a:ea typeface="Source Code Pro"/>
              </a:rPr>
              <a:t>|&gt;</a:t>
            </a:r>
            <a:endParaRPr lang="en-US" sz="1700" dirty="0">
              <a:solidFill>
                <a:srgbClr val="00FDC8"/>
              </a:solidFill>
              <a:latin typeface="Source Code Pro"/>
              <a:ea typeface="Source Code Pro"/>
            </a:endParaRPr>
          </a:p>
          <a:p>
            <a:pPr marL="0" indent="0">
              <a:lnSpc>
                <a:spcPct val="114999"/>
              </a:lnSpc>
              <a:spcBef>
                <a:spcPts val="1200"/>
              </a:spcBef>
              <a:buNone/>
            </a:pPr>
            <a:r>
              <a:rPr lang="en-GB" sz="1700" dirty="0">
                <a:solidFill>
                  <a:srgbClr val="9325A5"/>
                </a:solidFill>
                <a:latin typeface="Source Code Pro"/>
                <a:ea typeface="Source Code Pro"/>
              </a:rPr>
              <a:t>You are an expert in baking.</a:t>
            </a: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eot_id</a:t>
            </a:r>
            <a:r>
              <a:rPr lang="en-GB" sz="1700" dirty="0">
                <a:solidFill>
                  <a:srgbClr val="666666"/>
                </a:solidFill>
                <a:latin typeface="Source Code Pro"/>
                <a:ea typeface="Source Code Pro"/>
              </a:rPr>
              <a:t>|&gt;</a:t>
            </a:r>
            <a:endParaRPr lang="en-US" sz="1700" dirty="0">
              <a:solidFill>
                <a:srgbClr val="00FDC8"/>
              </a:solidFill>
              <a:latin typeface="Source Code Pro"/>
              <a:ea typeface="Source Code Pro"/>
            </a:endParaRPr>
          </a:p>
          <a:p>
            <a:pPr marL="0" indent="0">
              <a:lnSpc>
                <a:spcPct val="114999"/>
              </a:lnSpc>
              <a:spcBef>
                <a:spcPts val="1200"/>
              </a:spcBef>
              <a:buNone/>
            </a:pPr>
            <a:endParaRPr lang="en-GB" sz="1700" dirty="0">
              <a:solidFill>
                <a:srgbClr val="666666"/>
              </a:solidFill>
              <a:latin typeface="Source Code Pro"/>
              <a:ea typeface="Source Code Pro"/>
            </a:endParaRPr>
          </a:p>
          <a:p>
            <a:pPr marL="0" indent="0">
              <a:lnSpc>
                <a:spcPct val="114999"/>
              </a:lnSpc>
              <a:spcBef>
                <a:spcPts val="1200"/>
              </a:spcBef>
              <a:buNone/>
            </a:pP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start_header_id</a:t>
            </a:r>
            <a:r>
              <a:rPr lang="en-GB" sz="1700" dirty="0">
                <a:solidFill>
                  <a:srgbClr val="666666"/>
                </a:solidFill>
                <a:latin typeface="Source Code Pro"/>
                <a:ea typeface="Source Code Pro"/>
              </a:rPr>
              <a:t>|&gt;</a:t>
            </a:r>
            <a:r>
              <a:rPr lang="en-GB" sz="1700" dirty="0">
                <a:solidFill>
                  <a:srgbClr val="0B7743"/>
                </a:solidFill>
                <a:latin typeface="Source Code Pro"/>
                <a:ea typeface="Source Code Pro"/>
              </a:rPr>
              <a:t>user</a:t>
            </a: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end_header_id</a:t>
            </a:r>
            <a:r>
              <a:rPr lang="en-GB" sz="1700" dirty="0">
                <a:solidFill>
                  <a:srgbClr val="666666"/>
                </a:solidFill>
                <a:latin typeface="Source Code Pro"/>
                <a:ea typeface="Source Code Pro"/>
              </a:rPr>
              <a:t>|&gt;</a:t>
            </a:r>
            <a:endParaRPr lang="en-US" sz="1700" dirty="0">
              <a:solidFill>
                <a:srgbClr val="00FDC8"/>
              </a:solidFill>
              <a:latin typeface="Source Code Pro"/>
              <a:ea typeface="Source Code Pro"/>
            </a:endParaRPr>
          </a:p>
          <a:p>
            <a:pPr marL="0" indent="0">
              <a:lnSpc>
                <a:spcPct val="114999"/>
              </a:lnSpc>
              <a:spcBef>
                <a:spcPts val="1200"/>
              </a:spcBef>
              <a:buNone/>
            </a:pPr>
            <a:r>
              <a:rPr lang="en-GB" sz="1700" dirty="0">
                <a:solidFill>
                  <a:srgbClr val="9325A5"/>
                </a:solidFill>
                <a:latin typeface="Source Code Pro"/>
                <a:ea typeface="Source Code Pro"/>
              </a:rPr>
              <a:t>Provide me a recipe for macarons.</a:t>
            </a:r>
            <a:r>
              <a:rPr lang="en-GB" sz="1700" dirty="0">
                <a:solidFill>
                  <a:srgbClr val="666666"/>
                </a:solidFill>
                <a:latin typeface="Source Code Pro"/>
                <a:ea typeface="Source Code Pro"/>
              </a:rPr>
              <a:t>&lt;|</a:t>
            </a:r>
            <a:r>
              <a:rPr lang="en-GB" sz="1700" err="1">
                <a:solidFill>
                  <a:srgbClr val="666666"/>
                </a:solidFill>
                <a:latin typeface="Source Code Pro"/>
                <a:ea typeface="Source Code Pro"/>
              </a:rPr>
              <a:t>eot_id</a:t>
            </a:r>
            <a:r>
              <a:rPr lang="en-GB" sz="1700" dirty="0">
                <a:solidFill>
                  <a:srgbClr val="666666"/>
                </a:solidFill>
                <a:latin typeface="Source Code Pro"/>
                <a:ea typeface="Source Code Pro"/>
              </a:rPr>
              <a:t>|&gt;</a:t>
            </a:r>
            <a:endParaRPr lang="en-US" sz="1700" dirty="0">
              <a:solidFill>
                <a:srgbClr val="00FDC8"/>
              </a:solidFill>
              <a:latin typeface="Source Code Pro"/>
              <a:ea typeface="Source Code Pro"/>
            </a:endParaRPr>
          </a:p>
          <a:p>
            <a:pPr marL="0" indent="0">
              <a:lnSpc>
                <a:spcPct val="114999"/>
              </a:lnSpc>
              <a:spcBef>
                <a:spcPts val="1200"/>
              </a:spcBef>
              <a:buNone/>
            </a:pPr>
            <a:endParaRPr lang="en-GB" sz="1700" dirty="0">
              <a:solidFill>
                <a:srgbClr val="666666"/>
              </a:solidFill>
              <a:latin typeface="Source Code Pro"/>
              <a:ea typeface="Source Code Pro"/>
            </a:endParaRPr>
          </a:p>
          <a:p>
            <a:pPr marL="0" indent="0">
              <a:lnSpc>
                <a:spcPct val="114999"/>
              </a:lnSpc>
              <a:spcBef>
                <a:spcPts val="1200"/>
              </a:spcBef>
              <a:buNone/>
            </a:pP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start_header_id</a:t>
            </a:r>
            <a:r>
              <a:rPr lang="en-GB" sz="1700" dirty="0">
                <a:solidFill>
                  <a:srgbClr val="666666"/>
                </a:solidFill>
                <a:latin typeface="Source Code Pro"/>
                <a:ea typeface="Source Code Pro"/>
              </a:rPr>
              <a:t>|&gt;</a:t>
            </a:r>
            <a:r>
              <a:rPr lang="en-GB" sz="1700" dirty="0">
                <a:solidFill>
                  <a:srgbClr val="0B7743"/>
                </a:solidFill>
                <a:latin typeface="Source Code Pro"/>
                <a:ea typeface="Source Code Pro"/>
              </a:rPr>
              <a:t>assistant</a:t>
            </a: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end_header_id</a:t>
            </a:r>
            <a:r>
              <a:rPr lang="en-GB" sz="1700" dirty="0">
                <a:solidFill>
                  <a:srgbClr val="666666"/>
                </a:solidFill>
                <a:latin typeface="Source Code Pro"/>
                <a:ea typeface="Source Code Pro"/>
              </a:rPr>
              <a:t>|&gt;</a:t>
            </a:r>
            <a:endParaRPr lang="en-US" sz="1700" dirty="0">
              <a:solidFill>
                <a:srgbClr val="00FDC8"/>
              </a:solidFill>
              <a:latin typeface="Source Code Pro"/>
              <a:ea typeface="Source Code Pro"/>
            </a:endParaRPr>
          </a:p>
          <a:p>
            <a:pPr marL="0" indent="0">
              <a:lnSpc>
                <a:spcPct val="114999"/>
              </a:lnSpc>
              <a:spcBef>
                <a:spcPts val="1200"/>
              </a:spcBef>
              <a:spcAft>
                <a:spcPts val="1200"/>
              </a:spcAft>
              <a:buNone/>
            </a:pPr>
            <a:r>
              <a:rPr lang="en-GB" sz="1700" dirty="0">
                <a:solidFill>
                  <a:srgbClr val="9325A5"/>
                </a:solidFill>
                <a:latin typeface="Source Code Pro"/>
                <a:ea typeface="Source Code Pro"/>
              </a:rPr>
              <a:t>Certainly! Here is a recipe for macarons …</a:t>
            </a: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eot_id</a:t>
            </a:r>
            <a:r>
              <a:rPr lang="en-GB" sz="1700" dirty="0">
                <a:solidFill>
                  <a:srgbClr val="666666"/>
                </a:solidFill>
                <a:latin typeface="Source Code Pro"/>
                <a:ea typeface="Source Code Pro"/>
              </a:rPr>
              <a:t>|&gt;</a:t>
            </a:r>
            <a:endParaRPr lang="en-GB" dirty="0"/>
          </a:p>
          <a:p>
            <a:pPr marL="0" indent="0">
              <a:buNone/>
            </a:pPr>
            <a:endParaRPr lang="en-GB" sz="900" dirty="0">
              <a:latin typeface="IBM Plex Mono"/>
            </a:endParaRPr>
          </a:p>
          <a:p>
            <a:pPr marL="0" indent="0">
              <a:buNone/>
            </a:pPr>
            <a:endParaRPr lang="en-GB" sz="900" dirty="0">
              <a:latin typeface="IBM Plex Mono"/>
            </a:endParaRPr>
          </a:p>
        </p:txBody>
      </p:sp>
      <p:sp>
        <p:nvSpPr>
          <p:cNvPr id="14" name="TextBox 13">
            <a:extLst>
              <a:ext uri="{FF2B5EF4-FFF2-40B4-BE49-F238E27FC236}">
                <a16:creationId xmlns:a16="http://schemas.microsoft.com/office/drawing/2014/main" id="{7254B9F3-FEB3-C32D-B278-29497148BAD8}"/>
              </a:ext>
            </a:extLst>
          </p:cNvPr>
          <p:cNvSpPr txBox="1"/>
          <p:nvPr/>
        </p:nvSpPr>
        <p:spPr>
          <a:xfrm>
            <a:off x="8643696" y="3294302"/>
            <a:ext cx="1123759"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800" b="1" dirty="0">
                <a:solidFill>
                  <a:schemeClr val="accent3"/>
                </a:solidFill>
                <a:latin typeface="IBM Plex Mono"/>
              </a:rPr>
              <a:t>role</a:t>
            </a:r>
            <a:endParaRPr lang="en-US">
              <a:solidFill>
                <a:schemeClr val="accent3"/>
              </a:solidFill>
            </a:endParaRPr>
          </a:p>
        </p:txBody>
      </p:sp>
      <p:sp>
        <p:nvSpPr>
          <p:cNvPr id="16" name="Oval 15">
            <a:extLst>
              <a:ext uri="{FF2B5EF4-FFF2-40B4-BE49-F238E27FC236}">
                <a16:creationId xmlns:a16="http://schemas.microsoft.com/office/drawing/2014/main" id="{839153F8-4457-6BD2-0D36-0896EABC4121}"/>
              </a:ext>
            </a:extLst>
          </p:cNvPr>
          <p:cNvSpPr/>
          <p:nvPr/>
        </p:nvSpPr>
        <p:spPr>
          <a:xfrm>
            <a:off x="5441757" y="1762606"/>
            <a:ext cx="1062181" cy="592666"/>
          </a:xfrm>
          <a:custGeom>
            <a:avLst/>
            <a:gdLst>
              <a:gd name="csX0" fmla="*/ 0 w 1062181"/>
              <a:gd name="csY0" fmla="*/ 296333 h 592666"/>
              <a:gd name="csX1" fmla="*/ 531091 w 1062181"/>
              <a:gd name="csY1" fmla="*/ 0 h 592666"/>
              <a:gd name="csX2" fmla="*/ 1062182 w 1062181"/>
              <a:gd name="csY2" fmla="*/ 296333 h 592666"/>
              <a:gd name="csX3" fmla="*/ 531091 w 1062181"/>
              <a:gd name="csY3" fmla="*/ 592666 h 592666"/>
              <a:gd name="csX4" fmla="*/ 0 w 1062181"/>
              <a:gd name="csY4" fmla="*/ 296333 h 592666"/>
            </a:gdLst>
            <a:ahLst/>
            <a:cxnLst>
              <a:cxn ang="0">
                <a:pos x="csX0" y="csY0"/>
              </a:cxn>
              <a:cxn ang="0">
                <a:pos x="csX1" y="csY1"/>
              </a:cxn>
              <a:cxn ang="0">
                <a:pos x="csX2" y="csY2"/>
              </a:cxn>
              <a:cxn ang="0">
                <a:pos x="csX3" y="csY3"/>
              </a:cxn>
              <a:cxn ang="0">
                <a:pos x="csX4" y="csY4"/>
              </a:cxn>
            </a:cxnLst>
            <a:rect l="l" t="t" r="r" b="b"/>
            <a:pathLst>
              <a:path w="1062181" h="592666" extrusionOk="0">
                <a:moveTo>
                  <a:pt x="0" y="296333"/>
                </a:moveTo>
                <a:cubicBezTo>
                  <a:pt x="-7844" y="108050"/>
                  <a:pt x="217113" y="1779"/>
                  <a:pt x="531091" y="0"/>
                </a:cubicBezTo>
                <a:cubicBezTo>
                  <a:pt x="815437" y="12492"/>
                  <a:pt x="1041465" y="110896"/>
                  <a:pt x="1062182" y="296333"/>
                </a:cubicBezTo>
                <a:cubicBezTo>
                  <a:pt x="1075449" y="482420"/>
                  <a:pt x="835636" y="595693"/>
                  <a:pt x="531091" y="592666"/>
                </a:cubicBezTo>
                <a:cubicBezTo>
                  <a:pt x="207623" y="613596"/>
                  <a:pt x="-19889" y="442097"/>
                  <a:pt x="0" y="296333"/>
                </a:cubicBezTo>
                <a:close/>
              </a:path>
            </a:pathLst>
          </a:custGeom>
          <a:noFill/>
          <a:ln>
            <a:solidFill>
              <a:schemeClr val="accent3"/>
            </a:solidFill>
            <a:extLst>
              <a:ext uri="{C807C97D-BFC1-408E-A445-0C87EB9F89A2}">
                <ask:lineSketchStyleProps xmlns:ask="http://schemas.microsoft.com/office/drawing/2018/sketchyshapes" sd="3499211612">
                  <a:prstGeom prst="ellipse">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Oval 17">
            <a:extLst>
              <a:ext uri="{FF2B5EF4-FFF2-40B4-BE49-F238E27FC236}">
                <a16:creationId xmlns:a16="http://schemas.microsoft.com/office/drawing/2014/main" id="{F1B94677-CD84-1383-C609-6BCE2E13C11B}"/>
              </a:ext>
            </a:extLst>
          </p:cNvPr>
          <p:cNvSpPr/>
          <p:nvPr/>
        </p:nvSpPr>
        <p:spPr>
          <a:xfrm>
            <a:off x="3300460" y="3161914"/>
            <a:ext cx="754303" cy="469515"/>
          </a:xfrm>
          <a:custGeom>
            <a:avLst/>
            <a:gdLst>
              <a:gd name="csX0" fmla="*/ 0 w 754303"/>
              <a:gd name="csY0" fmla="*/ 234758 h 469515"/>
              <a:gd name="csX1" fmla="*/ 377152 w 754303"/>
              <a:gd name="csY1" fmla="*/ 0 h 469515"/>
              <a:gd name="csX2" fmla="*/ 754304 w 754303"/>
              <a:gd name="csY2" fmla="*/ 234758 h 469515"/>
              <a:gd name="csX3" fmla="*/ 377152 w 754303"/>
              <a:gd name="csY3" fmla="*/ 469516 h 469515"/>
              <a:gd name="csX4" fmla="*/ 0 w 754303"/>
              <a:gd name="csY4" fmla="*/ 234758 h 469515"/>
            </a:gdLst>
            <a:ahLst/>
            <a:cxnLst>
              <a:cxn ang="0">
                <a:pos x="csX0" y="csY0"/>
              </a:cxn>
              <a:cxn ang="0">
                <a:pos x="csX1" y="csY1"/>
              </a:cxn>
              <a:cxn ang="0">
                <a:pos x="csX2" y="csY2"/>
              </a:cxn>
              <a:cxn ang="0">
                <a:pos x="csX3" y="csY3"/>
              </a:cxn>
              <a:cxn ang="0">
                <a:pos x="csX4" y="csY4"/>
              </a:cxn>
            </a:cxnLst>
            <a:rect l="l" t="t" r="r" b="b"/>
            <a:pathLst>
              <a:path w="754303" h="469515" extrusionOk="0">
                <a:moveTo>
                  <a:pt x="0" y="234758"/>
                </a:moveTo>
                <a:cubicBezTo>
                  <a:pt x="-16189" y="54286"/>
                  <a:pt x="110711" y="5007"/>
                  <a:pt x="377152" y="0"/>
                </a:cubicBezTo>
                <a:cubicBezTo>
                  <a:pt x="575281" y="14162"/>
                  <a:pt x="734498" y="84286"/>
                  <a:pt x="754304" y="234758"/>
                </a:cubicBezTo>
                <a:cubicBezTo>
                  <a:pt x="778862" y="405924"/>
                  <a:pt x="620370" y="478929"/>
                  <a:pt x="377152" y="469516"/>
                </a:cubicBezTo>
                <a:cubicBezTo>
                  <a:pt x="154922" y="479188"/>
                  <a:pt x="-24728" y="342161"/>
                  <a:pt x="0" y="234758"/>
                </a:cubicBezTo>
                <a:close/>
              </a:path>
            </a:pathLst>
          </a:custGeom>
          <a:noFill/>
          <a:ln>
            <a:solidFill>
              <a:schemeClr val="accent3"/>
            </a:solidFill>
            <a:extLst>
              <a:ext uri="{C807C97D-BFC1-408E-A445-0C87EB9F89A2}">
                <ask:lineSketchStyleProps xmlns:ask="http://schemas.microsoft.com/office/drawing/2018/sketchyshapes" sd="3499211612">
                  <a:prstGeom prst="ellipse">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Oval 19">
            <a:extLst>
              <a:ext uri="{FF2B5EF4-FFF2-40B4-BE49-F238E27FC236}">
                <a16:creationId xmlns:a16="http://schemas.microsoft.com/office/drawing/2014/main" id="{8807FB0B-1F99-27E8-0C2A-383CEA095050}"/>
              </a:ext>
            </a:extLst>
          </p:cNvPr>
          <p:cNvSpPr/>
          <p:nvPr/>
        </p:nvSpPr>
        <p:spPr>
          <a:xfrm>
            <a:off x="3300460" y="4408824"/>
            <a:ext cx="1293090" cy="592666"/>
          </a:xfrm>
          <a:custGeom>
            <a:avLst/>
            <a:gdLst>
              <a:gd name="csX0" fmla="*/ 0 w 1293090"/>
              <a:gd name="csY0" fmla="*/ 296333 h 592666"/>
              <a:gd name="csX1" fmla="*/ 646545 w 1293090"/>
              <a:gd name="csY1" fmla="*/ 0 h 592666"/>
              <a:gd name="csX2" fmla="*/ 1293090 w 1293090"/>
              <a:gd name="csY2" fmla="*/ 296333 h 592666"/>
              <a:gd name="csX3" fmla="*/ 646545 w 1293090"/>
              <a:gd name="csY3" fmla="*/ 592666 h 592666"/>
              <a:gd name="csX4" fmla="*/ 0 w 1293090"/>
              <a:gd name="csY4" fmla="*/ 296333 h 592666"/>
            </a:gdLst>
            <a:ahLst/>
            <a:cxnLst>
              <a:cxn ang="0">
                <a:pos x="csX0" y="csY0"/>
              </a:cxn>
              <a:cxn ang="0">
                <a:pos x="csX1" y="csY1"/>
              </a:cxn>
              <a:cxn ang="0">
                <a:pos x="csX2" y="csY2"/>
              </a:cxn>
              <a:cxn ang="0">
                <a:pos x="csX3" y="csY3"/>
              </a:cxn>
              <a:cxn ang="0">
                <a:pos x="csX4" y="csY4"/>
              </a:cxn>
            </a:cxnLst>
            <a:rect l="l" t="t" r="r" b="b"/>
            <a:pathLst>
              <a:path w="1293090" h="592666" extrusionOk="0">
                <a:moveTo>
                  <a:pt x="0" y="296333"/>
                </a:moveTo>
                <a:cubicBezTo>
                  <a:pt x="-5973" y="113924"/>
                  <a:pt x="267849" y="1861"/>
                  <a:pt x="646545" y="0"/>
                </a:cubicBezTo>
                <a:cubicBezTo>
                  <a:pt x="994655" y="12492"/>
                  <a:pt x="1272373" y="110896"/>
                  <a:pt x="1293090" y="296333"/>
                </a:cubicBezTo>
                <a:cubicBezTo>
                  <a:pt x="1313348" y="494238"/>
                  <a:pt x="1011811" y="594873"/>
                  <a:pt x="646545" y="592666"/>
                </a:cubicBezTo>
                <a:cubicBezTo>
                  <a:pt x="259313" y="613596"/>
                  <a:pt x="-19889" y="442097"/>
                  <a:pt x="0" y="296333"/>
                </a:cubicBezTo>
                <a:close/>
              </a:path>
            </a:pathLst>
          </a:custGeom>
          <a:noFill/>
          <a:ln>
            <a:solidFill>
              <a:schemeClr val="accent3"/>
            </a:solidFill>
            <a:extLst>
              <a:ext uri="{C807C97D-BFC1-408E-A445-0C87EB9F89A2}">
                <ask:lineSketchStyleProps xmlns:ask="http://schemas.microsoft.com/office/drawing/2018/sketchyshapes" sd="3499211612">
                  <a:prstGeom prst="ellipse">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061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6" grpId="0" animBg="1"/>
      <p:bldP spid="18" grpId="0" animBg="1"/>
      <p:bldP spid="2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61D510-5029-A7C2-7889-4D93E186941C}"/>
              </a:ext>
            </a:extLst>
          </p:cNvPr>
          <p:cNvSpPr>
            <a:spLocks noGrp="1"/>
          </p:cNvSpPr>
          <p:nvPr>
            <p:ph type="title"/>
          </p:nvPr>
        </p:nvSpPr>
        <p:spPr/>
        <p:txBody>
          <a:bodyPr/>
          <a:lstStyle/>
          <a:p>
            <a:r>
              <a:rPr lang="en-GB" dirty="0"/>
              <a:t>Instruction tuning</a:t>
            </a:r>
          </a:p>
        </p:txBody>
      </p:sp>
      <p:sp>
        <p:nvSpPr>
          <p:cNvPr id="3" name="Content Placeholder 2">
            <a:extLst>
              <a:ext uri="{FF2B5EF4-FFF2-40B4-BE49-F238E27FC236}">
                <a16:creationId xmlns:a16="http://schemas.microsoft.com/office/drawing/2014/main" id="{5EC40B49-B1EB-192B-33AD-FB721B8728BF}"/>
              </a:ext>
            </a:extLst>
          </p:cNvPr>
          <p:cNvSpPr>
            <a:spLocks noGrp="1"/>
          </p:cNvSpPr>
          <p:nvPr>
            <p:ph idx="1"/>
          </p:nvPr>
        </p:nvSpPr>
        <p:spPr/>
        <p:txBody>
          <a:bodyPr vert="horz" lIns="91440" tIns="45720" rIns="91440" bIns="45720" rtlCol="0" anchor="t">
            <a:normAutofit/>
          </a:bodyPr>
          <a:lstStyle/>
          <a:p>
            <a:pPr marL="0" indent="0">
              <a:buNone/>
            </a:pPr>
            <a:r>
              <a:rPr lang="en-GB" dirty="0"/>
              <a:t>We can structure our data as a </a:t>
            </a:r>
            <a:r>
              <a:rPr lang="en-GB" err="1">
                <a:latin typeface="Consolas"/>
                <a:ea typeface="Source Sans Pro"/>
              </a:rPr>
              <a:t>jsonl</a:t>
            </a:r>
            <a:r>
              <a:rPr lang="en-GB" dirty="0">
                <a:latin typeface="Aptos"/>
                <a:ea typeface="Source Sans Pro"/>
              </a:rPr>
              <a:t> </a:t>
            </a:r>
            <a:r>
              <a:rPr lang="en-GB" dirty="0"/>
              <a:t>file</a:t>
            </a:r>
          </a:p>
          <a:p>
            <a:pPr marL="0" indent="0">
              <a:buNone/>
            </a:pPr>
            <a:endParaRPr lang="en-GB" dirty="0"/>
          </a:p>
          <a:p>
            <a:pPr marL="0" indent="0">
              <a:buNone/>
            </a:pPr>
            <a:r>
              <a:rPr lang="en-GB" sz="1800" dirty="0">
                <a:solidFill>
                  <a:srgbClr val="000000"/>
                </a:solidFill>
                <a:latin typeface="Consolas"/>
              </a:rPr>
              <a:t>{</a:t>
            </a:r>
          </a:p>
          <a:p>
            <a:pPr marL="0" indent="0">
              <a:buNone/>
            </a:pPr>
            <a:r>
              <a:rPr lang="en-GB" sz="1800" dirty="0">
                <a:solidFill>
                  <a:srgbClr val="000000"/>
                </a:solidFill>
                <a:latin typeface="Consolas"/>
              </a:rPr>
              <a:t>    "messages":</a:t>
            </a:r>
          </a:p>
          <a:p>
            <a:pPr marL="0" indent="0">
              <a:buNone/>
            </a:pPr>
            <a:r>
              <a:rPr lang="en-GB" sz="1800" dirty="0">
                <a:solidFill>
                  <a:srgbClr val="000000"/>
                </a:solidFill>
                <a:latin typeface="Consolas"/>
              </a:rPr>
              <a:t>        [</a:t>
            </a:r>
          </a:p>
          <a:p>
            <a:pPr marL="0" indent="0">
              <a:buNone/>
            </a:pPr>
            <a:r>
              <a:rPr lang="en-GB" sz="1800" dirty="0">
                <a:solidFill>
                  <a:srgbClr val="000000"/>
                </a:solidFill>
                <a:latin typeface="Consolas"/>
              </a:rPr>
              <a:t>            {"role": "system", "content": "You are an expert in baking."},</a:t>
            </a:r>
            <a:endParaRPr lang="en-GB" sz="1800">
              <a:latin typeface="Consolas"/>
            </a:endParaRPr>
          </a:p>
          <a:p>
            <a:pPr marL="0" indent="0">
              <a:buNone/>
            </a:pPr>
            <a:r>
              <a:rPr lang="en-GB" sz="1800" dirty="0">
                <a:solidFill>
                  <a:srgbClr val="000000"/>
                </a:solidFill>
                <a:latin typeface="Consolas"/>
              </a:rPr>
              <a:t>            {"role": "user", "content": "Provide me a recipe for macarons."},</a:t>
            </a:r>
          </a:p>
          <a:p>
            <a:pPr marL="1543050" indent="-1543050">
              <a:buNone/>
            </a:pPr>
            <a:r>
              <a:rPr lang="en-GB" sz="1800" dirty="0">
                <a:solidFill>
                  <a:srgbClr val="000000"/>
                </a:solidFill>
                <a:latin typeface="Consolas"/>
              </a:rPr>
              <a:t>            {"role": "assistant", "content": "Certainly! Here is a recipe for macarons. ..."}</a:t>
            </a:r>
          </a:p>
          <a:p>
            <a:pPr marL="0" indent="0">
              <a:buNone/>
            </a:pPr>
            <a:r>
              <a:rPr lang="en-GB" sz="1800" dirty="0">
                <a:solidFill>
                  <a:srgbClr val="000000"/>
                </a:solidFill>
                <a:latin typeface="Consolas"/>
              </a:rPr>
              <a:t>        ]</a:t>
            </a:r>
          </a:p>
          <a:p>
            <a:pPr marL="0" indent="0">
              <a:buNone/>
            </a:pPr>
            <a:r>
              <a:rPr lang="en-GB" sz="1800" dirty="0">
                <a:solidFill>
                  <a:srgbClr val="000000"/>
                </a:solidFill>
                <a:latin typeface="Consolas"/>
              </a:rPr>
              <a:t>}</a:t>
            </a:r>
            <a:endParaRPr lang="en-GB" sz="1800" dirty="0">
              <a:latin typeface="Consolas"/>
            </a:endParaRPr>
          </a:p>
        </p:txBody>
      </p:sp>
    </p:spTree>
    <p:extLst>
      <p:ext uri="{BB962C8B-B14F-4D97-AF65-F5344CB8AC3E}">
        <p14:creationId xmlns:p14="http://schemas.microsoft.com/office/powerpoint/2010/main" val="3265705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ABFD0-07E4-B3F7-F1F1-CB37D83C94CB}"/>
              </a:ext>
            </a:extLst>
          </p:cNvPr>
          <p:cNvSpPr>
            <a:spLocks noGrp="1"/>
          </p:cNvSpPr>
          <p:nvPr>
            <p:ph type="title"/>
          </p:nvPr>
        </p:nvSpPr>
        <p:spPr/>
        <p:txBody>
          <a:bodyPr/>
          <a:lstStyle/>
          <a:p>
            <a:r>
              <a:rPr lang="en-GB" dirty="0"/>
              <a:t>Instruction tuning</a:t>
            </a:r>
          </a:p>
        </p:txBody>
      </p:sp>
      <p:sp>
        <p:nvSpPr>
          <p:cNvPr id="3" name="Content Placeholder 2">
            <a:extLst>
              <a:ext uri="{FF2B5EF4-FFF2-40B4-BE49-F238E27FC236}">
                <a16:creationId xmlns:a16="http://schemas.microsoft.com/office/drawing/2014/main" id="{4747CB60-43E9-83DB-A32C-EC72F3CAC32F}"/>
              </a:ext>
            </a:extLst>
          </p:cNvPr>
          <p:cNvSpPr>
            <a:spLocks noGrp="1"/>
          </p:cNvSpPr>
          <p:nvPr>
            <p:ph idx="1"/>
          </p:nvPr>
        </p:nvSpPr>
        <p:spPr/>
        <p:txBody>
          <a:bodyPr vert="horz" lIns="91440" tIns="45720" rIns="91440" bIns="45720" rtlCol="0" anchor="t">
            <a:normAutofit/>
          </a:bodyPr>
          <a:lstStyle/>
          <a:p>
            <a:pPr marL="0" indent="0">
              <a:lnSpc>
                <a:spcPct val="114999"/>
              </a:lnSpc>
              <a:spcBef>
                <a:spcPts val="0"/>
              </a:spcBef>
              <a:buNone/>
            </a:pP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begin_of_text</a:t>
            </a:r>
            <a:r>
              <a:rPr lang="en-GB" sz="1700" dirty="0">
                <a:solidFill>
                  <a:srgbClr val="666666"/>
                </a:solidFill>
                <a:latin typeface="Source Code Pro"/>
                <a:ea typeface="Source Code Pro"/>
              </a:rPr>
              <a:t>|&gt;&lt;|</a:t>
            </a:r>
            <a:r>
              <a:rPr lang="en-GB" sz="1700" dirty="0" err="1">
                <a:solidFill>
                  <a:srgbClr val="666666"/>
                </a:solidFill>
                <a:latin typeface="Source Code Pro"/>
                <a:ea typeface="Source Code Pro"/>
              </a:rPr>
              <a:t>start_header_id</a:t>
            </a:r>
            <a:r>
              <a:rPr lang="en-GB" sz="1700" dirty="0">
                <a:solidFill>
                  <a:srgbClr val="666666"/>
                </a:solidFill>
                <a:latin typeface="Source Code Pro"/>
                <a:ea typeface="Source Code Pro"/>
              </a:rPr>
              <a:t>|&gt;</a:t>
            </a:r>
            <a:r>
              <a:rPr lang="en-GB" sz="1700" dirty="0">
                <a:solidFill>
                  <a:srgbClr val="0B7743"/>
                </a:solidFill>
                <a:latin typeface="Source Code Pro"/>
                <a:ea typeface="Source Code Pro"/>
              </a:rPr>
              <a:t>system</a:t>
            </a: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end_header_id</a:t>
            </a:r>
            <a:r>
              <a:rPr lang="en-GB" sz="1700" dirty="0">
                <a:solidFill>
                  <a:srgbClr val="666666"/>
                </a:solidFill>
                <a:latin typeface="Source Code Pro"/>
                <a:ea typeface="Source Code Pro"/>
              </a:rPr>
              <a:t>|&gt;</a:t>
            </a:r>
            <a:endParaRPr lang="en-US" sz="1700" dirty="0">
              <a:latin typeface="Source Code Pro"/>
              <a:ea typeface="Source Code Pro"/>
            </a:endParaRPr>
          </a:p>
          <a:p>
            <a:pPr marL="0" indent="0">
              <a:lnSpc>
                <a:spcPct val="114999"/>
              </a:lnSpc>
              <a:spcBef>
                <a:spcPts val="1200"/>
              </a:spcBef>
              <a:buNone/>
            </a:pPr>
            <a:r>
              <a:rPr lang="en-GB" sz="1700" dirty="0">
                <a:solidFill>
                  <a:srgbClr val="9325A5"/>
                </a:solidFill>
                <a:latin typeface="Source Code Pro"/>
                <a:ea typeface="Source Code Pro"/>
              </a:rPr>
              <a:t>You are an expert in baking.</a:t>
            </a: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eot_id</a:t>
            </a:r>
            <a:r>
              <a:rPr lang="en-GB" sz="1700" dirty="0">
                <a:solidFill>
                  <a:srgbClr val="666666"/>
                </a:solidFill>
                <a:latin typeface="Source Code Pro"/>
                <a:ea typeface="Source Code Pro"/>
              </a:rPr>
              <a:t>|&gt;</a:t>
            </a:r>
            <a:endParaRPr lang="en-US" sz="1700" dirty="0">
              <a:latin typeface="Source Code Pro"/>
              <a:ea typeface="Source Code Pro"/>
            </a:endParaRPr>
          </a:p>
          <a:p>
            <a:pPr marL="0" indent="0">
              <a:lnSpc>
                <a:spcPct val="114999"/>
              </a:lnSpc>
              <a:spcBef>
                <a:spcPts val="1200"/>
              </a:spcBef>
              <a:buNone/>
            </a:pPr>
            <a:endParaRPr lang="en-GB" sz="1700" dirty="0">
              <a:latin typeface="Source Code Pro"/>
              <a:ea typeface="Source Code Pro"/>
            </a:endParaRPr>
          </a:p>
          <a:p>
            <a:pPr marL="0" indent="0">
              <a:lnSpc>
                <a:spcPct val="114999"/>
              </a:lnSpc>
              <a:spcBef>
                <a:spcPts val="1200"/>
              </a:spcBef>
              <a:buNone/>
            </a:pP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start_header_id</a:t>
            </a:r>
            <a:r>
              <a:rPr lang="en-GB" sz="1700" dirty="0">
                <a:solidFill>
                  <a:srgbClr val="666666"/>
                </a:solidFill>
                <a:latin typeface="Source Code Pro"/>
                <a:ea typeface="Source Code Pro"/>
              </a:rPr>
              <a:t>|&gt;</a:t>
            </a:r>
            <a:r>
              <a:rPr lang="en-GB" sz="1700" dirty="0">
                <a:solidFill>
                  <a:srgbClr val="0B7743"/>
                </a:solidFill>
                <a:latin typeface="Source Code Pro"/>
                <a:ea typeface="Source Code Pro"/>
              </a:rPr>
              <a:t>user</a:t>
            </a: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end_header_id</a:t>
            </a:r>
            <a:r>
              <a:rPr lang="en-GB" sz="1700" dirty="0">
                <a:solidFill>
                  <a:srgbClr val="666666"/>
                </a:solidFill>
                <a:latin typeface="Source Code Pro"/>
                <a:ea typeface="Source Code Pro"/>
              </a:rPr>
              <a:t>|&gt;</a:t>
            </a:r>
            <a:endParaRPr lang="en-US" sz="1700" dirty="0">
              <a:latin typeface="Source Code Pro"/>
              <a:ea typeface="Source Code Pro"/>
            </a:endParaRPr>
          </a:p>
          <a:p>
            <a:pPr marL="0" indent="0">
              <a:lnSpc>
                <a:spcPct val="114999"/>
              </a:lnSpc>
              <a:spcBef>
                <a:spcPts val="1200"/>
              </a:spcBef>
              <a:buNone/>
            </a:pPr>
            <a:r>
              <a:rPr lang="en-US" sz="1700" dirty="0">
                <a:solidFill>
                  <a:srgbClr val="9325A5"/>
                </a:solidFill>
                <a:latin typeface="Source Code Pro"/>
                <a:ea typeface="Source Code Pro"/>
              </a:rPr>
              <a:t>Provide</a:t>
            </a:r>
            <a:r>
              <a:rPr lang="en-GB" sz="1700" dirty="0">
                <a:solidFill>
                  <a:srgbClr val="9325A5"/>
                </a:solidFill>
                <a:latin typeface="Source Code Pro"/>
                <a:ea typeface="Source Code Pro"/>
              </a:rPr>
              <a:t> me a recipe for macarons.</a:t>
            </a: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eot_id</a:t>
            </a:r>
            <a:r>
              <a:rPr lang="en-GB" sz="1700" dirty="0">
                <a:solidFill>
                  <a:srgbClr val="666666"/>
                </a:solidFill>
                <a:latin typeface="Source Code Pro"/>
                <a:ea typeface="Source Code Pro"/>
              </a:rPr>
              <a:t>|&gt;</a:t>
            </a:r>
            <a:endParaRPr lang="en-US" sz="1700" dirty="0">
              <a:latin typeface="Source Code Pro"/>
              <a:ea typeface="Source Code Pro"/>
            </a:endParaRPr>
          </a:p>
          <a:p>
            <a:pPr marL="0" indent="0">
              <a:lnSpc>
                <a:spcPct val="114999"/>
              </a:lnSpc>
              <a:spcBef>
                <a:spcPts val="1200"/>
              </a:spcBef>
              <a:buNone/>
            </a:pPr>
            <a:endParaRPr lang="en-GB" sz="1700" dirty="0">
              <a:latin typeface="Source Code Pro"/>
              <a:ea typeface="Source Code Pro"/>
            </a:endParaRPr>
          </a:p>
          <a:p>
            <a:pPr marL="0" indent="0">
              <a:lnSpc>
                <a:spcPct val="114999"/>
              </a:lnSpc>
              <a:spcBef>
                <a:spcPts val="1200"/>
              </a:spcBef>
              <a:buNone/>
            </a:pP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start_header_id</a:t>
            </a:r>
            <a:r>
              <a:rPr lang="en-GB" sz="1700" dirty="0">
                <a:solidFill>
                  <a:srgbClr val="666666"/>
                </a:solidFill>
                <a:latin typeface="Source Code Pro"/>
                <a:ea typeface="Source Code Pro"/>
              </a:rPr>
              <a:t>|&gt;</a:t>
            </a:r>
            <a:r>
              <a:rPr lang="en-GB" sz="1700" dirty="0">
                <a:solidFill>
                  <a:srgbClr val="0B7743"/>
                </a:solidFill>
                <a:latin typeface="Source Code Pro"/>
                <a:ea typeface="Source Code Pro"/>
              </a:rPr>
              <a:t>assistant</a:t>
            </a:r>
            <a:r>
              <a:rPr lang="en-GB" sz="1700" dirty="0">
                <a:solidFill>
                  <a:srgbClr val="666666"/>
                </a:solidFill>
                <a:latin typeface="Source Code Pro"/>
                <a:ea typeface="Source Code Pro"/>
              </a:rPr>
              <a:t>&lt;|</a:t>
            </a:r>
            <a:r>
              <a:rPr lang="en-GB" sz="1700" dirty="0" err="1">
                <a:solidFill>
                  <a:srgbClr val="666666"/>
                </a:solidFill>
                <a:latin typeface="Source Code Pro"/>
                <a:ea typeface="Source Code Pro"/>
              </a:rPr>
              <a:t>end_header_id</a:t>
            </a:r>
            <a:r>
              <a:rPr lang="en-GB" sz="1700" dirty="0">
                <a:solidFill>
                  <a:srgbClr val="666666"/>
                </a:solidFill>
                <a:latin typeface="Source Code Pro"/>
                <a:ea typeface="Source Code Pro"/>
              </a:rPr>
              <a:t>|&gt;</a:t>
            </a:r>
          </a:p>
          <a:p>
            <a:pPr marL="0" indent="0">
              <a:lnSpc>
                <a:spcPct val="114999"/>
              </a:lnSpc>
              <a:spcBef>
                <a:spcPts val="1200"/>
              </a:spcBef>
              <a:buNone/>
            </a:pPr>
            <a:endParaRPr lang="en-GB" sz="1700" dirty="0">
              <a:solidFill>
                <a:srgbClr val="666666"/>
              </a:solidFill>
              <a:latin typeface="Source Code Pro"/>
              <a:ea typeface="Source Code Pro"/>
            </a:endParaRPr>
          </a:p>
          <a:p>
            <a:pPr marL="0" indent="0">
              <a:lnSpc>
                <a:spcPct val="114999"/>
              </a:lnSpc>
              <a:spcBef>
                <a:spcPts val="1200"/>
              </a:spcBef>
              <a:buNone/>
            </a:pPr>
            <a:r>
              <a:rPr lang="en-GB" sz="1700" dirty="0">
                <a:solidFill>
                  <a:srgbClr val="666666"/>
                </a:solidFill>
                <a:latin typeface="Source Code Pro"/>
                <a:ea typeface="Source Code Pro"/>
              </a:rPr>
              <a:t>START GENERATING...until we hit &lt;|</a:t>
            </a:r>
            <a:r>
              <a:rPr lang="en-GB" sz="1700" dirty="0" err="1">
                <a:solidFill>
                  <a:srgbClr val="666666"/>
                </a:solidFill>
                <a:latin typeface="Source Code Pro"/>
                <a:ea typeface="Source Code Pro"/>
              </a:rPr>
              <a:t>eot_id</a:t>
            </a:r>
            <a:r>
              <a:rPr lang="en-GB" sz="1700" dirty="0">
                <a:solidFill>
                  <a:srgbClr val="666666"/>
                </a:solidFill>
                <a:latin typeface="Source Code Pro"/>
                <a:ea typeface="Source Code Pro"/>
              </a:rPr>
              <a:t>|&gt;</a:t>
            </a:r>
            <a:endParaRPr lang="en-GB" dirty="0"/>
          </a:p>
        </p:txBody>
      </p:sp>
      <p:sp>
        <p:nvSpPr>
          <p:cNvPr id="4" name="Rectangle 3">
            <a:extLst>
              <a:ext uri="{FF2B5EF4-FFF2-40B4-BE49-F238E27FC236}">
                <a16:creationId xmlns:a16="http://schemas.microsoft.com/office/drawing/2014/main" id="{A27B83CE-0B90-B191-1D1E-42EDFB477CB1}"/>
              </a:ext>
            </a:extLst>
          </p:cNvPr>
          <p:cNvSpPr/>
          <p:nvPr/>
        </p:nvSpPr>
        <p:spPr>
          <a:xfrm>
            <a:off x="838969" y="1693333"/>
            <a:ext cx="8328121" cy="3463636"/>
          </a:xfrm>
          <a:prstGeom prst="rect">
            <a:avLst/>
          </a:prstGeom>
          <a:noFill/>
          <a:ln w="57150">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94330A41-D83E-514C-328D-9FDA44208459}"/>
              </a:ext>
            </a:extLst>
          </p:cNvPr>
          <p:cNvSpPr/>
          <p:nvPr/>
        </p:nvSpPr>
        <p:spPr>
          <a:xfrm>
            <a:off x="838969" y="5156969"/>
            <a:ext cx="8328121" cy="885152"/>
          </a:xfrm>
          <a:prstGeom prst="rect">
            <a:avLst/>
          </a:prstGeom>
          <a:noFill/>
          <a:ln w="5715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extBox 5">
            <a:extLst>
              <a:ext uri="{FF2B5EF4-FFF2-40B4-BE49-F238E27FC236}">
                <a16:creationId xmlns:a16="http://schemas.microsoft.com/office/drawing/2014/main" id="{E1694644-5CF9-5C0A-18B5-140F5E129B43}"/>
              </a:ext>
            </a:extLst>
          </p:cNvPr>
          <p:cNvSpPr txBox="1"/>
          <p:nvPr/>
        </p:nvSpPr>
        <p:spPr>
          <a:xfrm>
            <a:off x="9407071" y="3246664"/>
            <a:ext cx="194582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GB" dirty="0"/>
              <a:t>input</a:t>
            </a:r>
          </a:p>
        </p:txBody>
      </p:sp>
      <p:sp>
        <p:nvSpPr>
          <p:cNvPr id="7" name="TextBox 6">
            <a:extLst>
              <a:ext uri="{FF2B5EF4-FFF2-40B4-BE49-F238E27FC236}">
                <a16:creationId xmlns:a16="http://schemas.microsoft.com/office/drawing/2014/main" id="{63AFFDD9-C3A7-21A1-CAFA-2F2B99503423}"/>
              </a:ext>
            </a:extLst>
          </p:cNvPr>
          <p:cNvSpPr txBox="1"/>
          <p:nvPr/>
        </p:nvSpPr>
        <p:spPr>
          <a:xfrm>
            <a:off x="9407070" y="5418364"/>
            <a:ext cx="194582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GB" dirty="0"/>
              <a:t>generation</a:t>
            </a:r>
            <a:endParaRPr lang="en-US" dirty="0"/>
          </a:p>
        </p:txBody>
      </p:sp>
    </p:spTree>
    <p:extLst>
      <p:ext uri="{BB962C8B-B14F-4D97-AF65-F5344CB8AC3E}">
        <p14:creationId xmlns:p14="http://schemas.microsoft.com/office/powerpoint/2010/main" val="10929322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D401E-6F1D-0D28-B8FE-81EA85AE3C32}"/>
              </a:ext>
            </a:extLst>
          </p:cNvPr>
          <p:cNvSpPr>
            <a:spLocks noGrp="1"/>
          </p:cNvSpPr>
          <p:nvPr>
            <p:ph type="title"/>
          </p:nvPr>
        </p:nvSpPr>
        <p:spPr/>
        <p:txBody>
          <a:bodyPr/>
          <a:lstStyle/>
          <a:p>
            <a:r>
              <a:rPr lang="en-GB" dirty="0"/>
              <a:t>Instruction tuning</a:t>
            </a:r>
          </a:p>
        </p:txBody>
      </p:sp>
      <p:sp>
        <p:nvSpPr>
          <p:cNvPr id="3" name="Content Placeholder 2">
            <a:extLst>
              <a:ext uri="{FF2B5EF4-FFF2-40B4-BE49-F238E27FC236}">
                <a16:creationId xmlns:a16="http://schemas.microsoft.com/office/drawing/2014/main" id="{978C781F-9E2A-F6E6-5D38-F834036A377E}"/>
              </a:ext>
            </a:extLst>
          </p:cNvPr>
          <p:cNvSpPr>
            <a:spLocks noGrp="1"/>
          </p:cNvSpPr>
          <p:nvPr>
            <p:ph idx="1"/>
          </p:nvPr>
        </p:nvSpPr>
        <p:spPr/>
        <p:txBody>
          <a:bodyPr vert="horz" lIns="91440" tIns="45720" rIns="91440" bIns="45720" rtlCol="0" anchor="t">
            <a:normAutofit/>
          </a:bodyPr>
          <a:lstStyle/>
          <a:p>
            <a:pPr marL="0" indent="0">
              <a:buNone/>
            </a:pPr>
            <a:r>
              <a:rPr lang="en-GB" dirty="0"/>
              <a:t>Still next token generation</a:t>
            </a:r>
          </a:p>
          <a:p>
            <a:pPr marL="0" indent="0">
              <a:buNone/>
            </a:pPr>
            <a:endParaRPr lang="en-GB" dirty="0"/>
          </a:p>
          <a:p>
            <a:pPr marL="0" indent="0">
              <a:buNone/>
            </a:pPr>
            <a:r>
              <a:rPr lang="en-GB" dirty="0"/>
              <a:t>This "template" is very important</a:t>
            </a:r>
          </a:p>
          <a:p>
            <a:pPr marL="0" indent="0">
              <a:buNone/>
            </a:pPr>
            <a:endParaRPr lang="en-GB" dirty="0"/>
          </a:p>
          <a:p>
            <a:pPr marL="0" indent="0">
              <a:buNone/>
            </a:pPr>
            <a:r>
              <a:rPr lang="en-GB" dirty="0"/>
              <a:t>Deviate from the template during inference, and you'll get poor results</a:t>
            </a:r>
          </a:p>
          <a:p>
            <a:pPr marL="0" indent="0">
              <a:buNone/>
            </a:pPr>
            <a:endParaRPr lang="en-GB" dirty="0"/>
          </a:p>
          <a:p>
            <a:pPr marL="0" indent="0">
              <a:buNone/>
            </a:pPr>
            <a:r>
              <a:rPr lang="en-GB" dirty="0"/>
              <a:t>The pattern is also important (system, user, assistant, user, assistant, …)</a:t>
            </a:r>
          </a:p>
        </p:txBody>
      </p:sp>
    </p:spTree>
    <p:extLst>
      <p:ext uri="{BB962C8B-B14F-4D97-AF65-F5344CB8AC3E}">
        <p14:creationId xmlns:p14="http://schemas.microsoft.com/office/powerpoint/2010/main" val="34873468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B9B373A-A19F-8C6E-E71F-3EDF339CF25A}"/>
              </a:ext>
            </a:extLst>
          </p:cNvPr>
          <p:cNvSpPr>
            <a:spLocks noGrp="1"/>
          </p:cNvSpPr>
          <p:nvPr>
            <p:ph type="title"/>
          </p:nvPr>
        </p:nvSpPr>
        <p:spPr>
          <a:xfrm>
            <a:off x="838200" y="365125"/>
            <a:ext cx="10515600" cy="1325563"/>
          </a:xfrm>
        </p:spPr>
        <p:txBody>
          <a:bodyPr/>
          <a:lstStyle/>
          <a:p>
            <a:r>
              <a:rPr lang="en-US" dirty="0"/>
              <a:t>Full fine-tuning (FFT)</a:t>
            </a:r>
          </a:p>
        </p:txBody>
      </p:sp>
      <mc:AlternateContent xmlns:mc="http://schemas.openxmlformats.org/markup-compatibility/2006">
        <mc:Choice xmlns:a14="http://schemas.microsoft.com/office/drawing/2010/main" Requires="a14">
          <p:sp>
            <p:nvSpPr>
              <p:cNvPr id="5" name="Content Placeholder 2">
                <a:extLst>
                  <a:ext uri="{FF2B5EF4-FFF2-40B4-BE49-F238E27FC236}">
                    <a16:creationId xmlns:a16="http://schemas.microsoft.com/office/drawing/2014/main" id="{C25EE3FF-F722-E7C0-AA0B-D8956DAFE61E}"/>
                  </a:ext>
                </a:extLst>
              </p:cNvPr>
              <p:cNvSpPr>
                <a:spLocks noGrp="1"/>
              </p:cNvSpPr>
              <p:nvPr>
                <p:ph idx="1"/>
              </p:nvPr>
            </p:nvSpPr>
            <p:spPr>
              <a:xfrm>
                <a:off x="838200" y="1825624"/>
                <a:ext cx="10515600" cy="5032375"/>
              </a:xfrm>
            </p:spPr>
            <p:txBody>
              <a:bodyPr>
                <a:normAutofit/>
              </a:bodyPr>
              <a:lstStyle/>
              <a:p>
                <a:pPr marL="0" indent="0">
                  <a:buNone/>
                </a:pPr>
                <a:r>
                  <a:rPr lang="en-US" dirty="0"/>
                  <a:t>Checking the till…</a:t>
                </a:r>
              </a:p>
              <a:p>
                <a:pPr marL="0" indent="0">
                  <a:buNone/>
                </a:pPr>
                <a:endParaRPr lang="en-US" dirty="0"/>
              </a:p>
              <a:p>
                <a:r>
                  <a:rPr lang="en-US" dirty="0"/>
                  <a:t>When we update the base model weights we need, per parameter:</a:t>
                </a:r>
              </a:p>
              <a:p>
                <a:pPr lvl="1"/>
                <a:r>
                  <a:rPr lang="en-US" dirty="0"/>
                  <a:t>Weights, gradients, first and second moments of Adam </a:t>
                </a:r>
                <a:r>
                  <a:rPr lang="en-US" dirty="0" err="1"/>
                  <a:t>optimiser</a:t>
                </a:r>
                <a:r>
                  <a:rPr lang="en-US" dirty="0"/>
                  <a:t> state</a:t>
                </a:r>
              </a:p>
              <a:p>
                <a:pPr lvl="1"/>
                <a:r>
                  <a:rPr lang="en-US" dirty="0"/>
                  <a:t>So, roughly 4 copies of the model</a:t>
                </a:r>
              </a:p>
              <a:p>
                <a:r>
                  <a:rPr lang="en-GB" i="1" dirty="0"/>
                  <a:t>Llama 3.1 70B</a:t>
                </a:r>
              </a:p>
              <a:p>
                <a:pPr lvl="1"/>
                <a:r>
                  <a:rPr lang="en-GB" b="0" dirty="0"/>
                  <a:t>For bf16 / fp16</a:t>
                </a:r>
                <a:r>
                  <a:rPr lang="en-GB" dirty="0"/>
                  <a:t>, that’s </a:t>
                </a:r>
                <a14:m>
                  <m:oMath xmlns:m="http://schemas.openxmlformats.org/officeDocument/2006/math">
                    <m:r>
                      <a:rPr lang="en-GB" b="0" i="1" smtClean="0">
                        <a:latin typeface="Cambria Math" panose="02040503050406030204" pitchFamily="18" charset="0"/>
                      </a:rPr>
                      <m:t>4×2=8</m:t>
                    </m:r>
                  </m:oMath>
                </a14:m>
                <a:r>
                  <a:rPr lang="en-GB" b="0" dirty="0"/>
                  <a:t> bytes per parameter.</a:t>
                </a:r>
              </a:p>
              <a:p>
                <a:pPr lvl="1"/>
                <a:r>
                  <a:rPr lang="en-GB" dirty="0"/>
                  <a:t>~560GB total!</a:t>
                </a:r>
              </a:p>
              <a:p>
                <a:r>
                  <a:rPr lang="en-GB" b="0" dirty="0"/>
                  <a:t>Or 7 NVIDIA H100s…</a:t>
                </a:r>
              </a:p>
              <a:p>
                <a:pPr lvl="1"/>
                <a:endParaRPr lang="en-GB" b="0" dirty="0"/>
              </a:p>
            </p:txBody>
          </p:sp>
        </mc:Choice>
        <mc:Fallback>
          <p:sp>
            <p:nvSpPr>
              <p:cNvPr id="5" name="Content Placeholder 2">
                <a:extLst>
                  <a:ext uri="{FF2B5EF4-FFF2-40B4-BE49-F238E27FC236}">
                    <a16:creationId xmlns:a16="http://schemas.microsoft.com/office/drawing/2014/main" id="{C25EE3FF-F722-E7C0-AA0B-D8956DAFE61E}"/>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3"/>
                <a:stretch>
                  <a:fillRect l="-1206" t="-2015" r="-724"/>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1401BE48-E1EC-1D73-709A-EC05BEAC536B}"/>
              </a:ext>
            </a:extLst>
          </p:cNvPr>
          <p:cNvPicPr>
            <a:picLocks noChangeAspect="1"/>
          </p:cNvPicPr>
          <p:nvPr/>
        </p:nvPicPr>
        <p:blipFill>
          <a:blip r:embed="rId4"/>
          <a:stretch>
            <a:fillRect/>
          </a:stretch>
        </p:blipFill>
        <p:spPr>
          <a:xfrm>
            <a:off x="3478695" y="4162148"/>
            <a:ext cx="638802" cy="359326"/>
          </a:xfrm>
          <a:prstGeom prst="rect">
            <a:avLst/>
          </a:prstGeom>
        </p:spPr>
      </p:pic>
    </p:spTree>
    <p:extLst>
      <p:ext uri="{BB962C8B-B14F-4D97-AF65-F5344CB8AC3E}">
        <p14:creationId xmlns:p14="http://schemas.microsoft.com/office/powerpoint/2010/main" val="7225193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0D2F02F-2B7C-D180-4B4D-1512FC6A9A17}"/>
              </a:ext>
            </a:extLst>
          </p:cNvPr>
          <p:cNvPicPr>
            <a:picLocks noChangeAspect="1"/>
          </p:cNvPicPr>
          <p:nvPr/>
        </p:nvPicPr>
        <p:blipFill>
          <a:blip r:embed="rId2"/>
          <a:stretch>
            <a:fillRect/>
          </a:stretch>
        </p:blipFill>
        <p:spPr>
          <a:xfrm>
            <a:off x="1312333" y="1084573"/>
            <a:ext cx="9567333" cy="4688854"/>
          </a:xfrm>
          <a:prstGeom prst="rect">
            <a:avLst/>
          </a:prstGeom>
        </p:spPr>
      </p:pic>
    </p:spTree>
    <p:extLst>
      <p:ext uri="{BB962C8B-B14F-4D97-AF65-F5344CB8AC3E}">
        <p14:creationId xmlns:p14="http://schemas.microsoft.com/office/powerpoint/2010/main" val="12417822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6706387-C1F1-3A49-ACA4-2363DA04E26F}"/>
              </a:ext>
            </a:extLst>
          </p:cNvPr>
          <p:cNvSpPr>
            <a:spLocks noGrp="1"/>
          </p:cNvSpPr>
          <p:nvPr>
            <p:ph type="title"/>
          </p:nvPr>
        </p:nvSpPr>
        <p:spPr>
          <a:xfrm>
            <a:off x="838200" y="365125"/>
            <a:ext cx="10515600" cy="1325563"/>
          </a:xfrm>
        </p:spPr>
        <p:txBody>
          <a:bodyPr/>
          <a:lstStyle/>
          <a:p>
            <a:r>
              <a:rPr lang="en-US" dirty="0"/>
              <a:t>Low Rank Adaptation (</a:t>
            </a:r>
            <a:r>
              <a:rPr lang="en-US" dirty="0" err="1"/>
              <a:t>LoRA</a:t>
            </a:r>
            <a:r>
              <a:rPr lang="en-US" dirty="0"/>
              <a:t>)</a:t>
            </a:r>
          </a:p>
        </p:txBody>
      </p:sp>
      <mc:AlternateContent xmlns:mc="http://schemas.openxmlformats.org/markup-compatibility/2006">
        <mc:Choice xmlns:a14="http://schemas.microsoft.com/office/drawing/2010/main" Requires="a14">
          <p:sp>
            <p:nvSpPr>
              <p:cNvPr id="5" name="Content Placeholder 2">
                <a:extLst>
                  <a:ext uri="{FF2B5EF4-FFF2-40B4-BE49-F238E27FC236}">
                    <a16:creationId xmlns:a16="http://schemas.microsoft.com/office/drawing/2014/main" id="{9716D1D8-782B-2DCF-55A8-FA92B65166DD}"/>
                  </a:ext>
                </a:extLst>
              </p:cNvPr>
              <p:cNvSpPr>
                <a:spLocks noGrp="1"/>
              </p:cNvSpPr>
              <p:nvPr>
                <p:ph idx="1"/>
              </p:nvPr>
            </p:nvSpPr>
            <p:spPr>
              <a:xfrm>
                <a:off x="838200" y="1825625"/>
                <a:ext cx="10515600" cy="4351338"/>
              </a:xfrm>
            </p:spPr>
            <p:txBody>
              <a:bodyPr>
                <a:normAutofit/>
              </a:bodyPr>
              <a:lstStyle/>
              <a:p>
                <a:r>
                  <a:rPr lang="en-US" dirty="0"/>
                  <a:t>At each </a:t>
                </a:r>
                <a:r>
                  <a:rPr lang="en-US" dirty="0" err="1"/>
                  <a:t>optimiser</a:t>
                </a:r>
                <a:r>
                  <a:rPr lang="en-US" dirty="0"/>
                  <a:t> step, instead of updating:</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ea typeface="Cambria Math" panose="02040503050406030204" pitchFamily="18" charset="0"/>
                            </a:rPr>
                          </m:ctrlPr>
                        </m:sSubPr>
                        <m:e>
                          <m:r>
                            <a:rPr lang="en-GB" i="1">
                              <a:latin typeface="Cambria Math" panose="02040503050406030204" pitchFamily="18" charset="0"/>
                              <a:ea typeface="Cambria Math" panose="02040503050406030204" pitchFamily="18" charset="0"/>
                            </a:rPr>
                            <m:t>𝑊</m:t>
                          </m:r>
                        </m:e>
                        <m:sub>
                          <m:r>
                            <a:rPr lang="en-GB" b="0" i="1" smtClean="0">
                              <a:latin typeface="Cambria Math" panose="02040503050406030204" pitchFamily="18" charset="0"/>
                              <a:ea typeface="Cambria Math" panose="02040503050406030204" pitchFamily="18" charset="0"/>
                            </a:rPr>
                            <m:t>𝑄</m:t>
                          </m:r>
                        </m:sub>
                      </m:sSub>
                      <m:r>
                        <a:rPr lang="en-GB" b="0" i="1" smtClean="0">
                          <a:latin typeface="Cambria Math" panose="02040503050406030204" pitchFamily="18" charset="0"/>
                          <a:ea typeface="Cambria Math" panose="02040503050406030204" pitchFamily="18" charset="0"/>
                        </a:rPr>
                        <m:t>,</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𝑊</m:t>
                          </m:r>
                        </m:e>
                        <m:sub>
                          <m:r>
                            <a:rPr lang="en-GB" b="0" i="1" smtClean="0">
                              <a:latin typeface="Cambria Math" panose="02040503050406030204" pitchFamily="18" charset="0"/>
                              <a:ea typeface="Cambria Math" panose="02040503050406030204" pitchFamily="18" charset="0"/>
                            </a:rPr>
                            <m:t>𝐾</m:t>
                          </m:r>
                        </m:sub>
                      </m:sSub>
                      <m:r>
                        <a:rPr lang="en-GB" b="0" i="1" smtClean="0">
                          <a:latin typeface="Cambria Math" panose="02040503050406030204" pitchFamily="18" charset="0"/>
                          <a:ea typeface="Cambria Math" panose="02040503050406030204" pitchFamily="18" charset="0"/>
                        </a:rPr>
                        <m:t>,</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𝑊</m:t>
                          </m:r>
                        </m:e>
                        <m:sub>
                          <m:r>
                            <a:rPr lang="en-GB" b="0" i="1" smtClean="0">
                              <a:latin typeface="Cambria Math" panose="02040503050406030204" pitchFamily="18" charset="0"/>
                              <a:ea typeface="Cambria Math" panose="02040503050406030204" pitchFamily="18" charset="0"/>
                            </a:rPr>
                            <m:t>𝑉</m:t>
                          </m:r>
                        </m:sub>
                      </m:sSub>
                      <m:r>
                        <a:rPr lang="en-GB" b="0" i="1" smtClean="0">
                          <a:latin typeface="Cambria Math" panose="02040503050406030204" pitchFamily="18" charset="0"/>
                          <a:ea typeface="Cambria Math" panose="02040503050406030204" pitchFamily="18" charset="0"/>
                        </a:rPr>
                        <m:t>,</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𝑊</m:t>
                          </m:r>
                        </m:e>
                        <m:sub>
                          <m:r>
                            <m:rPr>
                              <m:nor/>
                            </m:rPr>
                            <a:rPr lang="en-GB" b="0" i="0" smtClean="0">
                              <a:latin typeface="Cambria Math" panose="02040503050406030204" pitchFamily="18" charset="0"/>
                              <a:ea typeface="Cambria Math" panose="02040503050406030204" pitchFamily="18" charset="0"/>
                            </a:rPr>
                            <m:t>MLP</m:t>
                          </m:r>
                        </m:sub>
                      </m:sSub>
                    </m:oMath>
                  </m:oMathPara>
                </a14:m>
                <a:endParaRPr lang="en-GB" b="0" dirty="0">
                  <a:ea typeface="Cambria Math" panose="02040503050406030204" pitchFamily="18" charset="0"/>
                </a:endParaRPr>
              </a:p>
              <a:p>
                <a:pPr marL="0" indent="0">
                  <a:buNone/>
                </a:pPr>
                <a:endParaRPr lang="en-GB" b="0" dirty="0">
                  <a:ea typeface="Cambria Math" panose="02040503050406030204" pitchFamily="18" charset="0"/>
                </a:endParaRPr>
              </a:p>
              <a:p>
                <a:r>
                  <a:rPr lang="en-GB" b="0" dirty="0">
                    <a:ea typeface="Cambria Math" panose="02040503050406030204" pitchFamily="18" charset="0"/>
                  </a:rPr>
                  <a:t>For a given weight matrix </a:t>
                </a:r>
                <a14:m>
                  <m:oMath xmlns:m="http://schemas.openxmlformats.org/officeDocument/2006/math">
                    <m:r>
                      <m:rPr>
                        <m:sty m:val="p"/>
                      </m:rPr>
                      <a:rPr lang="en-GB" b="0" i="1" smtClean="0">
                        <a:latin typeface="Cambria Math" panose="02040503050406030204" pitchFamily="18" charset="0"/>
                        <a:ea typeface="Cambria Math" panose="02040503050406030204" pitchFamily="18" charset="0"/>
                      </a:rPr>
                      <m:t>W</m:t>
                    </m:r>
                  </m:oMath>
                </a14:m>
                <a:r>
                  <a:rPr lang="en-GB" b="0" dirty="0">
                    <a:ea typeface="Cambria Math" panose="02040503050406030204" pitchFamily="18" charset="0"/>
                  </a:rPr>
                  <a:t>, </a:t>
                </a:r>
                <a:r>
                  <a:rPr lang="en-GB" b="0" dirty="0">
                    <a:solidFill>
                      <a:schemeClr val="accent4"/>
                    </a:solidFill>
                    <a:ea typeface="Cambria Math" panose="02040503050406030204" pitchFamily="18" charset="0"/>
                  </a:rPr>
                  <a:t>freeze</a:t>
                </a:r>
                <a:r>
                  <a:rPr lang="en-GB" b="0" dirty="0">
                    <a:ea typeface="Cambria Math" panose="02040503050406030204" pitchFamily="18" charset="0"/>
                  </a:rPr>
                  <a:t> the base weights and update an ‘adapter’ </a:t>
                </a:r>
                <a14:m>
                  <m:oMath xmlns:m="http://schemas.openxmlformats.org/officeDocument/2006/math">
                    <m:r>
                      <m:rPr>
                        <m:sty m:val="p"/>
                      </m:rPr>
                      <a:rPr lang="en-GB" b="0" i="0" smtClean="0">
                        <a:latin typeface="Cambria Math" panose="02040503050406030204" pitchFamily="18" charset="0"/>
                        <a:ea typeface="Cambria Math" panose="02040503050406030204" pitchFamily="18" charset="0"/>
                      </a:rPr>
                      <m:t>Δ</m:t>
                    </m:r>
                    <m:r>
                      <a:rPr lang="en-GB" b="0" i="0" smtClean="0">
                        <a:latin typeface="Cambria Math" panose="02040503050406030204" pitchFamily="18" charset="0"/>
                        <a:ea typeface="Cambria Math" panose="02040503050406030204" pitchFamily="18" charset="0"/>
                      </a:rPr>
                      <m:t>𝑊</m:t>
                    </m:r>
                  </m:oMath>
                </a14:m>
                <a:r>
                  <a:rPr lang="en-GB" b="0" dirty="0">
                    <a:ea typeface="Cambria Math" panose="02040503050406030204" pitchFamily="18" charset="0"/>
                  </a:rPr>
                  <a:t>:</a:t>
                </a:r>
              </a:p>
              <a:p>
                <a:endParaRPr lang="en-GB" dirty="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ea typeface="Cambria Math" panose="02040503050406030204" pitchFamily="18" charset="0"/>
                        </a:rPr>
                        <m:t>𝑊</m:t>
                      </m:r>
                      <m:r>
                        <a:rPr lang="en-GB" b="0" i="1" smtClean="0">
                          <a:latin typeface="Cambria Math" panose="02040503050406030204" pitchFamily="18" charset="0"/>
                          <a:ea typeface="Cambria Math" panose="02040503050406030204" pitchFamily="18" charset="0"/>
                        </a:rPr>
                        <m:t>⟶</m:t>
                      </m:r>
                      <m:r>
                        <a:rPr lang="en-GB" b="0" i="1" smtClean="0">
                          <a:solidFill>
                            <a:schemeClr val="accent4"/>
                          </a:solidFill>
                          <a:latin typeface="Cambria Math" panose="02040503050406030204" pitchFamily="18" charset="0"/>
                          <a:ea typeface="Cambria Math" panose="02040503050406030204" pitchFamily="18" charset="0"/>
                        </a:rPr>
                        <m:t>𝑊</m:t>
                      </m:r>
                      <m:r>
                        <a:rPr lang="en-GB" b="0" i="1" smtClean="0">
                          <a:latin typeface="Cambria Math" panose="02040503050406030204" pitchFamily="18" charset="0"/>
                          <a:ea typeface="Cambria Math" panose="02040503050406030204" pitchFamily="18" charset="0"/>
                        </a:rPr>
                        <m:t>+</m:t>
                      </m:r>
                      <m:f>
                        <m:fPr>
                          <m:ctrlPr>
                            <a:rPr lang="en-GB" b="0" i="1" smtClean="0">
                              <a:solidFill>
                                <a:schemeClr val="tx1"/>
                              </a:solidFill>
                              <a:latin typeface="Cambria Math" panose="02040503050406030204" pitchFamily="18" charset="0"/>
                              <a:ea typeface="Cambria Math" panose="02040503050406030204" pitchFamily="18" charset="0"/>
                            </a:rPr>
                          </m:ctrlPr>
                        </m:fPr>
                        <m:num>
                          <m:r>
                            <a:rPr lang="en-GB" b="0" i="0" smtClean="0">
                              <a:solidFill>
                                <a:schemeClr val="tx1"/>
                              </a:solidFill>
                              <a:latin typeface="Cambria Math" panose="02040503050406030204" pitchFamily="18" charset="0"/>
                              <a:ea typeface="Cambria Math" panose="02040503050406030204" pitchFamily="18" charset="0"/>
                            </a:rPr>
                            <m:t>𝛼</m:t>
                          </m:r>
                        </m:num>
                        <m:den>
                          <m:r>
                            <a:rPr lang="en-GB" b="0" i="0" smtClean="0">
                              <a:solidFill>
                                <a:schemeClr val="tx1"/>
                              </a:solidFill>
                              <a:latin typeface="Cambria Math" panose="02040503050406030204" pitchFamily="18" charset="0"/>
                              <a:ea typeface="Cambria Math" panose="02040503050406030204" pitchFamily="18" charset="0"/>
                            </a:rPr>
                            <m:t>𝑟</m:t>
                          </m:r>
                        </m:den>
                      </m:f>
                      <m:r>
                        <m:rPr>
                          <m:sty m:val="p"/>
                        </m:rPr>
                        <a:rPr lang="en-GB" b="0" i="0" smtClean="0">
                          <a:latin typeface="Cambria Math" panose="02040503050406030204" pitchFamily="18" charset="0"/>
                          <a:ea typeface="Cambria Math" panose="02040503050406030204" pitchFamily="18" charset="0"/>
                        </a:rPr>
                        <m:t>Δ</m:t>
                      </m:r>
                      <m:r>
                        <a:rPr lang="en-GB" b="0" i="0" smtClean="0">
                          <a:latin typeface="Cambria Math" panose="02040503050406030204" pitchFamily="18" charset="0"/>
                          <a:ea typeface="Cambria Math" panose="02040503050406030204" pitchFamily="18" charset="0"/>
                        </a:rPr>
                        <m:t>𝑊</m:t>
                      </m:r>
                      <m:r>
                        <a:rPr lang="en-GB" b="0" i="0" smtClean="0">
                          <a:latin typeface="Cambria Math" panose="02040503050406030204" pitchFamily="18" charset="0"/>
                          <a:ea typeface="Cambria Math" panose="02040503050406030204" pitchFamily="18" charset="0"/>
                        </a:rPr>
                        <m:t> </m:t>
                      </m:r>
                    </m:oMath>
                  </m:oMathPara>
                </a14:m>
                <a:endParaRPr lang="en-GB" b="0" dirty="0">
                  <a:ea typeface="Cambria Math" panose="02040503050406030204" pitchFamily="18" charset="0"/>
                </a:endParaRPr>
              </a:p>
              <a:p>
                <a:pPr marL="0" indent="0">
                  <a:buNone/>
                </a:pPr>
                <a:endParaRPr lang="en-GB" b="0" dirty="0">
                  <a:ea typeface="Cambria Math" panose="02040503050406030204" pitchFamily="18" charset="0"/>
                </a:endParaRPr>
              </a:p>
              <a:p>
                <a:pPr marL="0" indent="0">
                  <a:buNone/>
                </a:pPr>
                <a:endParaRPr lang="en-GB" b="0" dirty="0">
                  <a:ea typeface="Cambria Math" panose="02040503050406030204" pitchFamily="18" charset="0"/>
                </a:endParaRPr>
              </a:p>
              <a:p>
                <a:pPr marL="0" indent="0">
                  <a:buNone/>
                </a:pPr>
                <a:endParaRPr lang="en-GB" b="0" dirty="0">
                  <a:ea typeface="Cambria Math" panose="02040503050406030204" pitchFamily="18" charset="0"/>
                </a:endParaRPr>
              </a:p>
              <a:p>
                <a:pPr marL="0" indent="0">
                  <a:buNone/>
                </a:pPr>
                <a:endParaRPr lang="en-GB" b="0" dirty="0">
                  <a:ea typeface="Cambria Math" panose="02040503050406030204" pitchFamily="18" charset="0"/>
                </a:endParaRPr>
              </a:p>
              <a:p>
                <a:pPr marL="0" indent="0">
                  <a:buNone/>
                </a:pPr>
                <a:endParaRPr lang="en-GB" b="0" dirty="0">
                  <a:ea typeface="Cambria Math" panose="02040503050406030204" pitchFamily="18" charset="0"/>
                </a:endParaRPr>
              </a:p>
              <a:p>
                <a:endParaRPr lang="en-GB" b="0" dirty="0">
                  <a:ea typeface="Cambria Math" panose="02040503050406030204" pitchFamily="18" charset="0"/>
                </a:endParaRPr>
              </a:p>
              <a:p>
                <a:endParaRPr lang="en-GB" b="0" dirty="0">
                  <a:ea typeface="Cambria Math" panose="02040503050406030204" pitchFamily="18" charset="0"/>
                </a:endParaRPr>
              </a:p>
              <a:p>
                <a:pPr marL="0" indent="0">
                  <a:buNone/>
                </a:pPr>
                <a:endParaRPr lang="en-US" dirty="0"/>
              </a:p>
            </p:txBody>
          </p:sp>
        </mc:Choice>
        <mc:Fallback>
          <p:sp>
            <p:nvSpPr>
              <p:cNvPr id="5" name="Content Placeholder 2">
                <a:extLst>
                  <a:ext uri="{FF2B5EF4-FFF2-40B4-BE49-F238E27FC236}">
                    <a16:creationId xmlns:a16="http://schemas.microsoft.com/office/drawing/2014/main" id="{9716D1D8-782B-2DCF-55A8-FA92B65166DD}"/>
                  </a:ext>
                </a:extLst>
              </p:cNvPr>
              <p:cNvSpPr>
                <a:spLocks noGrp="1" noRot="1" noChangeAspect="1" noMove="1" noResize="1" noEditPoints="1" noAdjustHandles="1" noChangeArrowheads="1" noChangeShapeType="1" noTextEdit="1"/>
              </p:cNvSpPr>
              <p:nvPr>
                <p:ph idx="1"/>
              </p:nvPr>
            </p:nvSpPr>
            <p:spPr>
              <a:xfrm>
                <a:off x="838200" y="1825625"/>
                <a:ext cx="10515600" cy="4351338"/>
              </a:xfrm>
              <a:blipFill>
                <a:blip r:embed="rId3"/>
                <a:stretch>
                  <a:fillRect l="-1086" t="-2326"/>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123B16D0-663A-7A2C-5CB8-7BFA93BFE571}"/>
              </a:ext>
            </a:extLst>
          </p:cNvPr>
          <p:cNvCxnSpPr>
            <a:cxnSpLocks/>
          </p:cNvCxnSpPr>
          <p:nvPr/>
        </p:nvCxnSpPr>
        <p:spPr>
          <a:xfrm flipH="1">
            <a:off x="7259782" y="4810893"/>
            <a:ext cx="654477" cy="315289"/>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CA06CD4-F0CB-603D-D6C8-063C381094EF}"/>
              </a:ext>
            </a:extLst>
          </p:cNvPr>
          <p:cNvSpPr txBox="1"/>
          <p:nvPr/>
        </p:nvSpPr>
        <p:spPr>
          <a:xfrm>
            <a:off x="7518971" y="4441561"/>
            <a:ext cx="1447832" cy="369332"/>
          </a:xfrm>
          <a:prstGeom prst="rect">
            <a:avLst/>
          </a:prstGeom>
          <a:noFill/>
        </p:spPr>
        <p:txBody>
          <a:bodyPr wrap="none" rtlCol="0">
            <a:spAutoFit/>
          </a:bodyPr>
          <a:lstStyle/>
          <a:p>
            <a:r>
              <a:rPr lang="en-US" dirty="0"/>
              <a:t>Update this!</a:t>
            </a:r>
          </a:p>
        </p:txBody>
      </p:sp>
      <p:sp>
        <p:nvSpPr>
          <p:cNvPr id="8" name="Content Placeholder 2">
            <a:extLst>
              <a:ext uri="{FF2B5EF4-FFF2-40B4-BE49-F238E27FC236}">
                <a16:creationId xmlns:a16="http://schemas.microsoft.com/office/drawing/2014/main" id="{DD519F0B-4F5A-DBAF-AE43-C8E820D42AF8}"/>
              </a:ext>
            </a:extLst>
          </p:cNvPr>
          <p:cNvSpPr txBox="1">
            <a:spLocks/>
          </p:cNvSpPr>
          <p:nvPr/>
        </p:nvSpPr>
        <p:spPr>
          <a:xfrm>
            <a:off x="8740464" y="6158508"/>
            <a:ext cx="3118738" cy="52939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2400" dirty="0">
                <a:solidFill>
                  <a:schemeClr val="tx1">
                    <a:lumMod val="50000"/>
                    <a:lumOff val="50000"/>
                  </a:schemeClr>
                </a:solidFill>
              </a:rPr>
              <a:t>arXiv:2106.09685</a:t>
            </a:r>
          </a:p>
          <a:p>
            <a:endParaRPr lang="en-US" sz="2400" dirty="0">
              <a:solidFill>
                <a:schemeClr val="tx1">
                  <a:lumMod val="50000"/>
                  <a:lumOff val="50000"/>
                </a:schemeClr>
              </a:solidFill>
            </a:endParaRPr>
          </a:p>
          <a:p>
            <a:endParaRPr lang="en-US" sz="2400" dirty="0">
              <a:solidFill>
                <a:schemeClr val="tx1">
                  <a:lumMod val="50000"/>
                  <a:lumOff val="50000"/>
                </a:schemeClr>
              </a:solidFill>
            </a:endParaRPr>
          </a:p>
        </p:txBody>
      </p:sp>
    </p:spTree>
    <p:extLst>
      <p:ext uri="{BB962C8B-B14F-4D97-AF65-F5344CB8AC3E}">
        <p14:creationId xmlns:p14="http://schemas.microsoft.com/office/powerpoint/2010/main" val="33301160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8ABB53-651D-2F27-0025-4EC2C1394F32}"/>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BC52A129-4FA4-A6F9-8126-46B3A3F4FB36}"/>
              </a:ext>
            </a:extLst>
          </p:cNvPr>
          <p:cNvSpPr>
            <a:spLocks noGrp="1"/>
          </p:cNvSpPr>
          <p:nvPr>
            <p:ph type="title"/>
          </p:nvPr>
        </p:nvSpPr>
        <p:spPr>
          <a:xfrm>
            <a:off x="838200" y="365125"/>
            <a:ext cx="10515600" cy="1325563"/>
          </a:xfrm>
        </p:spPr>
        <p:txBody>
          <a:bodyPr/>
          <a:lstStyle/>
          <a:p>
            <a:r>
              <a:rPr lang="en-US" dirty="0"/>
              <a:t>Low Rank Adaptation (</a:t>
            </a:r>
            <a:r>
              <a:rPr lang="en-US" dirty="0" err="1"/>
              <a:t>LoRA</a:t>
            </a:r>
            <a:r>
              <a:rPr lang="en-US" dirty="0"/>
              <a:t>)</a:t>
            </a:r>
          </a:p>
        </p:txBody>
      </p:sp>
      <mc:AlternateContent xmlns:mc="http://schemas.openxmlformats.org/markup-compatibility/2006">
        <mc:Choice xmlns:a14="http://schemas.microsoft.com/office/drawing/2010/main" Requires="a14">
          <p:sp>
            <p:nvSpPr>
              <p:cNvPr id="5" name="Content Placeholder 2">
                <a:extLst>
                  <a:ext uri="{FF2B5EF4-FFF2-40B4-BE49-F238E27FC236}">
                    <a16:creationId xmlns:a16="http://schemas.microsoft.com/office/drawing/2014/main" id="{5EEE266E-BC5F-07CE-8C38-E95F31E8A0F3}"/>
                  </a:ext>
                </a:extLst>
              </p:cNvPr>
              <p:cNvSpPr>
                <a:spLocks noGrp="1"/>
              </p:cNvSpPr>
              <p:nvPr>
                <p:ph idx="1"/>
              </p:nvPr>
            </p:nvSpPr>
            <p:spPr>
              <a:xfrm>
                <a:off x="828261" y="1825625"/>
                <a:ext cx="10515600" cy="4351338"/>
              </a:xfrm>
            </p:spPr>
            <p:txBody>
              <a:bodyPr>
                <a:normAutofit/>
              </a:bodyPr>
              <a:lstStyle/>
              <a:p>
                <a:pPr marL="0" indent="0">
                  <a:buNone/>
                </a:pPr>
                <a:r>
                  <a:rPr lang="en-US" dirty="0"/>
                  <a:t>This is great, so long as we can make</a:t>
                </a:r>
                <a14:m>
                  <m:oMath xmlns:m="http://schemas.openxmlformats.org/officeDocument/2006/math">
                    <m:r>
                      <a:rPr lang="en-GB" b="0" i="1" smtClean="0">
                        <a:latin typeface="Cambria Math" panose="02040503050406030204" pitchFamily="18" charset="0"/>
                      </a:rPr>
                      <m:t> </m:t>
                    </m:r>
                    <m:r>
                      <m:rPr>
                        <m:sty m:val="p"/>
                      </m:rPr>
                      <a:rPr lang="en-GB" b="0" i="0" smtClean="0">
                        <a:latin typeface="Cambria Math" panose="02040503050406030204" pitchFamily="18" charset="0"/>
                      </a:rPr>
                      <m:t>Δ</m:t>
                    </m:r>
                    <m:r>
                      <a:rPr lang="en-GB" b="0" i="0" smtClean="0">
                        <a:latin typeface="Cambria Math" panose="02040503050406030204" pitchFamily="18" charset="0"/>
                      </a:rPr>
                      <m:t>𝑊</m:t>
                    </m:r>
                  </m:oMath>
                </a14:m>
                <a:r>
                  <a:rPr lang="en-GB" b="0" dirty="0"/>
                  <a:t> “parameter efficient”</a:t>
                </a:r>
                <a:r>
                  <a:rPr lang="en-US" dirty="0"/>
                  <a:t>, i.e. better than the </a:t>
                </a:r>
                <a14:m>
                  <m:oMath xmlns:m="http://schemas.openxmlformats.org/officeDocument/2006/math">
                    <m:r>
                      <a:rPr lang="en-GB" b="0" i="1" smtClean="0">
                        <a:latin typeface="Cambria Math" panose="02040503050406030204" pitchFamily="18" charset="0"/>
                      </a:rPr>
                      <m:t>𝑛</m:t>
                    </m:r>
                    <m:r>
                      <a:rPr lang="en-GB" b="0" i="1" smtClean="0">
                        <a:latin typeface="Cambria Math" panose="02040503050406030204" pitchFamily="18" charset="0"/>
                      </a:rPr>
                      <m:t>×</m:t>
                    </m:r>
                    <m:r>
                      <a:rPr lang="en-GB" b="0" i="1" smtClean="0">
                        <a:latin typeface="Cambria Math" panose="02040503050406030204" pitchFamily="18" charset="0"/>
                      </a:rPr>
                      <m:t>𝑚</m:t>
                    </m:r>
                    <m:r>
                      <a:rPr lang="en-GB" b="0" i="1" smtClean="0">
                        <a:latin typeface="Cambria Math" panose="02040503050406030204" pitchFamily="18" charset="0"/>
                      </a:rPr>
                      <m:t>=</m:t>
                    </m:r>
                    <m:r>
                      <a:rPr lang="en-GB" b="0" i="1" smtClean="0">
                        <a:latin typeface="Cambria Math" panose="02040503050406030204" pitchFamily="18" charset="0"/>
                      </a:rPr>
                      <m:t>𝑛𝑚</m:t>
                    </m:r>
                    <m:r>
                      <a:rPr lang="en-GB" b="0" i="1" smtClean="0">
                        <a:latin typeface="Cambria Math" panose="02040503050406030204" pitchFamily="18" charset="0"/>
                      </a:rPr>
                      <m:t> </m:t>
                    </m:r>
                  </m:oMath>
                </a14:m>
                <a:r>
                  <a:rPr lang="en-GB" b="0" dirty="0"/>
                  <a:t>parameters defined in </a:t>
                </a:r>
                <a14:m>
                  <m:oMath xmlns:m="http://schemas.openxmlformats.org/officeDocument/2006/math">
                    <m:r>
                      <a:rPr lang="en-GB" b="0" i="1" smtClean="0">
                        <a:latin typeface="Cambria Math" panose="02040503050406030204" pitchFamily="18" charset="0"/>
                      </a:rPr>
                      <m:t>𝑊</m:t>
                    </m:r>
                  </m:oMath>
                </a14:m>
                <a:endParaRPr lang="en-US" dirty="0"/>
              </a:p>
              <a:p>
                <a:pPr marL="0" indent="0">
                  <a:buNone/>
                </a:pPr>
                <a:endParaRPr lang="en-US" dirty="0"/>
              </a:p>
              <a:p>
                <a:pPr marL="0" indent="0">
                  <a:buNone/>
                </a:pPr>
                <a:endParaRPr lang="en-US" b="0" dirty="0"/>
              </a:p>
              <a:p>
                <a:pPr marL="0" indent="0">
                  <a:buNone/>
                </a:pPr>
                <a:endParaRPr lang="en-US" dirty="0"/>
              </a:p>
              <a:p>
                <a:pPr marL="0" indent="0">
                  <a:buNone/>
                </a:pPr>
                <a:endParaRPr lang="en-US" b="0" dirty="0"/>
              </a:p>
              <a:p>
                <a:pPr marL="0" indent="0">
                  <a:buNone/>
                </a:pPr>
                <a:endParaRPr lang="en-US" dirty="0"/>
              </a:p>
              <a:p>
                <a:pPr marL="0" indent="0">
                  <a:buNone/>
                </a:pPr>
                <a:r>
                  <a:rPr lang="en-US" dirty="0"/>
                  <a:t>But w</a:t>
                </a:r>
                <a:r>
                  <a:rPr lang="en-US" b="0" dirty="0"/>
                  <a:t>e can</a:t>
                </a:r>
                <a:r>
                  <a:rPr lang="en-US" dirty="0"/>
                  <a:t> only add matrices that have the same dimensions, so </a:t>
                </a:r>
                <a14:m>
                  <m:oMath xmlns:m="http://schemas.openxmlformats.org/officeDocument/2006/math">
                    <m:r>
                      <m:rPr>
                        <m:sty m:val="p"/>
                      </m:rPr>
                      <a:rPr lang="en-GB" b="0" i="0" smtClean="0">
                        <a:latin typeface="Cambria Math" panose="02040503050406030204" pitchFamily="18" charset="0"/>
                      </a:rPr>
                      <m:t>Δ</m:t>
                    </m:r>
                    <m:r>
                      <a:rPr lang="en-GB" b="0" i="1" smtClean="0">
                        <a:latin typeface="Cambria Math" panose="02040503050406030204" pitchFamily="18" charset="0"/>
                      </a:rPr>
                      <m:t>𝑊</m:t>
                    </m:r>
                  </m:oMath>
                </a14:m>
                <a:r>
                  <a:rPr lang="en-GB" b="0" dirty="0"/>
                  <a:t> must also be </a:t>
                </a:r>
                <a14:m>
                  <m:oMath xmlns:m="http://schemas.openxmlformats.org/officeDocument/2006/math">
                    <m:r>
                      <a:rPr lang="en-GB" b="0" i="1" smtClean="0">
                        <a:latin typeface="Cambria Math" panose="02040503050406030204" pitchFamily="18" charset="0"/>
                      </a:rPr>
                      <m:t>𝑛</m:t>
                    </m:r>
                    <m:r>
                      <a:rPr lang="en-GB" b="0" i="1" smtClean="0">
                        <a:latin typeface="Cambria Math" panose="02040503050406030204" pitchFamily="18" charset="0"/>
                      </a:rPr>
                      <m:t>×</m:t>
                    </m:r>
                    <m:r>
                      <a:rPr lang="en-GB" b="0" i="1" smtClean="0">
                        <a:latin typeface="Cambria Math" panose="02040503050406030204" pitchFamily="18" charset="0"/>
                      </a:rPr>
                      <m:t>𝑚</m:t>
                    </m:r>
                  </m:oMath>
                </a14:m>
                <a:r>
                  <a:rPr lang="en-GB" b="0" dirty="0"/>
                  <a:t> </a:t>
                </a:r>
              </a:p>
              <a:p>
                <a:pPr marL="0" indent="0">
                  <a:buNone/>
                </a:pPr>
                <a:endParaRPr lang="en-GB" b="0" dirty="0"/>
              </a:p>
              <a:p>
                <a:pPr marL="0" indent="0">
                  <a:buNone/>
                </a:pPr>
                <a:endParaRPr lang="en-GB" b="0" dirty="0"/>
              </a:p>
              <a:p>
                <a:pPr marL="0" indent="0">
                  <a:buNone/>
                </a:pPr>
                <a:endParaRPr lang="en-GB" b="0" dirty="0"/>
              </a:p>
            </p:txBody>
          </p:sp>
        </mc:Choice>
        <mc:Fallback>
          <p:sp>
            <p:nvSpPr>
              <p:cNvPr id="5" name="Content Placeholder 2">
                <a:extLst>
                  <a:ext uri="{FF2B5EF4-FFF2-40B4-BE49-F238E27FC236}">
                    <a16:creationId xmlns:a16="http://schemas.microsoft.com/office/drawing/2014/main" id="{5EEE266E-BC5F-07CE-8C38-E95F31E8A0F3}"/>
                  </a:ext>
                </a:extLst>
              </p:cNvPr>
              <p:cNvSpPr>
                <a:spLocks noGrp="1" noRot="1" noChangeAspect="1" noMove="1" noResize="1" noEditPoints="1" noAdjustHandles="1" noChangeArrowheads="1" noChangeShapeType="1" noTextEdit="1"/>
              </p:cNvSpPr>
              <p:nvPr>
                <p:ph idx="1"/>
              </p:nvPr>
            </p:nvSpPr>
            <p:spPr>
              <a:xfrm>
                <a:off x="828261" y="1825625"/>
                <a:ext cx="10515600" cy="4351338"/>
              </a:xfrm>
              <a:blipFill>
                <a:blip r:embed="rId2"/>
                <a:stretch>
                  <a:fillRect l="-1206" t="-2326" b="-3198"/>
                </a:stretch>
              </a:blipFill>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625CA422-C638-4787-0724-32EBD9BBA22F}"/>
              </a:ext>
            </a:extLst>
          </p:cNvPr>
          <p:cNvSpPr txBox="1">
            <a:spLocks/>
          </p:cNvSpPr>
          <p:nvPr/>
        </p:nvSpPr>
        <p:spPr>
          <a:xfrm>
            <a:off x="8740464" y="6158508"/>
            <a:ext cx="3118738" cy="52939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2400" dirty="0">
                <a:solidFill>
                  <a:schemeClr val="tx1">
                    <a:lumMod val="50000"/>
                    <a:lumOff val="50000"/>
                  </a:schemeClr>
                </a:solidFill>
              </a:rPr>
              <a:t>arXiv:2106.09685</a:t>
            </a:r>
          </a:p>
          <a:p>
            <a:endParaRPr lang="en-US" sz="2400" dirty="0">
              <a:solidFill>
                <a:schemeClr val="tx1">
                  <a:lumMod val="50000"/>
                  <a:lumOff val="50000"/>
                </a:schemeClr>
              </a:solidFill>
            </a:endParaRPr>
          </a:p>
          <a:p>
            <a:endParaRPr lang="en-US" sz="2400" dirty="0">
              <a:solidFill>
                <a:schemeClr val="tx1">
                  <a:lumMod val="50000"/>
                  <a:lumOff val="50000"/>
                </a:schemeClr>
              </a:solidFill>
            </a:endParaRP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5E20761-BD45-1C9E-D543-DDB0DC7E10A3}"/>
                  </a:ext>
                </a:extLst>
              </p:cNvPr>
              <p:cNvSpPr txBox="1"/>
              <p:nvPr/>
            </p:nvSpPr>
            <p:spPr>
              <a:xfrm>
                <a:off x="1974272" y="2986144"/>
                <a:ext cx="8243456" cy="2030299"/>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d>
                        <m:dPr>
                          <m:begChr m:val="["/>
                          <m:endChr m:val="]"/>
                          <m:ctrlPr>
                            <a:rPr lang="en-US" sz="3600" i="1" smtClean="0">
                              <a:latin typeface="Cambria Math" panose="02040503050406030204" pitchFamily="18" charset="0"/>
                            </a:rPr>
                          </m:ctrlPr>
                        </m:dPr>
                        <m:e>
                          <m:m>
                            <m:mPr>
                              <m:mcs>
                                <m:mc>
                                  <m:mcPr>
                                    <m:count m:val="3"/>
                                    <m:mcJc m:val="center"/>
                                  </m:mcPr>
                                </m:mc>
                              </m:mcs>
                              <m:ctrlPr>
                                <a:rPr lang="en-US" sz="3600" i="1" smtClean="0">
                                  <a:latin typeface="Cambria Math" panose="02040503050406030204" pitchFamily="18" charset="0"/>
                                </a:rPr>
                              </m:ctrlPr>
                            </m:mPr>
                            <m:mr>
                              <m:e>
                                <m:r>
                                  <m:rPr>
                                    <m:brk m:alnAt="7"/>
                                  </m:rPr>
                                  <a:rPr lang="en-GB" sz="3600" b="0" i="1" smtClean="0">
                                    <a:latin typeface="Cambria Math" panose="02040503050406030204" pitchFamily="18" charset="0"/>
                                  </a:rPr>
                                  <m:t>5.7</m:t>
                                </m:r>
                              </m:e>
                              <m:e>
                                <m:r>
                                  <a:rPr lang="en-US" sz="3600" i="1" smtClean="0">
                                    <a:latin typeface="Cambria Math" panose="02040503050406030204" pitchFamily="18" charset="0"/>
                                  </a:rPr>
                                  <m:t>⋯</m:t>
                                </m:r>
                              </m:e>
                              <m:e>
                                <m:r>
                                  <a:rPr lang="en-GB" sz="3600" b="0" i="1" smtClean="0">
                                    <a:latin typeface="Cambria Math" panose="02040503050406030204" pitchFamily="18" charset="0"/>
                                  </a:rPr>
                                  <m:t>2.3</m:t>
                                </m:r>
                              </m:e>
                            </m:mr>
                            <m:mr>
                              <m:e>
                                <m:r>
                                  <a:rPr lang="en-US" sz="3600" i="1" smtClean="0">
                                    <a:latin typeface="Cambria Math" panose="02040503050406030204" pitchFamily="18" charset="0"/>
                                  </a:rPr>
                                  <m:t>⋮</m:t>
                                </m:r>
                              </m:e>
                              <m:e>
                                <m:r>
                                  <a:rPr lang="en-US" sz="3600" i="1" smtClean="0">
                                    <a:latin typeface="Cambria Math" panose="02040503050406030204" pitchFamily="18" charset="0"/>
                                  </a:rPr>
                                  <m:t>⋱</m:t>
                                </m:r>
                              </m:e>
                              <m:e>
                                <m:r>
                                  <a:rPr lang="en-US" sz="3600" i="1" smtClean="0">
                                    <a:latin typeface="Cambria Math" panose="02040503050406030204" pitchFamily="18" charset="0"/>
                                  </a:rPr>
                                  <m:t>⋮</m:t>
                                </m:r>
                              </m:e>
                            </m:mr>
                            <m:mr>
                              <m:e>
                                <m:r>
                                  <a:rPr lang="en-GB" sz="3600" b="0" i="1" smtClean="0">
                                    <a:latin typeface="Cambria Math" panose="02040503050406030204" pitchFamily="18" charset="0"/>
                                  </a:rPr>
                                  <m:t>1.3</m:t>
                                </m:r>
                              </m:e>
                              <m:e>
                                <m:r>
                                  <a:rPr lang="en-US" sz="3600" i="1" smtClean="0">
                                    <a:latin typeface="Cambria Math" panose="02040503050406030204" pitchFamily="18" charset="0"/>
                                  </a:rPr>
                                  <m:t>⋯</m:t>
                                </m:r>
                              </m:e>
                              <m:e>
                                <m:r>
                                  <a:rPr lang="en-GB" sz="3600" b="0" i="1" smtClean="0">
                                    <a:latin typeface="Cambria Math" panose="02040503050406030204" pitchFamily="18" charset="0"/>
                                  </a:rPr>
                                  <m:t>4.7</m:t>
                                </m:r>
                              </m:e>
                            </m:mr>
                          </m:m>
                        </m:e>
                      </m:d>
                      <m:r>
                        <a:rPr lang="en-GB" sz="3600" b="0" i="1" smtClean="0">
                          <a:latin typeface="Cambria Math" panose="02040503050406030204" pitchFamily="18" charset="0"/>
                        </a:rPr>
                        <m:t>+</m:t>
                      </m:r>
                      <m:f>
                        <m:fPr>
                          <m:ctrlPr>
                            <a:rPr lang="en-GB" sz="3600" b="0" i="1" smtClean="0">
                              <a:solidFill>
                                <a:schemeClr val="tx1">
                                  <a:lumMod val="50000"/>
                                  <a:lumOff val="50000"/>
                                </a:schemeClr>
                              </a:solidFill>
                              <a:latin typeface="Cambria Math" panose="02040503050406030204" pitchFamily="18" charset="0"/>
                            </a:rPr>
                          </m:ctrlPr>
                        </m:fPr>
                        <m:num>
                          <m:r>
                            <a:rPr lang="en-GB" sz="3600" b="0" i="1" smtClean="0">
                              <a:solidFill>
                                <a:schemeClr val="tx1">
                                  <a:lumMod val="50000"/>
                                  <a:lumOff val="50000"/>
                                </a:schemeClr>
                              </a:solidFill>
                              <a:latin typeface="Cambria Math" panose="02040503050406030204" pitchFamily="18" charset="0"/>
                            </a:rPr>
                            <m:t>𝛼</m:t>
                          </m:r>
                        </m:num>
                        <m:den>
                          <m:r>
                            <a:rPr lang="en-GB" sz="3600" b="0" i="1" smtClean="0">
                              <a:solidFill>
                                <a:schemeClr val="tx1">
                                  <a:lumMod val="50000"/>
                                  <a:lumOff val="50000"/>
                                </a:schemeClr>
                              </a:solidFill>
                              <a:latin typeface="Cambria Math" panose="02040503050406030204" pitchFamily="18" charset="0"/>
                            </a:rPr>
                            <m:t>𝑟</m:t>
                          </m:r>
                        </m:den>
                      </m:f>
                      <m:d>
                        <m:dPr>
                          <m:begChr m:val="["/>
                          <m:endChr m:val="]"/>
                          <m:ctrlPr>
                            <a:rPr lang="en-US" sz="3600" i="1">
                              <a:latin typeface="Cambria Math" panose="02040503050406030204" pitchFamily="18" charset="0"/>
                            </a:rPr>
                          </m:ctrlPr>
                        </m:dPr>
                        <m:e>
                          <m:m>
                            <m:mPr>
                              <m:mcs>
                                <m:mc>
                                  <m:mcPr>
                                    <m:count m:val="3"/>
                                    <m:mcJc m:val="center"/>
                                  </m:mcPr>
                                </m:mc>
                              </m:mcs>
                              <m:ctrlPr>
                                <a:rPr lang="en-US" sz="3600" i="1">
                                  <a:latin typeface="Cambria Math" panose="02040503050406030204" pitchFamily="18" charset="0"/>
                                </a:rPr>
                              </m:ctrlPr>
                            </m:mPr>
                            <m:mr>
                              <m:e>
                                <m:r>
                                  <m:rPr>
                                    <m:brk m:alnAt="7"/>
                                  </m:rPr>
                                  <a:rPr lang="en-GB" sz="3600" b="0" i="1" smtClean="0">
                                    <a:latin typeface="Cambria Math" panose="02040503050406030204" pitchFamily="18" charset="0"/>
                                  </a:rPr>
                                  <m:t>4.2</m:t>
                                </m:r>
                              </m:e>
                              <m:e>
                                <m:r>
                                  <a:rPr lang="en-US" sz="3600" i="1">
                                    <a:latin typeface="Cambria Math" panose="02040503050406030204" pitchFamily="18" charset="0"/>
                                  </a:rPr>
                                  <m:t>⋯</m:t>
                                </m:r>
                              </m:e>
                              <m:e>
                                <m:r>
                                  <a:rPr lang="en-GB" sz="3600" b="0" i="1" smtClean="0">
                                    <a:latin typeface="Cambria Math" panose="02040503050406030204" pitchFamily="18" charset="0"/>
                                  </a:rPr>
                                  <m:t>1.7</m:t>
                                </m:r>
                              </m:e>
                            </m:mr>
                            <m:mr>
                              <m:e>
                                <m:r>
                                  <a:rPr lang="en-US" sz="3600" i="1">
                                    <a:latin typeface="Cambria Math" panose="02040503050406030204" pitchFamily="18" charset="0"/>
                                  </a:rPr>
                                  <m:t>⋮</m:t>
                                </m:r>
                              </m:e>
                              <m:e>
                                <m:r>
                                  <a:rPr lang="en-US" sz="3600" i="1">
                                    <a:latin typeface="Cambria Math" panose="02040503050406030204" pitchFamily="18" charset="0"/>
                                  </a:rPr>
                                  <m:t>⋱</m:t>
                                </m:r>
                              </m:e>
                              <m:e>
                                <m:r>
                                  <a:rPr lang="en-US" sz="3600" i="1">
                                    <a:latin typeface="Cambria Math" panose="02040503050406030204" pitchFamily="18" charset="0"/>
                                  </a:rPr>
                                  <m:t>⋮</m:t>
                                </m:r>
                              </m:e>
                            </m:mr>
                            <m:mr>
                              <m:e>
                                <m:r>
                                  <a:rPr lang="en-GB" sz="3600" b="0" i="1" smtClean="0">
                                    <a:latin typeface="Cambria Math" panose="02040503050406030204" pitchFamily="18" charset="0"/>
                                  </a:rPr>
                                  <m:t>0.8</m:t>
                                </m:r>
                              </m:e>
                              <m:e>
                                <m:r>
                                  <a:rPr lang="en-US" sz="3600" i="1">
                                    <a:latin typeface="Cambria Math" panose="02040503050406030204" pitchFamily="18" charset="0"/>
                                  </a:rPr>
                                  <m:t>⋯</m:t>
                                </m:r>
                              </m:e>
                              <m:e>
                                <m:r>
                                  <a:rPr lang="en-GB" sz="3600" b="0" i="1" smtClean="0">
                                    <a:latin typeface="Cambria Math" panose="02040503050406030204" pitchFamily="18" charset="0"/>
                                  </a:rPr>
                                  <m:t>3.2</m:t>
                                </m:r>
                              </m:e>
                            </m:mr>
                          </m:m>
                        </m:e>
                      </m:d>
                    </m:oMath>
                  </m:oMathPara>
                </a14:m>
                <a:endParaRPr lang="en-GB" sz="3600" b="0" dirty="0"/>
              </a:p>
              <a:p>
                <a:endParaRPr lang="en-US" sz="3600" dirty="0"/>
              </a:p>
            </p:txBody>
          </p:sp>
        </mc:Choice>
        <mc:Fallback>
          <p:sp>
            <p:nvSpPr>
              <p:cNvPr id="7" name="TextBox 6">
                <a:extLst>
                  <a:ext uri="{FF2B5EF4-FFF2-40B4-BE49-F238E27FC236}">
                    <a16:creationId xmlns:a16="http://schemas.microsoft.com/office/drawing/2014/main" id="{75E20761-BD45-1C9E-D543-DDB0DC7E10A3}"/>
                  </a:ext>
                </a:extLst>
              </p:cNvPr>
              <p:cNvSpPr txBox="1">
                <a:spLocks noRot="1" noChangeAspect="1" noMove="1" noResize="1" noEditPoints="1" noAdjustHandles="1" noChangeArrowheads="1" noChangeShapeType="1" noTextEdit="1"/>
              </p:cNvSpPr>
              <p:nvPr/>
            </p:nvSpPr>
            <p:spPr>
              <a:xfrm>
                <a:off x="1974272" y="2986144"/>
                <a:ext cx="8243456" cy="2030299"/>
              </a:xfrm>
              <a:prstGeom prst="rect">
                <a:avLst/>
              </a:prstGeom>
              <a:blipFill>
                <a:blip r:embed="rId3"/>
                <a:stretch>
                  <a:fillRect t="-124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CE041090-E8B8-E39C-213E-791D1FA0249C}"/>
                  </a:ext>
                </a:extLst>
              </p:cNvPr>
              <p:cNvSpPr txBox="1"/>
              <p:nvPr/>
            </p:nvSpPr>
            <p:spPr>
              <a:xfrm>
                <a:off x="3283528" y="4689715"/>
                <a:ext cx="2064327" cy="923330"/>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𝑊</m:t>
                      </m:r>
                      <m:d>
                        <m:dPr>
                          <m:ctrlPr>
                            <a:rPr lang="en-GB" b="0" i="1" smtClean="0">
                              <a:solidFill>
                                <a:schemeClr val="tx1">
                                  <a:lumMod val="50000"/>
                                  <a:lumOff val="50000"/>
                                </a:schemeClr>
                              </a:solidFill>
                              <a:latin typeface="Cambria Math" panose="02040503050406030204" pitchFamily="18" charset="0"/>
                            </a:rPr>
                          </m:ctrlPr>
                        </m:dPr>
                        <m:e>
                          <m:r>
                            <a:rPr lang="en-GB" b="0" i="1" smtClean="0">
                              <a:solidFill>
                                <a:schemeClr val="tx1">
                                  <a:lumMod val="50000"/>
                                  <a:lumOff val="50000"/>
                                </a:schemeClr>
                              </a:solidFill>
                              <a:latin typeface="Cambria Math" panose="02040503050406030204" pitchFamily="18" charset="0"/>
                            </a:rPr>
                            <m:t>𝑛</m:t>
                          </m:r>
                          <m:r>
                            <a:rPr lang="en-GB" b="0" i="1" smtClean="0">
                              <a:solidFill>
                                <a:schemeClr val="tx1">
                                  <a:lumMod val="50000"/>
                                  <a:lumOff val="50000"/>
                                </a:schemeClr>
                              </a:solidFill>
                              <a:latin typeface="Cambria Math" panose="02040503050406030204" pitchFamily="18" charset="0"/>
                            </a:rPr>
                            <m:t>×</m:t>
                          </m:r>
                          <m:r>
                            <a:rPr lang="en-GB" b="0" i="1" smtClean="0">
                              <a:solidFill>
                                <a:schemeClr val="tx1">
                                  <a:lumMod val="50000"/>
                                  <a:lumOff val="50000"/>
                                </a:schemeClr>
                              </a:solidFill>
                              <a:latin typeface="Cambria Math" panose="02040503050406030204" pitchFamily="18" charset="0"/>
                            </a:rPr>
                            <m:t>𝑚</m:t>
                          </m:r>
                        </m:e>
                      </m:d>
                    </m:oMath>
                  </m:oMathPara>
                </a14:m>
                <a:endParaRPr lang="en-GB" b="0" dirty="0"/>
              </a:p>
              <a:p>
                <a:endParaRPr lang="en-GB" b="0" dirty="0"/>
              </a:p>
              <a:p>
                <a:endParaRPr lang="en-US" dirty="0"/>
              </a:p>
            </p:txBody>
          </p:sp>
        </mc:Choice>
        <mc:Fallback>
          <p:sp>
            <p:nvSpPr>
              <p:cNvPr id="10" name="TextBox 9">
                <a:extLst>
                  <a:ext uri="{FF2B5EF4-FFF2-40B4-BE49-F238E27FC236}">
                    <a16:creationId xmlns:a16="http://schemas.microsoft.com/office/drawing/2014/main" id="{CE041090-E8B8-E39C-213E-791D1FA0249C}"/>
                  </a:ext>
                </a:extLst>
              </p:cNvPr>
              <p:cNvSpPr txBox="1">
                <a:spLocks noRot="1" noChangeAspect="1" noMove="1" noResize="1" noEditPoints="1" noAdjustHandles="1" noChangeArrowheads="1" noChangeShapeType="1" noTextEdit="1"/>
              </p:cNvSpPr>
              <p:nvPr/>
            </p:nvSpPr>
            <p:spPr>
              <a:xfrm>
                <a:off x="3283528" y="4689715"/>
                <a:ext cx="2064327" cy="92333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4EDC67EB-76E1-D1F7-B823-E9181CB13FC6}"/>
                  </a:ext>
                </a:extLst>
              </p:cNvPr>
              <p:cNvSpPr txBox="1"/>
              <p:nvPr/>
            </p:nvSpPr>
            <p:spPr>
              <a:xfrm>
                <a:off x="6988099" y="4664145"/>
                <a:ext cx="2064327" cy="923330"/>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m:rPr>
                          <m:sty m:val="p"/>
                        </m:rPr>
                        <a:rPr lang="en-GB" b="0" i="0" smtClean="0">
                          <a:latin typeface="Cambria Math" panose="02040503050406030204" pitchFamily="18" charset="0"/>
                        </a:rPr>
                        <m:t>Δ</m:t>
                      </m:r>
                      <m:r>
                        <a:rPr lang="en-GB" b="0" i="1" smtClean="0">
                          <a:latin typeface="Cambria Math" panose="02040503050406030204" pitchFamily="18" charset="0"/>
                        </a:rPr>
                        <m:t>𝑊</m:t>
                      </m:r>
                      <m:d>
                        <m:dPr>
                          <m:ctrlPr>
                            <a:rPr lang="en-GB" b="0" i="1" smtClean="0">
                              <a:solidFill>
                                <a:schemeClr val="tx1">
                                  <a:lumMod val="50000"/>
                                  <a:lumOff val="50000"/>
                                </a:schemeClr>
                              </a:solidFill>
                              <a:latin typeface="Cambria Math" panose="02040503050406030204" pitchFamily="18" charset="0"/>
                            </a:rPr>
                          </m:ctrlPr>
                        </m:dPr>
                        <m:e>
                          <m:r>
                            <a:rPr lang="en-GB" b="0" i="1" smtClean="0">
                              <a:solidFill>
                                <a:schemeClr val="tx1">
                                  <a:lumMod val="50000"/>
                                  <a:lumOff val="50000"/>
                                </a:schemeClr>
                              </a:solidFill>
                              <a:latin typeface="Cambria Math" panose="02040503050406030204" pitchFamily="18" charset="0"/>
                            </a:rPr>
                            <m:t>𝑛</m:t>
                          </m:r>
                          <m:r>
                            <a:rPr lang="en-GB" b="0" i="1" smtClean="0">
                              <a:solidFill>
                                <a:schemeClr val="tx1">
                                  <a:lumMod val="50000"/>
                                  <a:lumOff val="50000"/>
                                </a:schemeClr>
                              </a:solidFill>
                              <a:latin typeface="Cambria Math" panose="02040503050406030204" pitchFamily="18" charset="0"/>
                            </a:rPr>
                            <m:t>×</m:t>
                          </m:r>
                          <m:r>
                            <a:rPr lang="en-GB" b="0" i="1" smtClean="0">
                              <a:solidFill>
                                <a:schemeClr val="tx1">
                                  <a:lumMod val="50000"/>
                                  <a:lumOff val="50000"/>
                                </a:schemeClr>
                              </a:solidFill>
                              <a:latin typeface="Cambria Math" panose="02040503050406030204" pitchFamily="18" charset="0"/>
                            </a:rPr>
                            <m:t>𝑚</m:t>
                          </m:r>
                        </m:e>
                      </m:d>
                    </m:oMath>
                  </m:oMathPara>
                </a14:m>
                <a:endParaRPr lang="en-GB" b="0" dirty="0"/>
              </a:p>
              <a:p>
                <a:endParaRPr lang="en-GB" b="0" dirty="0"/>
              </a:p>
              <a:p>
                <a:endParaRPr lang="en-US" dirty="0"/>
              </a:p>
            </p:txBody>
          </p:sp>
        </mc:Choice>
        <mc:Fallback>
          <p:sp>
            <p:nvSpPr>
              <p:cNvPr id="11" name="TextBox 10">
                <a:extLst>
                  <a:ext uri="{FF2B5EF4-FFF2-40B4-BE49-F238E27FC236}">
                    <a16:creationId xmlns:a16="http://schemas.microsoft.com/office/drawing/2014/main" id="{4EDC67EB-76E1-D1F7-B823-E9181CB13FC6}"/>
                  </a:ext>
                </a:extLst>
              </p:cNvPr>
              <p:cNvSpPr txBox="1">
                <a:spLocks noRot="1" noChangeAspect="1" noMove="1" noResize="1" noEditPoints="1" noAdjustHandles="1" noChangeArrowheads="1" noChangeShapeType="1" noTextEdit="1"/>
              </p:cNvSpPr>
              <p:nvPr/>
            </p:nvSpPr>
            <p:spPr>
              <a:xfrm>
                <a:off x="6988099" y="4664145"/>
                <a:ext cx="2064327" cy="923330"/>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0348574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C400CB8-E20D-1159-F7CA-953675A123CC}"/>
              </a:ext>
            </a:extLst>
          </p:cNvPr>
          <p:cNvSpPr>
            <a:spLocks noGrp="1"/>
          </p:cNvSpPr>
          <p:nvPr>
            <p:ph type="title"/>
          </p:nvPr>
        </p:nvSpPr>
        <p:spPr>
          <a:xfrm>
            <a:off x="838200" y="365125"/>
            <a:ext cx="10515600" cy="1325563"/>
          </a:xfrm>
        </p:spPr>
        <p:txBody>
          <a:bodyPr/>
          <a:lstStyle/>
          <a:p>
            <a:r>
              <a:rPr lang="en-US" dirty="0"/>
              <a:t>Low Rank Adaptation (</a:t>
            </a:r>
            <a:r>
              <a:rPr lang="en-US" dirty="0" err="1"/>
              <a:t>LoRA</a:t>
            </a:r>
            <a:r>
              <a:rPr lang="en-US" dirty="0"/>
              <a:t>)</a:t>
            </a:r>
          </a:p>
        </p:txBody>
      </p:sp>
      <mc:AlternateContent xmlns:mc="http://schemas.openxmlformats.org/markup-compatibility/2006">
        <mc:Choice xmlns:a14="http://schemas.microsoft.com/office/drawing/2010/main" Requires="a14">
          <p:sp>
            <p:nvSpPr>
              <p:cNvPr id="5" name="Content Placeholder 2">
                <a:extLst>
                  <a:ext uri="{FF2B5EF4-FFF2-40B4-BE49-F238E27FC236}">
                    <a16:creationId xmlns:a16="http://schemas.microsoft.com/office/drawing/2014/main" id="{55CCDA52-41DA-EEF0-C1AB-9BA7E1639F77}"/>
                  </a:ext>
                </a:extLst>
              </p:cNvPr>
              <p:cNvSpPr>
                <a:spLocks noGrp="1"/>
              </p:cNvSpPr>
              <p:nvPr>
                <p:ph idx="1"/>
              </p:nvPr>
            </p:nvSpPr>
            <p:spPr>
              <a:xfrm>
                <a:off x="828261" y="1825625"/>
                <a:ext cx="10515600" cy="4351338"/>
              </a:xfrm>
            </p:spPr>
            <p:txBody>
              <a:bodyPr>
                <a:normAutofit/>
              </a:bodyPr>
              <a:lstStyle/>
              <a:p>
                <a:pPr marL="0" indent="0">
                  <a:buNone/>
                </a:pPr>
                <a:r>
                  <a:rPr lang="en-US" b="1" dirty="0"/>
                  <a:t>The solution: </a:t>
                </a:r>
                <a:r>
                  <a:rPr lang="en-US" dirty="0"/>
                  <a:t>express the adapter </a:t>
                </a:r>
                <a14:m>
                  <m:oMath xmlns:m="http://schemas.openxmlformats.org/officeDocument/2006/math">
                    <m:r>
                      <m:rPr>
                        <m:sty m:val="p"/>
                      </m:rPr>
                      <a:rPr lang="en-GB" b="0" i="0" smtClean="0">
                        <a:latin typeface="Cambria Math" panose="02040503050406030204" pitchFamily="18" charset="0"/>
                      </a:rPr>
                      <m:t>Δ</m:t>
                    </m:r>
                    <m:r>
                      <a:rPr lang="en-GB" b="0" i="1" smtClean="0">
                        <a:latin typeface="Cambria Math" panose="02040503050406030204" pitchFamily="18" charset="0"/>
                      </a:rPr>
                      <m:t>𝑊</m:t>
                    </m:r>
                  </m:oMath>
                </a14:m>
                <a:r>
                  <a:rPr lang="en-GB" b="0" dirty="0"/>
                  <a:t> as a product of low rank matrices</a:t>
                </a:r>
              </a:p>
              <a:p>
                <a:pPr marL="0" indent="0">
                  <a:buNone/>
                </a:pPr>
                <a:endParaRPr lang="en-US" dirty="0"/>
              </a:p>
              <a:p>
                <a:pPr marL="0" indent="0">
                  <a:buNone/>
                </a:pPr>
                <a:endParaRPr lang="en-GB" b="0" dirty="0"/>
              </a:p>
              <a:p>
                <a:pPr marL="0" indent="0">
                  <a:buNone/>
                </a:pPr>
                <a:endParaRPr lang="en-GB" b="0" dirty="0"/>
              </a:p>
              <a:p>
                <a:pPr marL="0" indent="0">
                  <a:buNone/>
                </a:pPr>
                <a:endParaRPr lang="en-GB" b="0" dirty="0"/>
              </a:p>
            </p:txBody>
          </p:sp>
        </mc:Choice>
        <mc:Fallback>
          <p:sp>
            <p:nvSpPr>
              <p:cNvPr id="5" name="Content Placeholder 2">
                <a:extLst>
                  <a:ext uri="{FF2B5EF4-FFF2-40B4-BE49-F238E27FC236}">
                    <a16:creationId xmlns:a16="http://schemas.microsoft.com/office/drawing/2014/main" id="{55CCDA52-41DA-EEF0-C1AB-9BA7E1639F77}"/>
                  </a:ext>
                </a:extLst>
              </p:cNvPr>
              <p:cNvSpPr>
                <a:spLocks noGrp="1" noRot="1" noChangeAspect="1" noMove="1" noResize="1" noEditPoints="1" noAdjustHandles="1" noChangeArrowheads="1" noChangeShapeType="1" noTextEdit="1"/>
              </p:cNvSpPr>
              <p:nvPr>
                <p:ph idx="1"/>
              </p:nvPr>
            </p:nvSpPr>
            <p:spPr>
              <a:xfrm>
                <a:off x="828261" y="1825625"/>
                <a:ext cx="10515600" cy="4351338"/>
              </a:xfrm>
              <a:blipFill>
                <a:blip r:embed="rId2"/>
                <a:stretch>
                  <a:fillRect l="-1206" t="-2326"/>
                </a:stretch>
              </a:blipFill>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646C9CEF-DE1B-01F4-EBD7-418B84FCA546}"/>
              </a:ext>
            </a:extLst>
          </p:cNvPr>
          <p:cNvSpPr txBox="1">
            <a:spLocks/>
          </p:cNvSpPr>
          <p:nvPr/>
        </p:nvSpPr>
        <p:spPr>
          <a:xfrm>
            <a:off x="8740464" y="6158508"/>
            <a:ext cx="3118738" cy="52939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2400" dirty="0">
                <a:solidFill>
                  <a:schemeClr val="tx1">
                    <a:lumMod val="50000"/>
                    <a:lumOff val="50000"/>
                  </a:schemeClr>
                </a:solidFill>
              </a:rPr>
              <a:t>arXiv:2106.09685</a:t>
            </a:r>
          </a:p>
          <a:p>
            <a:endParaRPr lang="en-US" sz="2400" dirty="0">
              <a:solidFill>
                <a:schemeClr val="tx1">
                  <a:lumMod val="50000"/>
                  <a:lumOff val="50000"/>
                </a:schemeClr>
              </a:solidFill>
            </a:endParaRPr>
          </a:p>
          <a:p>
            <a:endParaRPr lang="en-US" sz="2400" dirty="0">
              <a:solidFill>
                <a:schemeClr val="tx1">
                  <a:lumMod val="50000"/>
                  <a:lumOff val="50000"/>
                </a:schemeClr>
              </a:solidFill>
            </a:endParaRPr>
          </a:p>
        </p:txBody>
      </p:sp>
      <mc:AlternateContent xmlns:mc="http://schemas.openxmlformats.org/markup-compatibility/2006">
        <mc:Choice xmlns:a14="http://schemas.microsoft.com/office/drawing/2010/main" Requires="a14">
          <p:sp>
            <p:nvSpPr>
              <p:cNvPr id="12" name="Rectangle 11">
                <a:extLst>
                  <a:ext uri="{FF2B5EF4-FFF2-40B4-BE49-F238E27FC236}">
                    <a16:creationId xmlns:a16="http://schemas.microsoft.com/office/drawing/2014/main" id="{CED75865-31BD-5167-1FEB-6F60DFC7A494}"/>
                  </a:ext>
                </a:extLst>
              </p:cNvPr>
              <p:cNvSpPr/>
              <p:nvPr/>
            </p:nvSpPr>
            <p:spPr>
              <a:xfrm>
                <a:off x="1583473" y="3005254"/>
                <a:ext cx="2486722" cy="2369634"/>
              </a:xfrm>
              <a:prstGeom prst="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m:rPr>
                          <m:sty m:val="p"/>
                        </m:rPr>
                        <a:rPr lang="en-GB" sz="2400" b="0" i="0" smtClean="0">
                          <a:solidFill>
                            <a:schemeClr val="tx1"/>
                          </a:solidFill>
                          <a:latin typeface="Cambria Math" panose="02040503050406030204" pitchFamily="18" charset="0"/>
                        </a:rPr>
                        <m:t>Δ</m:t>
                      </m:r>
                      <m:r>
                        <a:rPr lang="en-GB" sz="2400" b="0" i="1" smtClean="0">
                          <a:solidFill>
                            <a:schemeClr val="tx1"/>
                          </a:solidFill>
                          <a:latin typeface="Cambria Math" panose="02040503050406030204" pitchFamily="18" charset="0"/>
                        </a:rPr>
                        <m:t>𝑊</m:t>
                      </m:r>
                      <m:r>
                        <a:rPr lang="en-GB" sz="2400" b="0" i="1" smtClean="0">
                          <a:solidFill>
                            <a:schemeClr val="tx1"/>
                          </a:solidFill>
                          <a:latin typeface="Cambria Math" panose="02040503050406030204" pitchFamily="18" charset="0"/>
                        </a:rPr>
                        <m:t> </m:t>
                      </m:r>
                      <m:d>
                        <m:dPr>
                          <m:ctrlPr>
                            <a:rPr lang="en-GB" sz="2400" b="0" i="1" smtClean="0">
                              <a:solidFill>
                                <a:schemeClr val="tx1"/>
                              </a:solidFill>
                              <a:latin typeface="Cambria Math" panose="02040503050406030204" pitchFamily="18" charset="0"/>
                            </a:rPr>
                          </m:ctrlPr>
                        </m:dPr>
                        <m:e>
                          <m:r>
                            <a:rPr lang="en-GB" sz="2400" b="0" i="1" smtClean="0">
                              <a:solidFill>
                                <a:schemeClr val="tx1"/>
                              </a:solidFill>
                              <a:latin typeface="Cambria Math" panose="02040503050406030204" pitchFamily="18" charset="0"/>
                            </a:rPr>
                            <m:t>𝑛</m:t>
                          </m:r>
                          <m:r>
                            <a:rPr lang="en-GB" sz="2400" b="0" i="1" smtClean="0">
                              <a:solidFill>
                                <a:schemeClr val="tx1"/>
                              </a:solidFill>
                              <a:latin typeface="Cambria Math" panose="02040503050406030204" pitchFamily="18" charset="0"/>
                            </a:rPr>
                            <m:t>×</m:t>
                          </m:r>
                          <m:r>
                            <a:rPr lang="en-GB" sz="2400" b="0" i="1" smtClean="0">
                              <a:solidFill>
                                <a:schemeClr val="tx1"/>
                              </a:solidFill>
                              <a:latin typeface="Cambria Math" panose="02040503050406030204" pitchFamily="18" charset="0"/>
                            </a:rPr>
                            <m:t>𝑚</m:t>
                          </m:r>
                        </m:e>
                      </m:d>
                    </m:oMath>
                  </m:oMathPara>
                </a14:m>
                <a:endParaRPr lang="en-GB" sz="2400" b="0" dirty="0">
                  <a:solidFill>
                    <a:schemeClr val="tx1"/>
                  </a:solidFill>
                </a:endParaRPr>
              </a:p>
            </p:txBody>
          </p:sp>
        </mc:Choice>
        <mc:Fallback>
          <p:sp>
            <p:nvSpPr>
              <p:cNvPr id="12" name="Rectangle 11">
                <a:extLst>
                  <a:ext uri="{FF2B5EF4-FFF2-40B4-BE49-F238E27FC236}">
                    <a16:creationId xmlns:a16="http://schemas.microsoft.com/office/drawing/2014/main" id="{CED75865-31BD-5167-1FEB-6F60DFC7A494}"/>
                  </a:ext>
                </a:extLst>
              </p:cNvPr>
              <p:cNvSpPr>
                <a:spLocks noRot="1" noChangeAspect="1" noMove="1" noResize="1" noEditPoints="1" noAdjustHandles="1" noChangeArrowheads="1" noChangeShapeType="1" noTextEdit="1"/>
              </p:cNvSpPr>
              <p:nvPr/>
            </p:nvSpPr>
            <p:spPr>
              <a:xfrm>
                <a:off x="1583473" y="3005254"/>
                <a:ext cx="2486722" cy="2369634"/>
              </a:xfrm>
              <a:prstGeom prst="rect">
                <a:avLst/>
              </a:prstGeom>
              <a:blipFill>
                <a:blip r:embed="rId3"/>
                <a:stretch>
                  <a:fillRect/>
                </a:stretch>
              </a:blipFill>
              <a:ln w="38100">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Rectangle 12">
                <a:extLst>
                  <a:ext uri="{FF2B5EF4-FFF2-40B4-BE49-F238E27FC236}">
                    <a16:creationId xmlns:a16="http://schemas.microsoft.com/office/drawing/2014/main" id="{A2FC904E-78DB-2B1E-C1AC-9EB6C0A4ED7A}"/>
                  </a:ext>
                </a:extLst>
              </p:cNvPr>
              <p:cNvSpPr/>
              <p:nvPr/>
            </p:nvSpPr>
            <p:spPr>
              <a:xfrm>
                <a:off x="5587973" y="2604216"/>
                <a:ext cx="996176" cy="3171709"/>
              </a:xfrm>
              <a:prstGeom prst="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GB" sz="2400" b="0" i="1" smtClean="0">
                          <a:solidFill>
                            <a:schemeClr val="tx1"/>
                          </a:solidFill>
                          <a:latin typeface="Cambria Math" panose="02040503050406030204" pitchFamily="18" charset="0"/>
                        </a:rPr>
                        <m:t>𝐴</m:t>
                      </m:r>
                      <m:r>
                        <a:rPr lang="en-GB" sz="2400" b="0" i="1" smtClean="0">
                          <a:solidFill>
                            <a:schemeClr val="tx1"/>
                          </a:solidFill>
                          <a:latin typeface="Cambria Math" panose="02040503050406030204" pitchFamily="18" charset="0"/>
                        </a:rPr>
                        <m:t> </m:t>
                      </m:r>
                    </m:oMath>
                  </m:oMathPara>
                </a14:m>
                <a:endParaRPr lang="en-GB" sz="2400" b="0" i="1" dirty="0">
                  <a:solidFill>
                    <a:schemeClr val="tx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d>
                        <m:dPr>
                          <m:ctrlPr>
                            <a:rPr lang="en-GB" sz="2400" b="0" i="1" smtClean="0">
                              <a:solidFill>
                                <a:schemeClr val="tx1"/>
                              </a:solidFill>
                              <a:latin typeface="Cambria Math" panose="02040503050406030204" pitchFamily="18" charset="0"/>
                            </a:rPr>
                          </m:ctrlPr>
                        </m:dPr>
                        <m:e>
                          <m:r>
                            <a:rPr lang="en-GB" sz="2400" b="0" i="1" smtClean="0">
                              <a:solidFill>
                                <a:schemeClr val="tx1"/>
                              </a:solidFill>
                              <a:latin typeface="Cambria Math" panose="02040503050406030204" pitchFamily="18" charset="0"/>
                            </a:rPr>
                            <m:t>𝑛</m:t>
                          </m:r>
                          <m:r>
                            <a:rPr lang="en-GB" sz="2400" b="0" i="1" smtClean="0">
                              <a:solidFill>
                                <a:schemeClr val="tx1"/>
                              </a:solidFill>
                              <a:latin typeface="Cambria Math" panose="02040503050406030204" pitchFamily="18" charset="0"/>
                            </a:rPr>
                            <m:t>×</m:t>
                          </m:r>
                          <m:r>
                            <a:rPr lang="en-GB" sz="2400" b="0" i="1" smtClean="0">
                              <a:solidFill>
                                <a:schemeClr val="accent6"/>
                              </a:solidFill>
                              <a:latin typeface="Cambria Math" panose="02040503050406030204" pitchFamily="18" charset="0"/>
                            </a:rPr>
                            <m:t>𝑟</m:t>
                          </m:r>
                        </m:e>
                      </m:d>
                    </m:oMath>
                  </m:oMathPara>
                </a14:m>
                <a:endParaRPr lang="en-GB" sz="2400" b="0" dirty="0">
                  <a:solidFill>
                    <a:schemeClr val="tx1"/>
                  </a:solidFill>
                </a:endParaRPr>
              </a:p>
            </p:txBody>
          </p:sp>
        </mc:Choice>
        <mc:Fallback>
          <p:sp>
            <p:nvSpPr>
              <p:cNvPr id="13" name="Rectangle 12">
                <a:extLst>
                  <a:ext uri="{FF2B5EF4-FFF2-40B4-BE49-F238E27FC236}">
                    <a16:creationId xmlns:a16="http://schemas.microsoft.com/office/drawing/2014/main" id="{A2FC904E-78DB-2B1E-C1AC-9EB6C0A4ED7A}"/>
                  </a:ext>
                </a:extLst>
              </p:cNvPr>
              <p:cNvSpPr>
                <a:spLocks noRot="1" noChangeAspect="1" noMove="1" noResize="1" noEditPoints="1" noAdjustHandles="1" noChangeArrowheads="1" noChangeShapeType="1" noTextEdit="1"/>
              </p:cNvSpPr>
              <p:nvPr/>
            </p:nvSpPr>
            <p:spPr>
              <a:xfrm>
                <a:off x="5587973" y="2604216"/>
                <a:ext cx="996176" cy="3171709"/>
              </a:xfrm>
              <a:prstGeom prst="rect">
                <a:avLst/>
              </a:prstGeom>
              <a:blipFill>
                <a:blip r:embed="rId4"/>
                <a:stretch>
                  <a:fillRect/>
                </a:stretch>
              </a:blipFill>
              <a:ln w="38100">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Rectangle 13">
                <a:extLst>
                  <a:ext uri="{FF2B5EF4-FFF2-40B4-BE49-F238E27FC236}">
                    <a16:creationId xmlns:a16="http://schemas.microsoft.com/office/drawing/2014/main" id="{0B7736BD-630A-9DC4-4A7A-1B83E10AD579}"/>
                  </a:ext>
                </a:extLst>
              </p:cNvPr>
              <p:cNvSpPr/>
              <p:nvPr/>
            </p:nvSpPr>
            <p:spPr>
              <a:xfrm>
                <a:off x="7282959" y="3766527"/>
                <a:ext cx="3674328" cy="847086"/>
              </a:xfrm>
              <a:prstGeom prst="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GB" sz="2400" b="0" i="1" smtClean="0">
                          <a:solidFill>
                            <a:schemeClr val="tx1"/>
                          </a:solidFill>
                          <a:latin typeface="Cambria Math" panose="02040503050406030204" pitchFamily="18" charset="0"/>
                        </a:rPr>
                        <m:t>𝐵</m:t>
                      </m:r>
                    </m:oMath>
                  </m:oMathPara>
                </a14:m>
                <a:endParaRPr lang="en-GB" sz="2400" i="1" dirty="0">
                  <a:solidFill>
                    <a:schemeClr val="tx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d>
                        <m:dPr>
                          <m:ctrlPr>
                            <a:rPr lang="en-GB" sz="2400" b="0" i="1" smtClean="0">
                              <a:solidFill>
                                <a:schemeClr val="tx1"/>
                              </a:solidFill>
                              <a:latin typeface="Cambria Math" panose="02040503050406030204" pitchFamily="18" charset="0"/>
                            </a:rPr>
                          </m:ctrlPr>
                        </m:dPr>
                        <m:e>
                          <m:r>
                            <a:rPr lang="en-GB" sz="2400" b="0" i="1" smtClean="0">
                              <a:solidFill>
                                <a:schemeClr val="accent6"/>
                              </a:solidFill>
                              <a:latin typeface="Cambria Math" panose="02040503050406030204" pitchFamily="18" charset="0"/>
                            </a:rPr>
                            <m:t>𝑟</m:t>
                          </m:r>
                          <m:r>
                            <a:rPr lang="en-GB" sz="2400" b="0" i="1" smtClean="0">
                              <a:solidFill>
                                <a:schemeClr val="tx1"/>
                              </a:solidFill>
                              <a:latin typeface="Cambria Math" panose="02040503050406030204" pitchFamily="18" charset="0"/>
                            </a:rPr>
                            <m:t>×</m:t>
                          </m:r>
                          <m:r>
                            <a:rPr lang="en-GB" sz="2400" b="0" i="1" smtClean="0">
                              <a:solidFill>
                                <a:schemeClr val="tx1"/>
                              </a:solidFill>
                              <a:latin typeface="Cambria Math" panose="02040503050406030204" pitchFamily="18" charset="0"/>
                            </a:rPr>
                            <m:t>𝑚</m:t>
                          </m:r>
                        </m:e>
                      </m:d>
                    </m:oMath>
                  </m:oMathPara>
                </a14:m>
                <a:endParaRPr lang="en-GB" sz="2400" b="0" i="1" dirty="0">
                  <a:solidFill>
                    <a:schemeClr val="tx1"/>
                  </a:solidFill>
                  <a:latin typeface="Cambria Math" panose="02040503050406030204" pitchFamily="18" charset="0"/>
                </a:endParaRPr>
              </a:p>
            </p:txBody>
          </p:sp>
        </mc:Choice>
        <mc:Fallback>
          <p:sp>
            <p:nvSpPr>
              <p:cNvPr id="14" name="Rectangle 13">
                <a:extLst>
                  <a:ext uri="{FF2B5EF4-FFF2-40B4-BE49-F238E27FC236}">
                    <a16:creationId xmlns:a16="http://schemas.microsoft.com/office/drawing/2014/main" id="{0B7736BD-630A-9DC4-4A7A-1B83E10AD579}"/>
                  </a:ext>
                </a:extLst>
              </p:cNvPr>
              <p:cNvSpPr>
                <a:spLocks noRot="1" noChangeAspect="1" noMove="1" noResize="1" noEditPoints="1" noAdjustHandles="1" noChangeArrowheads="1" noChangeShapeType="1" noTextEdit="1"/>
              </p:cNvSpPr>
              <p:nvPr/>
            </p:nvSpPr>
            <p:spPr>
              <a:xfrm>
                <a:off x="7282959" y="3766527"/>
                <a:ext cx="3674328" cy="847086"/>
              </a:xfrm>
              <a:prstGeom prst="rect">
                <a:avLst/>
              </a:prstGeom>
              <a:blipFill>
                <a:blip r:embed="rId5"/>
                <a:stretch>
                  <a:fillRect/>
                </a:stretch>
              </a:blipFill>
              <a:ln w="38100">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AAED11E0-241D-00CD-54E9-3E80C304ED57}"/>
                  </a:ext>
                </a:extLst>
              </p:cNvPr>
              <p:cNvSpPr txBox="1"/>
              <p:nvPr/>
            </p:nvSpPr>
            <p:spPr>
              <a:xfrm>
                <a:off x="4083065" y="3976406"/>
                <a:ext cx="1504908" cy="553998"/>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GB" sz="3600" b="0" i="1" smtClean="0">
                          <a:latin typeface="Cambria Math" panose="02040503050406030204" pitchFamily="18" charset="0"/>
                        </a:rPr>
                        <m:t>=</m:t>
                      </m:r>
                    </m:oMath>
                  </m:oMathPara>
                </a14:m>
                <a:endParaRPr lang="en-US" sz="3600" dirty="0"/>
              </a:p>
            </p:txBody>
          </p:sp>
        </mc:Choice>
        <mc:Fallback>
          <p:sp>
            <p:nvSpPr>
              <p:cNvPr id="15" name="TextBox 14">
                <a:extLst>
                  <a:ext uri="{FF2B5EF4-FFF2-40B4-BE49-F238E27FC236}">
                    <a16:creationId xmlns:a16="http://schemas.microsoft.com/office/drawing/2014/main" id="{AAED11E0-241D-00CD-54E9-3E80C304ED57}"/>
                  </a:ext>
                </a:extLst>
              </p:cNvPr>
              <p:cNvSpPr txBox="1">
                <a:spLocks noRot="1" noChangeAspect="1" noMove="1" noResize="1" noEditPoints="1" noAdjustHandles="1" noChangeArrowheads="1" noChangeShapeType="1" noTextEdit="1"/>
              </p:cNvSpPr>
              <p:nvPr/>
            </p:nvSpPr>
            <p:spPr>
              <a:xfrm>
                <a:off x="4083065" y="3976406"/>
                <a:ext cx="1504908" cy="553998"/>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5DB94E23-EA26-9F57-9C83-FE93E9A11C88}"/>
                  </a:ext>
                </a:extLst>
              </p:cNvPr>
              <p:cNvSpPr txBox="1"/>
              <p:nvPr/>
            </p:nvSpPr>
            <p:spPr>
              <a:xfrm>
                <a:off x="6286783" y="3897941"/>
                <a:ext cx="1504908" cy="1107996"/>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GB" sz="3600" b="0" i="1" smtClean="0">
                          <a:latin typeface="Cambria Math" panose="02040503050406030204" pitchFamily="18" charset="0"/>
                        </a:rPr>
                        <m:t>×</m:t>
                      </m:r>
                    </m:oMath>
                  </m:oMathPara>
                </a14:m>
                <a:endParaRPr lang="en-GB" sz="3600" b="0" dirty="0"/>
              </a:p>
              <a:p>
                <a:endParaRPr lang="en-US" sz="3600" dirty="0"/>
              </a:p>
            </p:txBody>
          </p:sp>
        </mc:Choice>
        <mc:Fallback>
          <p:sp>
            <p:nvSpPr>
              <p:cNvPr id="16" name="TextBox 15">
                <a:extLst>
                  <a:ext uri="{FF2B5EF4-FFF2-40B4-BE49-F238E27FC236}">
                    <a16:creationId xmlns:a16="http://schemas.microsoft.com/office/drawing/2014/main" id="{5DB94E23-EA26-9F57-9C83-FE93E9A11C88}"/>
                  </a:ext>
                </a:extLst>
              </p:cNvPr>
              <p:cNvSpPr txBox="1">
                <a:spLocks noRot="1" noChangeAspect="1" noMove="1" noResize="1" noEditPoints="1" noAdjustHandles="1" noChangeArrowheads="1" noChangeShapeType="1" noTextEdit="1"/>
              </p:cNvSpPr>
              <p:nvPr/>
            </p:nvSpPr>
            <p:spPr>
              <a:xfrm>
                <a:off x="6286783" y="3897941"/>
                <a:ext cx="1504908" cy="1107996"/>
              </a:xfrm>
              <a:prstGeom prst="rect">
                <a:avLst/>
              </a:prstGeom>
              <a:blipFill>
                <a:blip r:embed="rId7"/>
                <a:stretch>
                  <a:fillRect/>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7590A55-1846-5BF3-B58D-652F9A17F35A}"/>
              </a:ext>
            </a:extLst>
          </p:cNvPr>
          <p:cNvCxnSpPr>
            <a:cxnSpLocks/>
          </p:cNvCxnSpPr>
          <p:nvPr/>
        </p:nvCxnSpPr>
        <p:spPr>
          <a:xfrm flipH="1">
            <a:off x="6286783" y="2810142"/>
            <a:ext cx="1885142" cy="1405019"/>
          </a:xfrm>
          <a:prstGeom prst="straightConnector1">
            <a:avLst/>
          </a:prstGeom>
          <a:ln w="2857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23F98A4A-13CA-9B3C-6F48-C2D55C32E8CD}"/>
              </a:ext>
            </a:extLst>
          </p:cNvPr>
          <p:cNvCxnSpPr>
            <a:cxnSpLocks/>
          </p:cNvCxnSpPr>
          <p:nvPr/>
        </p:nvCxnSpPr>
        <p:spPr>
          <a:xfrm>
            <a:off x="8171925" y="2810142"/>
            <a:ext cx="657982" cy="1443263"/>
          </a:xfrm>
          <a:prstGeom prst="straightConnector1">
            <a:avLst/>
          </a:prstGeom>
          <a:ln w="2857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27" name="Content Placeholder 2">
            <a:extLst>
              <a:ext uri="{FF2B5EF4-FFF2-40B4-BE49-F238E27FC236}">
                <a16:creationId xmlns:a16="http://schemas.microsoft.com/office/drawing/2014/main" id="{6EF7B65B-A10B-26A9-7071-2A0B6BAC9D81}"/>
              </a:ext>
            </a:extLst>
          </p:cNvPr>
          <p:cNvSpPr txBox="1">
            <a:spLocks/>
          </p:cNvSpPr>
          <p:nvPr/>
        </p:nvSpPr>
        <p:spPr>
          <a:xfrm>
            <a:off x="7229354" y="2354735"/>
            <a:ext cx="3772829" cy="37218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sz="2000" dirty="0" err="1">
                <a:solidFill>
                  <a:schemeClr val="accent6"/>
                </a:solidFill>
              </a:rPr>
              <a:t>LoRA</a:t>
            </a:r>
            <a:r>
              <a:rPr lang="en-GB" sz="2000" dirty="0">
                <a:solidFill>
                  <a:schemeClr val="accent6"/>
                </a:solidFill>
              </a:rPr>
              <a:t> rank – very small (e.g. 4, 8)</a:t>
            </a:r>
            <a:endParaRPr lang="en-GB" dirty="0"/>
          </a:p>
        </p:txBody>
      </p:sp>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42202CF1-5FF3-FEAC-BE03-CD40FFC3AFF1}"/>
                  </a:ext>
                </a:extLst>
              </p:cNvPr>
              <p:cNvSpPr txBox="1"/>
              <p:nvPr/>
            </p:nvSpPr>
            <p:spPr>
              <a:xfrm>
                <a:off x="1020337" y="6014893"/>
                <a:ext cx="6099716" cy="523220"/>
              </a:xfrm>
              <a:prstGeom prst="rect">
                <a:avLst/>
              </a:prstGeom>
              <a:noFill/>
            </p:spPr>
            <p:txBody>
              <a:bodyPr wrap="square">
                <a:spAutoFit/>
              </a:bodyPr>
              <a:lstStyle/>
              <a:p>
                <a:pPr marL="0" indent="0">
                  <a:buNone/>
                </a:pPr>
                <a:r>
                  <a:rPr lang="en-GB" sz="2800" b="0" dirty="0"/>
                  <a:t>So, that’s </a:t>
                </a:r>
                <a14:m>
                  <m:oMath xmlns:m="http://schemas.openxmlformats.org/officeDocument/2006/math">
                    <m:r>
                      <a:rPr lang="en-GB" sz="2800" b="0" i="1" smtClean="0">
                        <a:latin typeface="Cambria Math" panose="02040503050406030204" pitchFamily="18" charset="0"/>
                      </a:rPr>
                      <m:t>𝑟</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𝑛</m:t>
                        </m:r>
                        <m:r>
                          <a:rPr lang="en-GB" sz="2800" b="0" i="1" smtClean="0">
                            <a:latin typeface="Cambria Math" panose="02040503050406030204" pitchFamily="18" charset="0"/>
                          </a:rPr>
                          <m:t>+</m:t>
                        </m:r>
                        <m:r>
                          <a:rPr lang="en-GB" sz="2800" b="0" i="1" smtClean="0">
                            <a:latin typeface="Cambria Math" panose="02040503050406030204" pitchFamily="18" charset="0"/>
                          </a:rPr>
                          <m:t>𝑚</m:t>
                        </m:r>
                      </m:e>
                    </m:d>
                    <m:r>
                      <a:rPr lang="en-GB" sz="2800" b="0" i="1" smtClean="0">
                        <a:latin typeface="Cambria Math" panose="02040503050406030204" pitchFamily="18" charset="0"/>
                      </a:rPr>
                      <m:t>≪</m:t>
                    </m:r>
                    <m:r>
                      <a:rPr lang="en-GB" sz="2800" b="0" i="1" smtClean="0">
                        <a:latin typeface="Cambria Math" panose="02040503050406030204" pitchFamily="18" charset="0"/>
                      </a:rPr>
                      <m:t>𝑛𝑚</m:t>
                    </m:r>
                  </m:oMath>
                </a14:m>
                <a:r>
                  <a:rPr lang="en-GB" sz="2800" b="0" dirty="0"/>
                  <a:t> parameters!</a:t>
                </a:r>
              </a:p>
            </p:txBody>
          </p:sp>
        </mc:Choice>
        <mc:Fallback>
          <p:sp>
            <p:nvSpPr>
              <p:cNvPr id="29" name="TextBox 28">
                <a:extLst>
                  <a:ext uri="{FF2B5EF4-FFF2-40B4-BE49-F238E27FC236}">
                    <a16:creationId xmlns:a16="http://schemas.microsoft.com/office/drawing/2014/main" id="{42202CF1-5FF3-FEAC-BE03-CD40FFC3AFF1}"/>
                  </a:ext>
                </a:extLst>
              </p:cNvPr>
              <p:cNvSpPr txBox="1">
                <a:spLocks noRot="1" noChangeAspect="1" noMove="1" noResize="1" noEditPoints="1" noAdjustHandles="1" noChangeArrowheads="1" noChangeShapeType="1" noTextEdit="1"/>
              </p:cNvSpPr>
              <p:nvPr/>
            </p:nvSpPr>
            <p:spPr>
              <a:xfrm>
                <a:off x="1020337" y="6014893"/>
                <a:ext cx="6099716" cy="523220"/>
              </a:xfrm>
              <a:prstGeom prst="rect">
                <a:avLst/>
              </a:prstGeom>
              <a:blipFill>
                <a:blip r:embed="rId8"/>
                <a:stretch>
                  <a:fillRect l="-2079" t="-11628" r="-1247" b="-30233"/>
                </a:stretch>
              </a:blipFill>
            </p:spPr>
            <p:txBody>
              <a:bodyPr/>
              <a:lstStyle/>
              <a:p>
                <a:r>
                  <a:rPr lang="en-US">
                    <a:noFill/>
                  </a:rPr>
                  <a:t> </a:t>
                </a:r>
              </a:p>
            </p:txBody>
          </p:sp>
        </mc:Fallback>
      </mc:AlternateContent>
    </p:spTree>
    <p:extLst>
      <p:ext uri="{BB962C8B-B14F-4D97-AF65-F5344CB8AC3E}">
        <p14:creationId xmlns:p14="http://schemas.microsoft.com/office/powerpoint/2010/main" val="402696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87EAD28-8F58-0EB5-7482-5E1B7C117DD6}"/>
              </a:ext>
            </a:extLst>
          </p:cNvPr>
          <p:cNvSpPr>
            <a:spLocks noGrp="1"/>
          </p:cNvSpPr>
          <p:nvPr>
            <p:ph type="title"/>
          </p:nvPr>
        </p:nvSpPr>
        <p:spPr>
          <a:xfrm>
            <a:off x="838200" y="365125"/>
            <a:ext cx="10515600" cy="1325563"/>
          </a:xfrm>
        </p:spPr>
        <p:txBody>
          <a:bodyPr/>
          <a:lstStyle/>
          <a:p>
            <a:r>
              <a:rPr lang="en-US" dirty="0"/>
              <a:t>Low Rank Adaptation (</a:t>
            </a:r>
            <a:r>
              <a:rPr lang="en-US" dirty="0" err="1"/>
              <a:t>LoRA</a:t>
            </a:r>
            <a:r>
              <a:rPr lang="en-US" dirty="0"/>
              <a:t>)</a:t>
            </a:r>
          </a:p>
        </p:txBody>
      </p:sp>
      <mc:AlternateContent xmlns:mc="http://schemas.openxmlformats.org/markup-compatibility/2006">
        <mc:Choice xmlns:a14="http://schemas.microsoft.com/office/drawing/2010/main" Requires="a14">
          <p:sp>
            <p:nvSpPr>
              <p:cNvPr id="5" name="Content Placeholder 2">
                <a:extLst>
                  <a:ext uri="{FF2B5EF4-FFF2-40B4-BE49-F238E27FC236}">
                    <a16:creationId xmlns:a16="http://schemas.microsoft.com/office/drawing/2014/main" id="{2B3F0D4D-7DF7-0D6F-CDA3-C1F4FF9F8C4E}"/>
                  </a:ext>
                </a:extLst>
              </p:cNvPr>
              <p:cNvSpPr>
                <a:spLocks noGrp="1"/>
              </p:cNvSpPr>
              <p:nvPr>
                <p:ph idx="1"/>
              </p:nvPr>
            </p:nvSpPr>
            <p:spPr>
              <a:xfrm>
                <a:off x="838200" y="1825625"/>
                <a:ext cx="10515600" cy="5032376"/>
              </a:xfrm>
            </p:spPr>
            <p:txBody>
              <a:bodyPr>
                <a:normAutofit/>
              </a:bodyPr>
              <a:lstStyle/>
              <a:p>
                <a:pPr marL="0" indent="0">
                  <a:buNone/>
                </a:pPr>
                <a:r>
                  <a:rPr lang="en-US" dirty="0"/>
                  <a:t>Checking the till…</a:t>
                </a:r>
              </a:p>
              <a:p>
                <a:pPr marL="0" indent="0">
                  <a:buNone/>
                </a:pPr>
                <a:endParaRPr lang="en-US" dirty="0"/>
              </a:p>
              <a:p>
                <a:r>
                  <a:rPr lang="en-US" i="1" dirty="0"/>
                  <a:t>Llama 3.1 70B</a:t>
                </a:r>
              </a:p>
              <a:p>
                <a:pPr lvl="1"/>
                <a:r>
                  <a:rPr lang="en-US" dirty="0"/>
                  <a:t>Rank 8 </a:t>
                </a:r>
                <a:r>
                  <a:rPr lang="en-US" dirty="0" err="1"/>
                  <a:t>LoRA</a:t>
                </a:r>
                <a:r>
                  <a:rPr lang="en-US" dirty="0"/>
                  <a:t> on attention only yields ~10M trainable parameters</a:t>
                </a:r>
              </a:p>
              <a:p>
                <a:pPr lvl="1"/>
                <a:r>
                  <a:rPr lang="en-US" dirty="0"/>
                  <a:t>10M </a:t>
                </a:r>
                <a14:m>
                  <m:oMath xmlns:m="http://schemas.openxmlformats.org/officeDocument/2006/math">
                    <m:r>
                      <a:rPr lang="en-GB" b="0" i="1" smtClean="0">
                        <a:latin typeface="Cambria Math" panose="02040503050406030204" pitchFamily="18" charset="0"/>
                      </a:rPr>
                      <m:t>× 8</m:t>
                    </m:r>
                  </m:oMath>
                </a14:m>
                <a:r>
                  <a:rPr lang="en-GB" b="0" dirty="0"/>
                  <a:t> ~ 80 MB for training state</a:t>
                </a:r>
              </a:p>
              <a:p>
                <a:r>
                  <a:rPr lang="en-GB" dirty="0"/>
                  <a:t>Base model weights still stored</a:t>
                </a:r>
              </a:p>
              <a:p>
                <a:pPr lvl="1"/>
                <a:r>
                  <a:rPr lang="en-GB" dirty="0"/>
                  <a:t>Quantize to 4-bit (</a:t>
                </a:r>
                <a:r>
                  <a:rPr lang="en-GB" i="1" dirty="0"/>
                  <a:t>int4</a:t>
                </a:r>
                <a:r>
                  <a:rPr lang="en-GB" dirty="0"/>
                  <a:t>), this is known as </a:t>
                </a:r>
                <a:r>
                  <a:rPr lang="en-GB" dirty="0" err="1"/>
                  <a:t>qLoRA</a:t>
                </a:r>
                <a:r>
                  <a:rPr lang="en-GB" dirty="0"/>
                  <a:t> (quantized </a:t>
                </a:r>
                <a:r>
                  <a:rPr lang="en-GB" dirty="0" err="1"/>
                  <a:t>LoRA</a:t>
                </a:r>
                <a:r>
                  <a:rPr lang="en-GB" dirty="0"/>
                  <a:t>)</a:t>
                </a:r>
              </a:p>
              <a:p>
                <a:pPr lvl="1"/>
                <a:r>
                  <a:rPr lang="en-GB" dirty="0"/>
                  <a:t>Base model weights ~ 50 GB</a:t>
                </a:r>
              </a:p>
              <a:p>
                <a:r>
                  <a:rPr lang="en-US" dirty="0"/>
                  <a:t>Total: ~50GB</a:t>
                </a:r>
              </a:p>
              <a:p>
                <a:r>
                  <a:rPr lang="en-US" b="0" dirty="0"/>
                  <a:t>This can fit on a single </a:t>
                </a:r>
                <a:r>
                  <a:rPr lang="en-US" dirty="0"/>
                  <a:t>80GB GPU</a:t>
                </a:r>
                <a:r>
                  <a:rPr lang="en-US" b="0" dirty="0"/>
                  <a:t> very comfortably!</a:t>
                </a:r>
                <a:endParaRPr lang="en-GB" b="0" dirty="0"/>
              </a:p>
            </p:txBody>
          </p:sp>
        </mc:Choice>
        <mc:Fallback>
          <p:sp>
            <p:nvSpPr>
              <p:cNvPr id="5" name="Content Placeholder 2">
                <a:extLst>
                  <a:ext uri="{FF2B5EF4-FFF2-40B4-BE49-F238E27FC236}">
                    <a16:creationId xmlns:a16="http://schemas.microsoft.com/office/drawing/2014/main" id="{2B3F0D4D-7DF7-0D6F-CDA3-C1F4FF9F8C4E}"/>
                  </a:ext>
                </a:extLst>
              </p:cNvPr>
              <p:cNvSpPr>
                <a:spLocks noGrp="1" noRot="1" noChangeAspect="1" noMove="1" noResize="1" noEditPoints="1" noAdjustHandles="1" noChangeArrowheads="1" noChangeShapeType="1" noTextEdit="1"/>
              </p:cNvSpPr>
              <p:nvPr>
                <p:ph idx="1"/>
              </p:nvPr>
            </p:nvSpPr>
            <p:spPr>
              <a:xfrm>
                <a:off x="838200" y="1825625"/>
                <a:ext cx="10515600" cy="5032376"/>
              </a:xfrm>
              <a:blipFill>
                <a:blip r:embed="rId2"/>
                <a:stretch>
                  <a:fillRect l="-1206" t="-2015"/>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CB71D3D0-3083-67A8-08D0-9672A28E8229}"/>
              </a:ext>
            </a:extLst>
          </p:cNvPr>
          <p:cNvPicPr>
            <a:picLocks noChangeAspect="1"/>
          </p:cNvPicPr>
          <p:nvPr/>
        </p:nvPicPr>
        <p:blipFill>
          <a:blip r:embed="rId3"/>
          <a:stretch>
            <a:fillRect/>
          </a:stretch>
        </p:blipFill>
        <p:spPr>
          <a:xfrm>
            <a:off x="3410680" y="2867000"/>
            <a:ext cx="638802" cy="359326"/>
          </a:xfrm>
          <a:prstGeom prst="rect">
            <a:avLst/>
          </a:prstGeom>
        </p:spPr>
      </p:pic>
    </p:spTree>
    <p:extLst>
      <p:ext uri="{BB962C8B-B14F-4D97-AF65-F5344CB8AC3E}">
        <p14:creationId xmlns:p14="http://schemas.microsoft.com/office/powerpoint/2010/main" val="18441770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F00D04C-A321-D685-8023-6DC42CB3EA55}"/>
              </a:ext>
            </a:extLst>
          </p:cNvPr>
          <p:cNvSpPr>
            <a:spLocks noGrp="1"/>
          </p:cNvSpPr>
          <p:nvPr>
            <p:ph type="title"/>
          </p:nvPr>
        </p:nvSpPr>
        <p:spPr>
          <a:xfrm>
            <a:off x="838199" y="365125"/>
            <a:ext cx="10790583" cy="1325563"/>
          </a:xfrm>
        </p:spPr>
        <p:txBody>
          <a:bodyPr/>
          <a:lstStyle/>
          <a:p>
            <a:r>
              <a:rPr lang="en-US" dirty="0"/>
              <a:t>Quantized Low Rank Adaptation (</a:t>
            </a:r>
            <a:r>
              <a:rPr lang="en-US" dirty="0" err="1"/>
              <a:t>qLoRA</a:t>
            </a:r>
            <a:r>
              <a:rPr lang="en-US" dirty="0"/>
              <a:t>)</a:t>
            </a:r>
          </a:p>
        </p:txBody>
      </p:sp>
      <p:pic>
        <p:nvPicPr>
          <p:cNvPr id="5" name="Picture 4">
            <a:extLst>
              <a:ext uri="{FF2B5EF4-FFF2-40B4-BE49-F238E27FC236}">
                <a16:creationId xmlns:a16="http://schemas.microsoft.com/office/drawing/2014/main" id="{2027358D-2B46-8E48-4FB6-D4A9B320DC2A}"/>
              </a:ext>
            </a:extLst>
          </p:cNvPr>
          <p:cNvPicPr>
            <a:picLocks noChangeAspect="1"/>
          </p:cNvPicPr>
          <p:nvPr/>
        </p:nvPicPr>
        <p:blipFill>
          <a:blip r:embed="rId2"/>
          <a:stretch>
            <a:fillRect/>
          </a:stretch>
        </p:blipFill>
        <p:spPr>
          <a:xfrm>
            <a:off x="2209800" y="2282085"/>
            <a:ext cx="7772400" cy="2949814"/>
          </a:xfrm>
          <a:prstGeom prst="rect">
            <a:avLst/>
          </a:prstGeom>
        </p:spPr>
      </p:pic>
      <p:sp>
        <p:nvSpPr>
          <p:cNvPr id="6" name="Content Placeholder 2">
            <a:extLst>
              <a:ext uri="{FF2B5EF4-FFF2-40B4-BE49-F238E27FC236}">
                <a16:creationId xmlns:a16="http://schemas.microsoft.com/office/drawing/2014/main" id="{FA5E7CB3-008B-3B87-BE55-E3D113772078}"/>
              </a:ext>
            </a:extLst>
          </p:cNvPr>
          <p:cNvSpPr txBox="1">
            <a:spLocks/>
          </p:cNvSpPr>
          <p:nvPr/>
        </p:nvSpPr>
        <p:spPr>
          <a:xfrm>
            <a:off x="9253420" y="6136205"/>
            <a:ext cx="3118738" cy="52939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2400" dirty="0">
                <a:solidFill>
                  <a:schemeClr val="tx1">
                    <a:lumMod val="50000"/>
                    <a:lumOff val="50000"/>
                  </a:schemeClr>
                </a:solidFill>
              </a:rPr>
              <a:t>arXiv:2305.14314</a:t>
            </a:r>
            <a:endParaRPr lang="en-US" sz="2400" dirty="0">
              <a:solidFill>
                <a:schemeClr val="tx1">
                  <a:lumMod val="50000"/>
                  <a:lumOff val="50000"/>
                </a:schemeClr>
              </a:solidFill>
            </a:endParaRPr>
          </a:p>
          <a:p>
            <a:endParaRPr lang="en-US" sz="2400" dirty="0">
              <a:solidFill>
                <a:schemeClr val="tx1">
                  <a:lumMod val="50000"/>
                  <a:lumOff val="50000"/>
                </a:schemeClr>
              </a:solidFill>
            </a:endParaRPr>
          </a:p>
        </p:txBody>
      </p:sp>
    </p:spTree>
    <p:extLst>
      <p:ext uri="{BB962C8B-B14F-4D97-AF65-F5344CB8AC3E}">
        <p14:creationId xmlns:p14="http://schemas.microsoft.com/office/powerpoint/2010/main" val="38118589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59</TotalTime>
  <Words>1138</Words>
  <Application>Microsoft Macintosh PowerPoint</Application>
  <PresentationFormat>Widescreen</PresentationFormat>
  <Paragraphs>173</Paragraphs>
  <Slides>20</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vt:i4>
      </vt:variant>
    </vt:vector>
  </HeadingPairs>
  <TitlesOfParts>
    <vt:vector size="28" baseType="lpstr">
      <vt:lpstr>Aptos</vt:lpstr>
      <vt:lpstr>Aptos Display</vt:lpstr>
      <vt:lpstr>Arial</vt:lpstr>
      <vt:lpstr>Cambria Math</vt:lpstr>
      <vt:lpstr>Consolas</vt:lpstr>
      <vt:lpstr>IBM Plex Mono</vt:lpstr>
      <vt:lpstr>Source Code Pro</vt:lpstr>
      <vt:lpstr>office theme</vt:lpstr>
      <vt:lpstr>January 2025</vt:lpstr>
      <vt:lpstr>Look Familiar?</vt:lpstr>
      <vt:lpstr>Post-training &amp; Fine-tuning</vt:lpstr>
      <vt:lpstr>Overview</vt:lpstr>
      <vt:lpstr>Post-training vs. Fine-tuning</vt:lpstr>
      <vt:lpstr>PowerPoint Presentation</vt:lpstr>
      <vt:lpstr>Instruction tuning</vt:lpstr>
      <vt:lpstr>Alpaca</vt:lpstr>
      <vt:lpstr>Instruction tuning</vt:lpstr>
      <vt:lpstr>Instruction tuning</vt:lpstr>
      <vt:lpstr>Instruction tuning</vt:lpstr>
      <vt:lpstr>Instruction tuning</vt:lpstr>
      <vt:lpstr>Instruction tuning</vt:lpstr>
      <vt:lpstr>Full fine-tuning (FFT)</vt:lpstr>
      <vt:lpstr>PowerPoint Presentation</vt:lpstr>
      <vt:lpstr>Low Rank Adaptation (LoRA)</vt:lpstr>
      <vt:lpstr>Low Rank Adaptation (LoRA)</vt:lpstr>
      <vt:lpstr>Low Rank Adaptation (LoRA)</vt:lpstr>
      <vt:lpstr>Low Rank Adaptation (LoRA)</vt:lpstr>
      <vt:lpstr>Quantized Low Rank Adaptation (qLoRA)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Finley Griffin</cp:lastModifiedBy>
  <cp:revision>551</cp:revision>
  <dcterms:created xsi:type="dcterms:W3CDTF">2025-07-29T09:20:49Z</dcterms:created>
  <dcterms:modified xsi:type="dcterms:W3CDTF">2026-05-08T13:39:49Z</dcterms:modified>
</cp:coreProperties>
</file>