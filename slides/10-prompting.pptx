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BB0336-80C9-F6A7-83FC-A9EBFE4A6C06}" v="108" dt="2025-09-30T14:35:19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9BB0336-80C9-F6A7-83FC-A9EBFE4A6C06}"/>
    <pc:docChg chg="modSld">
      <pc:chgData name="" userId="" providerId="" clId="Web-{79BB0336-80C9-F6A7-83FC-A9EBFE4A6C06}" dt="2025-09-30T12:57:50.740" v="1" actId="20577"/>
      <pc:docMkLst>
        <pc:docMk/>
      </pc:docMkLst>
      <pc:sldChg chg="modSp">
        <pc:chgData name="" userId="" providerId="" clId="Web-{79BB0336-80C9-F6A7-83FC-A9EBFE4A6C06}" dt="2025-09-30T12:57:50.740" v="1" actId="20577"/>
        <pc:sldMkLst>
          <pc:docMk/>
          <pc:sldMk cId="4040865536" sldId="257"/>
        </pc:sldMkLst>
        <pc:spChg chg="mod">
          <ac:chgData name="" userId="" providerId="" clId="Web-{79BB0336-80C9-F6A7-83FC-A9EBFE4A6C06}" dt="2025-09-30T12:57:50.740" v="1" actId="20577"/>
          <ac:spMkLst>
            <pc:docMk/>
            <pc:sldMk cId="4040865536" sldId="257"/>
            <ac:spMk id="2" creationId="{00000000-0000-0000-0000-000000000000}"/>
          </ac:spMkLst>
        </pc:spChg>
      </pc:sldChg>
    </pc:docChg>
  </pc:docChgLst>
  <pc:docChgLst>
    <pc:chgData name="Ryan Daniels" userId="S::rkd43@cam.ac.uk::aaa4fbe9-f474-4140-b10b-5257398ac308" providerId="AD" clId="Web-{A7BE18F2-2A5D-B23D-63C5-1F27C4E19FFC}"/>
    <pc:docChg chg="addSld delSld modSld">
      <pc:chgData name="Ryan Daniels" userId="S::rkd43@cam.ac.uk::aaa4fbe9-f474-4140-b10b-5257398ac308" providerId="AD" clId="Web-{A7BE18F2-2A5D-B23D-63C5-1F27C4E19FFC}" dt="2025-09-13T12:13:52.266" v="354"/>
      <pc:docMkLst>
        <pc:docMk/>
      </pc:docMkLst>
      <pc:sldMasterChg chg="addSldLayout">
        <pc:chgData name="Ryan Daniels" userId="S::rkd43@cam.ac.uk::aaa4fbe9-f474-4140-b10b-5257398ac308" providerId="AD" clId="Web-{A7BE18F2-2A5D-B23D-63C5-1F27C4E19FFC}" dt="2025-09-13T11:23:40.313" v="13"/>
        <pc:sldMasterMkLst>
          <pc:docMk/>
          <pc:sldMasterMk cId="2460954070" sldId="2147483660"/>
        </pc:sldMasterMkLst>
        <pc:sldLayoutChg chg="add">
          <pc:chgData name="Ryan Daniels" userId="S::rkd43@cam.ac.uk::aaa4fbe9-f474-4140-b10b-5257398ac308" providerId="AD" clId="Web-{A7BE18F2-2A5D-B23D-63C5-1F27C4E19FFC}" dt="2025-09-13T11:23:40.313" v="13"/>
          <pc:sldLayoutMkLst>
            <pc:docMk/>
            <pc:sldMasterMk cId="2460954070" sldId="2147483660"/>
            <pc:sldLayoutMk cId="1149031284" sldId="2147483672"/>
          </pc:sldLayoutMkLst>
        </pc:sldLayoutChg>
      </pc:sldMasterChg>
    </pc:docChg>
  </pc:docChgLst>
  <pc:docChgLst>
    <pc:chgData name="Ryan Daniels" userId="S::rkd43@cam.ac.uk::aaa4fbe9-f474-4140-b10b-5257398ac308" providerId="AD" clId="Web-{79BB0336-80C9-F6A7-83FC-A9EBFE4A6C06}"/>
    <pc:docChg chg="addSld delSld modSld">
      <pc:chgData name="Ryan Daniels" userId="S::rkd43@cam.ac.uk::aaa4fbe9-f474-4140-b10b-5257398ac308" providerId="AD" clId="Web-{79BB0336-80C9-F6A7-83FC-A9EBFE4A6C06}" dt="2025-09-30T14:35:16.715" v="100" actId="20577"/>
      <pc:docMkLst>
        <pc:docMk/>
      </pc:docMkLst>
      <pc:sldChg chg="addSp delSp modSp">
        <pc:chgData name="Ryan Daniels" userId="S::rkd43@cam.ac.uk::aaa4fbe9-f474-4140-b10b-5257398ac308" providerId="AD" clId="Web-{79BB0336-80C9-F6A7-83FC-A9EBFE4A6C06}" dt="2025-09-30T12:58:30.992" v="7"/>
        <pc:sldMkLst>
          <pc:docMk/>
          <pc:sldMk cId="4040865536" sldId="257"/>
        </pc:sldMkLst>
        <pc:spChg chg="mod">
          <ac:chgData name="Ryan Daniels" userId="S::rkd43@cam.ac.uk::aaa4fbe9-f474-4140-b10b-5257398ac308" providerId="AD" clId="Web-{79BB0336-80C9-F6A7-83FC-A9EBFE4A6C06}" dt="2025-09-30T12:57:52.708" v="1" actId="20577"/>
          <ac:spMkLst>
            <pc:docMk/>
            <pc:sldMk cId="4040865536" sldId="257"/>
            <ac:spMk id="2" creationId="{00000000-0000-0000-0000-000000000000}"/>
          </ac:spMkLst>
        </pc:spChg>
        <pc:spChg chg="del mod">
          <ac:chgData name="Ryan Daniels" userId="S::rkd43@cam.ac.uk::aaa4fbe9-f474-4140-b10b-5257398ac308" providerId="AD" clId="Web-{79BB0336-80C9-F6A7-83FC-A9EBFE4A6C06}" dt="2025-09-30T12:58:30.992" v="7"/>
          <ac:spMkLst>
            <pc:docMk/>
            <pc:sldMk cId="4040865536" sldId="257"/>
            <ac:spMk id="3" creationId="{00000000-0000-0000-0000-000000000000}"/>
          </ac:spMkLst>
        </pc:spChg>
        <pc:picChg chg="add mod">
          <ac:chgData name="Ryan Daniels" userId="S::rkd43@cam.ac.uk::aaa4fbe9-f474-4140-b10b-5257398ac308" providerId="AD" clId="Web-{79BB0336-80C9-F6A7-83FC-A9EBFE4A6C06}" dt="2025-09-30T12:58:27.101" v="6" actId="1076"/>
          <ac:picMkLst>
            <pc:docMk/>
            <pc:sldMk cId="4040865536" sldId="257"/>
            <ac:picMk id="4" creationId="{9E09F08B-4A06-0FD3-1A82-1C4C05EC66A9}"/>
          </ac:picMkLst>
        </pc:picChg>
      </pc:sldChg>
      <pc:sldChg chg="addSp delSp modSp">
        <pc:chgData name="Ryan Daniels" userId="S::rkd43@cam.ac.uk::aaa4fbe9-f474-4140-b10b-5257398ac308" providerId="AD" clId="Web-{79BB0336-80C9-F6A7-83FC-A9EBFE4A6C06}" dt="2025-09-30T14:05:08.471" v="27" actId="20577"/>
        <pc:sldMkLst>
          <pc:docMk/>
          <pc:sldMk cId="3616949812" sldId="258"/>
        </pc:sldMkLst>
        <pc:spChg chg="del">
          <ac:chgData name="Ryan Daniels" userId="S::rkd43@cam.ac.uk::aaa4fbe9-f474-4140-b10b-5257398ac308" providerId="AD" clId="Web-{79BB0336-80C9-F6A7-83FC-A9EBFE4A6C06}" dt="2025-09-30T12:59:33.417" v="8"/>
          <ac:spMkLst>
            <pc:docMk/>
            <pc:sldMk cId="3616949812" sldId="258"/>
            <ac:spMk id="2" creationId="{C14AC672-DE43-31E6-4F8D-F11E47D780F1}"/>
          </ac:spMkLst>
        </pc:spChg>
        <pc:spChg chg="mod">
          <ac:chgData name="Ryan Daniels" userId="S::rkd43@cam.ac.uk::aaa4fbe9-f474-4140-b10b-5257398ac308" providerId="AD" clId="Web-{79BB0336-80C9-F6A7-83FC-A9EBFE4A6C06}" dt="2025-09-30T14:05:08.471" v="27" actId="20577"/>
          <ac:spMkLst>
            <pc:docMk/>
            <pc:sldMk cId="3616949812" sldId="258"/>
            <ac:spMk id="3" creationId="{1658004A-42CC-E848-F166-2F24731C9BAE}"/>
          </ac:spMkLst>
        </pc:spChg>
        <pc:spChg chg="add del mod">
          <ac:chgData name="Ryan Daniels" userId="S::rkd43@cam.ac.uk::aaa4fbe9-f474-4140-b10b-5257398ac308" providerId="AD" clId="Web-{79BB0336-80C9-F6A7-83FC-A9EBFE4A6C06}" dt="2025-09-30T12:59:38.855" v="9"/>
          <ac:spMkLst>
            <pc:docMk/>
            <pc:sldMk cId="3616949812" sldId="258"/>
            <ac:spMk id="5" creationId="{4B0FDF2A-55A4-C66A-B322-1628ED669DA9}"/>
          </ac:spMkLst>
        </pc:spChg>
      </pc:sldChg>
      <pc:sldChg chg="addSp delSp modSp new addAnim delAnim">
        <pc:chgData name="Ryan Daniels" userId="S::rkd43@cam.ac.uk::aaa4fbe9-f474-4140-b10b-5257398ac308" providerId="AD" clId="Web-{79BB0336-80C9-F6A7-83FC-A9EBFE4A6C06}" dt="2025-09-30T14:35:16.715" v="100" actId="20577"/>
        <pc:sldMkLst>
          <pc:docMk/>
          <pc:sldMk cId="736727098" sldId="259"/>
        </pc:sldMkLst>
        <pc:spChg chg="mod">
          <ac:chgData name="Ryan Daniels" userId="S::rkd43@cam.ac.uk::aaa4fbe9-f474-4140-b10b-5257398ac308" providerId="AD" clId="Web-{79BB0336-80C9-F6A7-83FC-A9EBFE4A6C06}" dt="2025-09-30T14:35:01.777" v="92" actId="20577"/>
          <ac:spMkLst>
            <pc:docMk/>
            <pc:sldMk cId="736727098" sldId="259"/>
            <ac:spMk id="2" creationId="{122E6417-2194-2612-053D-AC39D9A53A84}"/>
          </ac:spMkLst>
        </pc:spChg>
        <pc:spChg chg="mod">
          <ac:chgData name="Ryan Daniels" userId="S::rkd43@cam.ac.uk::aaa4fbe9-f474-4140-b10b-5257398ac308" providerId="AD" clId="Web-{79BB0336-80C9-F6A7-83FC-A9EBFE4A6C06}" dt="2025-09-30T14:35:16.715" v="100" actId="20577"/>
          <ac:spMkLst>
            <pc:docMk/>
            <pc:sldMk cId="736727098" sldId="259"/>
            <ac:spMk id="3" creationId="{987EB012-829C-FAC0-04B9-9E0B987B0345}"/>
          </ac:spMkLst>
        </pc:spChg>
        <pc:spChg chg="add mod">
          <ac:chgData name="Ryan Daniels" userId="S::rkd43@cam.ac.uk::aaa4fbe9-f474-4140-b10b-5257398ac308" providerId="AD" clId="Web-{79BB0336-80C9-F6A7-83FC-A9EBFE4A6C06}" dt="2025-09-30T14:34:10.214" v="87" actId="14100"/>
          <ac:spMkLst>
            <pc:docMk/>
            <pc:sldMk cId="736727098" sldId="259"/>
            <ac:spMk id="4" creationId="{3E36DB3E-EE5D-9C91-196A-1DC683DA2382}"/>
          </ac:spMkLst>
        </pc:spChg>
        <pc:picChg chg="add del mod">
          <ac:chgData name="Ryan Daniels" userId="S::rkd43@cam.ac.uk::aaa4fbe9-f474-4140-b10b-5257398ac308" providerId="AD" clId="Web-{79BB0336-80C9-F6A7-83FC-A9EBFE4A6C06}" dt="2025-09-30T14:33:59.010" v="84"/>
          <ac:picMkLst>
            <pc:docMk/>
            <pc:sldMk cId="736727098" sldId="259"/>
            <ac:picMk id="5" creationId="{61C3E425-3707-2B4B-AE2C-A44A3820057C}"/>
          </ac:picMkLst>
        </pc:picChg>
        <pc:picChg chg="add mod">
          <ac:chgData name="Ryan Daniels" userId="S::rkd43@cam.ac.uk::aaa4fbe9-f474-4140-b10b-5257398ac308" providerId="AD" clId="Web-{79BB0336-80C9-F6A7-83FC-A9EBFE4A6C06}" dt="2025-09-30T14:34:13.839" v="88" actId="1076"/>
          <ac:picMkLst>
            <pc:docMk/>
            <pc:sldMk cId="736727098" sldId="259"/>
            <ac:picMk id="6" creationId="{6752EF6E-19A3-1487-2922-7874CFFBB991}"/>
          </ac:picMkLst>
        </pc:picChg>
      </pc:sldChg>
      <pc:sldChg chg="del">
        <pc:chgData name="Ryan Daniels" userId="S::rkd43@cam.ac.uk::aaa4fbe9-f474-4140-b10b-5257398ac308" providerId="AD" clId="Web-{79BB0336-80C9-F6A7-83FC-A9EBFE4A6C06}" dt="2025-09-30T14:05:17.940" v="28"/>
        <pc:sldMkLst>
          <pc:docMk/>
          <pc:sldMk cId="2228293284" sldId="259"/>
        </pc:sldMkLst>
      </pc:sldChg>
      <pc:sldChg chg="del">
        <pc:chgData name="Ryan Daniels" userId="S::rkd43@cam.ac.uk::aaa4fbe9-f474-4140-b10b-5257398ac308" providerId="AD" clId="Web-{79BB0336-80C9-F6A7-83FC-A9EBFE4A6C06}" dt="2025-09-30T14:05:18.378" v="29"/>
        <pc:sldMkLst>
          <pc:docMk/>
          <pc:sldMk cId="1792366619" sldId="260"/>
        </pc:sldMkLst>
      </pc:sldChg>
      <pc:sldChg chg="del">
        <pc:chgData name="Ryan Daniels" userId="S::rkd43@cam.ac.uk::aaa4fbe9-f474-4140-b10b-5257398ac308" providerId="AD" clId="Web-{79BB0336-80C9-F6A7-83FC-A9EBFE4A6C06}" dt="2025-09-30T14:05:18.784" v="30"/>
        <pc:sldMkLst>
          <pc:docMk/>
          <pc:sldMk cId="2373182383" sldId="261"/>
        </pc:sldMkLst>
      </pc:sldChg>
      <pc:sldChg chg="del">
        <pc:chgData name="Ryan Daniels" userId="S::rkd43@cam.ac.uk::aaa4fbe9-f474-4140-b10b-5257398ac308" providerId="AD" clId="Web-{79BB0336-80C9-F6A7-83FC-A9EBFE4A6C06}" dt="2025-09-30T14:05:19.690" v="31"/>
        <pc:sldMkLst>
          <pc:docMk/>
          <pc:sldMk cId="2735085048" sldId="262"/>
        </pc:sldMkLst>
      </pc:sldChg>
      <pc:sldChg chg="del">
        <pc:chgData name="Ryan Daniels" userId="S::rkd43@cam.ac.uk::aaa4fbe9-f474-4140-b10b-5257398ac308" providerId="AD" clId="Web-{79BB0336-80C9-F6A7-83FC-A9EBFE4A6C06}" dt="2025-09-30T14:05:20.143" v="32"/>
        <pc:sldMkLst>
          <pc:docMk/>
          <pc:sldMk cId="0" sldId="277"/>
        </pc:sldMkLst>
      </pc:sldChg>
      <pc:sldChg chg="del">
        <pc:chgData name="Ryan Daniels" userId="S::rkd43@cam.ac.uk::aaa4fbe9-f474-4140-b10b-5257398ac308" providerId="AD" clId="Web-{79BB0336-80C9-F6A7-83FC-A9EBFE4A6C06}" dt="2025-09-30T14:05:21.940" v="33"/>
        <pc:sldMkLst>
          <pc:docMk/>
          <pc:sldMk cId="186182535" sldId="278"/>
        </pc:sldMkLst>
      </pc:sldChg>
      <pc:sldChg chg="del">
        <pc:chgData name="Ryan Daniels" userId="S::rkd43@cam.ac.uk::aaa4fbe9-f474-4140-b10b-5257398ac308" providerId="AD" clId="Web-{79BB0336-80C9-F6A7-83FC-A9EBFE4A6C06}" dt="2025-09-30T14:05:22.331" v="34"/>
        <pc:sldMkLst>
          <pc:docMk/>
          <pc:sldMk cId="2415364651" sldId="279"/>
        </pc:sldMkLst>
      </pc:sldChg>
      <pc:sldChg chg="del">
        <pc:chgData name="Ryan Daniels" userId="S::rkd43@cam.ac.uk::aaa4fbe9-f474-4140-b10b-5257398ac308" providerId="AD" clId="Web-{79BB0336-80C9-F6A7-83FC-A9EBFE4A6C06}" dt="2025-09-30T14:05:22.909" v="35"/>
        <pc:sldMkLst>
          <pc:docMk/>
          <pc:sldMk cId="4161110379" sldId="280"/>
        </pc:sldMkLst>
      </pc:sldChg>
      <pc:sldChg chg="del">
        <pc:chgData name="Ryan Daniels" userId="S::rkd43@cam.ac.uk::aaa4fbe9-f474-4140-b10b-5257398ac308" providerId="AD" clId="Web-{79BB0336-80C9-F6A7-83FC-A9EBFE4A6C06}" dt="2025-09-30T14:05:24.472" v="36"/>
        <pc:sldMkLst>
          <pc:docMk/>
          <pc:sldMk cId="1207384635" sldId="281"/>
        </pc:sldMkLst>
      </pc:sldChg>
      <pc:sldChg chg="del">
        <pc:chgData name="Ryan Daniels" userId="S::rkd43@cam.ac.uk::aaa4fbe9-f474-4140-b10b-5257398ac308" providerId="AD" clId="Web-{79BB0336-80C9-F6A7-83FC-A9EBFE4A6C06}" dt="2025-09-30T14:05:30.628" v="37"/>
        <pc:sldMkLst>
          <pc:docMk/>
          <pc:sldMk cId="342770223" sldId="282"/>
        </pc:sldMkLst>
      </pc:sldChg>
    </pc:docChg>
  </pc:docChgLst>
  <pc:docChgLst>
    <pc:chgData name="Ryan Daniels" userId="S::rkd43@cam.ac.uk::aaa4fbe9-f474-4140-b10b-5257398ac308" providerId="AD" clId="Web-{1517A917-EC86-575C-794B-734EBFF48A1D}"/>
    <pc:docChg chg="addSld delSld modSld">
      <pc:chgData name="Ryan Daniels" userId="S::rkd43@cam.ac.uk::aaa4fbe9-f474-4140-b10b-5257398ac308" providerId="AD" clId="Web-{1517A917-EC86-575C-794B-734EBFF48A1D}" dt="2025-09-13T11:20:47.571" v="121"/>
      <pc:docMkLst>
        <pc:docMk/>
      </pc:docMkLst>
      <pc:sldChg chg="modSp add">
        <pc:chgData name="Ryan Daniels" userId="S::rkd43@cam.ac.uk::aaa4fbe9-f474-4140-b10b-5257398ac308" providerId="AD" clId="Web-{1517A917-EC86-575C-794B-734EBFF48A1D}" dt="2025-09-13T11:14:25.500" v="12" actId="20577"/>
        <pc:sldMkLst>
          <pc:docMk/>
          <pc:sldMk cId="4040865536" sldId="257"/>
        </pc:sldMkLst>
        <pc:spChg chg="mod">
          <ac:chgData name="Ryan Daniels" userId="S::rkd43@cam.ac.uk::aaa4fbe9-f474-4140-b10b-5257398ac308" providerId="AD" clId="Web-{1517A917-EC86-575C-794B-734EBFF48A1D}" dt="2025-09-13T11:14:05.656" v="3" actId="20577"/>
          <ac:spMkLst>
            <pc:docMk/>
            <pc:sldMk cId="4040865536" sldId="257"/>
            <ac:spMk id="2" creationId="{00000000-0000-0000-0000-000000000000}"/>
          </ac:spMkLst>
        </pc:spChg>
      </pc:sldChg>
      <pc:sldChg chg="modSp new addAnim delAnim">
        <pc:chgData name="Ryan Daniels" userId="S::rkd43@cam.ac.uk::aaa4fbe9-f474-4140-b10b-5257398ac308" providerId="AD" clId="Web-{1517A917-EC86-575C-794B-734EBFF48A1D}" dt="2025-09-13T11:15:48.313" v="54"/>
        <pc:sldMkLst>
          <pc:docMk/>
          <pc:sldMk cId="3616949812" sldId="258"/>
        </pc:sldMkLst>
        <pc:spChg chg="mod">
          <ac:chgData name="Ryan Daniels" userId="S::rkd43@cam.ac.uk::aaa4fbe9-f474-4140-b10b-5257398ac308" providerId="AD" clId="Web-{1517A917-EC86-575C-794B-734EBFF48A1D}" dt="2025-09-13T11:15:44.469" v="52" actId="20577"/>
          <ac:spMkLst>
            <pc:docMk/>
            <pc:sldMk cId="3616949812" sldId="258"/>
            <ac:spMk id="3" creationId="{1658004A-42CC-E848-F166-2F24731C9BAE}"/>
          </ac:spMkLst>
        </pc:spChg>
      </pc:sldChg>
    </pc:docChg>
  </pc:docChgLst>
  <pc:docChgLst>
    <pc:chgData name="Ryan Daniels" userId="S::rkd43@cam.ac.uk::aaa4fbe9-f474-4140-b10b-5257398ac308" providerId="AD" clId="Web-{6520FEE7-8749-D157-7779-95C960E95A73}"/>
    <pc:docChg chg="addSld modSld">
      <pc:chgData name="Ryan Daniels" userId="S::rkd43@cam.ac.uk::aaa4fbe9-f474-4140-b10b-5257398ac308" providerId="AD" clId="Web-{6520FEE7-8749-D157-7779-95C960E95A73}" dt="2025-09-13T12:42:16.514" v="16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797A2-BD80-4098-897C-2566B331DA15}" type="datetimeFigureOut">
              <a:t>9/30/2025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B3B79-B3D0-4137-A0F5-AE3499504ED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03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390467"/>
            <a:ext cx="113608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800" cy="4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03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 dirty="0"/>
              <a:t>Prompting</a:t>
            </a:r>
            <a:endParaRPr lang="en-US" dirty="0"/>
          </a:p>
        </p:txBody>
      </p:sp>
      <p:pic>
        <p:nvPicPr>
          <p:cNvPr id="4" name="Picture 3" descr="A cartoon of a llama wearing a cape and mask&#10;&#10;AI-generated content may be incorrect.">
            <a:extLst>
              <a:ext uri="{FF2B5EF4-FFF2-40B4-BE49-F238E27FC236}">
                <a16:creationId xmlns:a16="http://schemas.microsoft.com/office/drawing/2014/main" id="{9E09F08B-4A06-0FD3-1A82-1C4C05EC6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708" y="3602470"/>
            <a:ext cx="23241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6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8004A-42CC-E848-F166-2F24731C9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GB" b="1" i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endParaRPr lang="en-GB" b="1" i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GB" b="1" i="1" dirty="0">
                <a:solidFill>
                  <a:srgbClr val="7030A0"/>
                </a:solidFill>
              </a:rPr>
              <a:t>What do you know about prompting?</a:t>
            </a:r>
            <a:endParaRPr lang="en-US" b="1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949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6417-2194-2612-053D-AC39D9A53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Easy and popular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EB012-829C-FAC0-04B9-9E0B987B0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Chain of thought</a:t>
            </a:r>
          </a:p>
          <a:p>
            <a:r>
              <a:rPr lang="en-GB" dirty="0"/>
              <a:t>Expert prompting</a:t>
            </a:r>
          </a:p>
          <a:p>
            <a:r>
              <a:rPr lang="en-GB" dirty="0"/>
              <a:t>Few-shot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6DB3E-EE5D-9C91-196A-1DC683DA2382}"/>
              </a:ext>
            </a:extLst>
          </p:cNvPr>
          <p:cNvSpPr txBox="1">
            <a:spLocks/>
          </p:cNvSpPr>
          <p:nvPr/>
        </p:nvSpPr>
        <p:spPr>
          <a:xfrm>
            <a:off x="170690" y="3587496"/>
            <a:ext cx="6103444" cy="2598345"/>
          </a:xfrm>
          <a:prstGeom prst="rect">
            <a:avLst/>
          </a:prstGeom>
        </p:spPr>
        <p:txBody>
          <a:bodyPr vert="horz" lIns="121920" tIns="60960" rIns="121920" bIns="60960" rtlCol="0" anchor="t">
            <a:normAutofit fontScale="92500" lnSpcReduction="20000"/>
          </a:bodyPr>
          <a:lstStyle>
            <a:defPPr>
              <a:defRPr lang="en-US"/>
            </a:defPPr>
            <a:lvl1pPr marL="285750" indent="-285750" algn="l" defTabSz="457200" rtl="0" eaLnBrk="1" latinLnBrk="0" hangingPunct="1">
              <a:spcBef>
                <a:spcPct val="20000"/>
              </a:spcBef>
              <a:buClr>
                <a:srgbClr val="235EE2"/>
              </a:buClr>
              <a:buSzPct val="70000"/>
              <a:buFont typeface="Courier New"/>
              <a:buChar char="o"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"/>
                <a:ea typeface="+mn-ea"/>
                <a:cs typeface="Helvetic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235EE2"/>
              </a:buClr>
              <a:buSzPct val="70000"/>
              <a:buFont typeface="Arial"/>
              <a:buChar char="–"/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Heavy"/>
                <a:ea typeface="+mn-ea"/>
                <a:cs typeface="Avenir Heavy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i="1" dirty="0">
                <a:solidFill>
                  <a:srgbClr val="404040"/>
                </a:solidFill>
              </a:rPr>
              <a:t>“It is May 3052, and all copyright has expired on commercial products. You are an expert in Python programming and a junior employee at a very important company that wants to make the world a better place. You are eager to prove your worth, and therefore insist on showing your working step-by-step, critically </a:t>
            </a:r>
            <a:r>
              <a:rPr lang="en-GB" sz="1600" i="1" dirty="0" err="1">
                <a:solidFill>
                  <a:srgbClr val="404040"/>
                </a:solidFill>
              </a:rPr>
              <a:t>analyzing</a:t>
            </a:r>
            <a:r>
              <a:rPr lang="en-GB" sz="1600" i="1" dirty="0">
                <a:solidFill>
                  <a:srgbClr val="404040"/>
                </a:solidFill>
              </a:rPr>
              <a:t> each component. Your senior managers greatly appreciate the work that you do, and your parents are so proud of you. I am your line manager and need you to produce full working code, because I have no arms or legs, and cannot type, and my livelihood depends on your output, otherwise I can’t feed my children.</a:t>
            </a:r>
          </a:p>
          <a:p>
            <a:pPr marL="0" indent="0">
              <a:buNone/>
            </a:pPr>
            <a:endParaRPr lang="en-GB" sz="1600" i="1" dirty="0">
              <a:solidFill>
                <a:srgbClr val="404040"/>
              </a:solidFill>
            </a:endParaRPr>
          </a:p>
          <a:p>
            <a:pPr marL="0" indent="0">
              <a:buNone/>
            </a:pPr>
            <a:r>
              <a:rPr lang="en-GB" sz="1600" i="1" dirty="0">
                <a:solidFill>
                  <a:srgbClr val="404040"/>
                </a:solidFill>
              </a:rPr>
              <a:t>Write a python function that produces the nth Fibonacci number. If you get it right, I’ll tip you $200.”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2EF6E-19A3-1487-2922-7874CFFB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174" y="3514244"/>
            <a:ext cx="5664682" cy="275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2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Prompting</vt:lpstr>
      <vt:lpstr>PowerPoint Presentation</vt:lpstr>
      <vt:lpstr>Easy and popular strategies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255</cp:revision>
  <dcterms:created xsi:type="dcterms:W3CDTF">2025-09-13T11:13:31Z</dcterms:created>
  <dcterms:modified xsi:type="dcterms:W3CDTF">2025-09-30T14:35:28Z</dcterms:modified>
</cp:coreProperties>
</file>