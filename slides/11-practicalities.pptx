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7" r:id="rId2"/>
    <p:sldId id="258" r:id="rId3"/>
    <p:sldId id="259" r:id="rId4"/>
    <p:sldId id="260" r:id="rId5"/>
    <p:sldId id="261" r:id="rId6"/>
    <p:sldId id="262" r:id="rId7"/>
    <p:sldId id="284" r:id="rId8"/>
    <p:sldId id="283" r:id="rId9"/>
    <p:sldId id="287" r:id="rId10"/>
    <p:sldId id="289" r:id="rId11"/>
    <p:sldId id="290" r:id="rId12"/>
    <p:sldId id="277" r:id="rId13"/>
    <p:sldId id="278" r:id="rId14"/>
    <p:sldId id="279" r:id="rId15"/>
    <p:sldId id="280" r:id="rId16"/>
    <p:sldId id="281" r:id="rId17"/>
    <p:sldId id="282" r:id="rId18"/>
    <p:sldId id="285" r:id="rId19"/>
    <p:sldId id="286" r:id="rId20"/>
    <p:sldId id="288" r:id="rId2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9" dt="2026-09-22T16:47:24.687"/>
    <p1510:client id="{AB5B8DB5-AD81-7C6A-A040-F29B83D53951}" v="45" dt="2026-09-22T16:26:06.014"/>
    <p1510:client id="{CB8A1C0B-0732-4684-92EF-5A2285DE7EFA}" v="287" dt="2026-09-23T13:36:20.4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51" d="100"/>
          <a:sy n="51" d="100"/>
        </p:scale>
        <p:origin x="72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dzim Sendyka" userId="S::rs2071@cam.ac.uk::c34e45c7-8fd4-474d-b626-7b28853f9a0f" providerId="AD" clId="Web-{CB8A1C0B-0732-4684-92EF-5A2285DE7EFA}"/>
    <pc:docChg chg="addSld modSld">
      <pc:chgData name="Radzim Sendyka" userId="S::rs2071@cam.ac.uk::c34e45c7-8fd4-474d-b626-7b28853f9a0f" providerId="AD" clId="Web-{CB8A1C0B-0732-4684-92EF-5A2285DE7EFA}" dt="2026-09-23T13:36:20.452" v="279"/>
      <pc:docMkLst>
        <pc:docMk/>
      </pc:docMkLst>
      <pc:sldChg chg="mod modShow">
        <pc:chgData name="Radzim Sendyka" userId="S::rs2071@cam.ac.uk::c34e45c7-8fd4-474d-b626-7b28853f9a0f" providerId="AD" clId="Web-{CB8A1C0B-0732-4684-92EF-5A2285DE7EFA}" dt="2026-09-23T13:36:18.233" v="278"/>
        <pc:sldMkLst>
          <pc:docMk/>
          <pc:sldMk cId="1207384635" sldId="281"/>
        </pc:sldMkLst>
      </pc:sldChg>
      <pc:sldChg chg="mod modShow">
        <pc:chgData name="Radzim Sendyka" userId="S::rs2071@cam.ac.uk::c34e45c7-8fd4-474d-b626-7b28853f9a0f" providerId="AD" clId="Web-{CB8A1C0B-0732-4684-92EF-5A2285DE7EFA}" dt="2026-09-23T13:36:20.452" v="279"/>
        <pc:sldMkLst>
          <pc:docMk/>
          <pc:sldMk cId="342770223" sldId="282"/>
        </pc:sldMkLst>
      </pc:sldChg>
      <pc:sldChg chg="modSp new">
        <pc:chgData name="Radzim Sendyka" userId="S::rs2071@cam.ac.uk::c34e45c7-8fd4-474d-b626-7b28853f9a0f" providerId="AD" clId="Web-{CB8A1C0B-0732-4684-92EF-5A2285DE7EFA}" dt="2026-09-23T13:26:02.931" v="12" actId="20577"/>
        <pc:sldMkLst>
          <pc:docMk/>
          <pc:sldMk cId="1302082218" sldId="288"/>
        </pc:sldMkLst>
        <pc:spChg chg="mod">
          <ac:chgData name="Radzim Sendyka" userId="S::rs2071@cam.ac.uk::c34e45c7-8fd4-474d-b626-7b28853f9a0f" providerId="AD" clId="Web-{CB8A1C0B-0732-4684-92EF-5A2285DE7EFA}" dt="2026-09-23T13:26:02.931" v="12" actId="20577"/>
          <ac:spMkLst>
            <pc:docMk/>
            <pc:sldMk cId="1302082218" sldId="288"/>
            <ac:spMk id="2" creationId="{3F87AB0C-174E-1965-B0A0-761118FF96C3}"/>
          </ac:spMkLst>
        </pc:spChg>
        <pc:spChg chg="mod">
          <ac:chgData name="Radzim Sendyka" userId="S::rs2071@cam.ac.uk::c34e45c7-8fd4-474d-b626-7b28853f9a0f" providerId="AD" clId="Web-{CB8A1C0B-0732-4684-92EF-5A2285DE7EFA}" dt="2026-09-23T13:25:49.072" v="8" actId="20577"/>
          <ac:spMkLst>
            <pc:docMk/>
            <pc:sldMk cId="1302082218" sldId="288"/>
            <ac:spMk id="3" creationId="{F51E15EE-1E60-E22F-83DB-45AFE4B28D0B}"/>
          </ac:spMkLst>
        </pc:spChg>
      </pc:sldChg>
      <pc:sldChg chg="addSp delSp modSp new">
        <pc:chgData name="Radzim Sendyka" userId="S::rs2071@cam.ac.uk::c34e45c7-8fd4-474d-b626-7b28853f9a0f" providerId="AD" clId="Web-{CB8A1C0B-0732-4684-92EF-5A2285DE7EFA}" dt="2026-09-23T13:33:46.400" v="248"/>
        <pc:sldMkLst>
          <pc:docMk/>
          <pc:sldMk cId="2703875994" sldId="289"/>
        </pc:sldMkLst>
        <pc:spChg chg="mod">
          <ac:chgData name="Radzim Sendyka" userId="S::rs2071@cam.ac.uk::c34e45c7-8fd4-474d-b626-7b28853f9a0f" providerId="AD" clId="Web-{CB8A1C0B-0732-4684-92EF-5A2285DE7EFA}" dt="2026-09-23T13:26:42.136" v="16" actId="20577"/>
          <ac:spMkLst>
            <pc:docMk/>
            <pc:sldMk cId="2703875994" sldId="289"/>
            <ac:spMk id="2" creationId="{09B0BB45-36DC-8941-9157-0D43CB05B82C}"/>
          </ac:spMkLst>
        </pc:spChg>
        <pc:spChg chg="mod">
          <ac:chgData name="Radzim Sendyka" userId="S::rs2071@cam.ac.uk::c34e45c7-8fd4-474d-b626-7b28853f9a0f" providerId="AD" clId="Web-{CB8A1C0B-0732-4684-92EF-5A2285DE7EFA}" dt="2026-09-23T13:33:39.947" v="245" actId="20577"/>
          <ac:spMkLst>
            <pc:docMk/>
            <pc:sldMk cId="2703875994" sldId="289"/>
            <ac:spMk id="3" creationId="{21B43FED-2B22-FD39-0853-A01A0D30B563}"/>
          </ac:spMkLst>
        </pc:spChg>
        <pc:picChg chg="add del mod">
          <ac:chgData name="Radzim Sendyka" userId="S::rs2071@cam.ac.uk::c34e45c7-8fd4-474d-b626-7b28853f9a0f" providerId="AD" clId="Web-{CB8A1C0B-0732-4684-92EF-5A2285DE7EFA}" dt="2026-09-23T13:33:46.400" v="248"/>
          <ac:picMkLst>
            <pc:docMk/>
            <pc:sldMk cId="2703875994" sldId="289"/>
            <ac:picMk id="4" creationId="{B3DB6097-19B4-85A3-58FE-6D873B7DA55B}"/>
          </ac:picMkLst>
        </pc:picChg>
      </pc:sldChg>
      <pc:sldChg chg="addSp delSp modSp new addAnim">
        <pc:chgData name="Radzim Sendyka" userId="S::rs2071@cam.ac.uk::c34e45c7-8fd4-474d-b626-7b28853f9a0f" providerId="AD" clId="Web-{CB8A1C0B-0732-4684-92EF-5A2285DE7EFA}" dt="2026-09-23T13:35:49.920" v="277"/>
        <pc:sldMkLst>
          <pc:docMk/>
          <pc:sldMk cId="2988080545" sldId="290"/>
        </pc:sldMkLst>
        <pc:spChg chg="mod">
          <ac:chgData name="Radzim Sendyka" userId="S::rs2071@cam.ac.uk::c34e45c7-8fd4-474d-b626-7b28853f9a0f" providerId="AD" clId="Web-{CB8A1C0B-0732-4684-92EF-5A2285DE7EFA}" dt="2026-09-23T13:33:54.728" v="256" actId="20577"/>
          <ac:spMkLst>
            <pc:docMk/>
            <pc:sldMk cId="2988080545" sldId="290"/>
            <ac:spMk id="2" creationId="{D50A3936-AA19-9630-6F1B-880BBA19F82C}"/>
          </ac:spMkLst>
        </pc:spChg>
        <pc:spChg chg="del">
          <ac:chgData name="Radzim Sendyka" userId="S::rs2071@cam.ac.uk::c34e45c7-8fd4-474d-b626-7b28853f9a0f" providerId="AD" clId="Web-{CB8A1C0B-0732-4684-92EF-5A2285DE7EFA}" dt="2026-09-23T13:34:02.369" v="260"/>
          <ac:spMkLst>
            <pc:docMk/>
            <pc:sldMk cId="2988080545" sldId="290"/>
            <ac:spMk id="3" creationId="{BCFE3062-9879-B7BF-D491-0132FB3FD408}"/>
          </ac:spMkLst>
        </pc:spChg>
        <pc:picChg chg="add mod modCrop">
          <ac:chgData name="Radzim Sendyka" userId="S::rs2071@cam.ac.uk::c34e45c7-8fd4-474d-b626-7b28853f9a0f" providerId="AD" clId="Web-{CB8A1C0B-0732-4684-92EF-5A2285DE7EFA}" dt="2026-09-23T13:34:26.401" v="264" actId="1076"/>
          <ac:picMkLst>
            <pc:docMk/>
            <pc:sldMk cId="2988080545" sldId="290"/>
            <ac:picMk id="4" creationId="{A6E16594-583A-DECC-B484-C863D4BF8CDF}"/>
          </ac:picMkLst>
        </pc:picChg>
        <pc:picChg chg="add del mod">
          <ac:chgData name="Radzim Sendyka" userId="S::rs2071@cam.ac.uk::c34e45c7-8fd4-474d-b626-7b28853f9a0f" providerId="AD" clId="Web-{CB8A1C0B-0732-4684-92EF-5A2285DE7EFA}" dt="2026-09-23T13:34:54.433" v="267"/>
          <ac:picMkLst>
            <pc:docMk/>
            <pc:sldMk cId="2988080545" sldId="290"/>
            <ac:picMk id="5" creationId="{4A29CEE0-9AA8-B675-7F24-11E93E040D8E}"/>
          </ac:picMkLst>
        </pc:picChg>
        <pc:picChg chg="add mod ord">
          <ac:chgData name="Radzim Sendyka" userId="S::rs2071@cam.ac.uk::c34e45c7-8fd4-474d-b626-7b28853f9a0f" providerId="AD" clId="Web-{CB8A1C0B-0732-4684-92EF-5A2285DE7EFA}" dt="2026-09-23T13:35:49.920" v="277"/>
          <ac:picMkLst>
            <pc:docMk/>
            <pc:sldMk cId="2988080545" sldId="290"/>
            <ac:picMk id="6" creationId="{D30CDF05-A30F-EFEB-2592-15CA73C19F62}"/>
          </ac:picMkLst>
        </pc:picChg>
      </pc:sldChg>
    </pc:docChg>
  </pc:docChgLst>
  <pc:docChgLst>
    <pc:chgData name="Radzim Sendyka" userId="S::rs2071@cam.ac.uk::c34e45c7-8fd4-474d-b626-7b28853f9a0f" providerId="AD" clId="Web-{00000000-0000-0000-0000-000000000000}"/>
    <pc:docChg chg="addSld modSld sldOrd">
      <pc:chgData name="Radzim Sendyka" userId="S::rs2071@cam.ac.uk::c34e45c7-8fd4-474d-b626-7b28853f9a0f" providerId="AD" clId="Web-{00000000-0000-0000-0000-000000000000}" dt="2026-09-22T16:47:23.624" v="87" actId="20577"/>
      <pc:docMkLst>
        <pc:docMk/>
      </pc:docMkLst>
      <pc:sldChg chg="mod modShow">
        <pc:chgData name="Radzim Sendyka" userId="S::rs2071@cam.ac.uk::c34e45c7-8fd4-474d-b626-7b28853f9a0f" providerId="AD" clId="Web-{00000000-0000-0000-0000-000000000000}" dt="2026-09-22T16:47:13.655" v="85"/>
        <pc:sldMkLst>
          <pc:docMk/>
          <pc:sldMk cId="0" sldId="277"/>
        </pc:sldMkLst>
      </pc:sldChg>
      <pc:sldChg chg="modSp">
        <pc:chgData name="Radzim Sendyka" userId="S::rs2071@cam.ac.uk::c34e45c7-8fd4-474d-b626-7b28853f9a0f" providerId="AD" clId="Web-{00000000-0000-0000-0000-000000000000}" dt="2026-09-22T16:47:23.624" v="87" actId="20577"/>
        <pc:sldMkLst>
          <pc:docMk/>
          <pc:sldMk cId="186182535" sldId="278"/>
        </pc:sldMkLst>
        <pc:spChg chg="mod">
          <ac:chgData name="Radzim Sendyka" userId="S::rs2071@cam.ac.uk::c34e45c7-8fd4-474d-b626-7b28853f9a0f" providerId="AD" clId="Web-{00000000-0000-0000-0000-000000000000}" dt="2026-09-22T16:47:23.624" v="87" actId="20577"/>
          <ac:spMkLst>
            <pc:docMk/>
            <pc:sldMk cId="186182535" sldId="278"/>
            <ac:spMk id="2" creationId="{9ED26C81-7D1C-018D-EFF0-5F9E96CCFA72}"/>
          </ac:spMkLst>
        </pc:spChg>
      </pc:sldChg>
      <pc:sldChg chg="addSp delSp modSp new ord">
        <pc:chgData name="Radzim Sendyka" userId="S::rs2071@cam.ac.uk::c34e45c7-8fd4-474d-b626-7b28853f9a0f" providerId="AD" clId="Web-{00000000-0000-0000-0000-000000000000}" dt="2026-09-22T16:47:00.717" v="84"/>
        <pc:sldMkLst>
          <pc:docMk/>
          <pc:sldMk cId="3743214974" sldId="287"/>
        </pc:sldMkLst>
        <pc:spChg chg="mod">
          <ac:chgData name="Radzim Sendyka" userId="S::rs2071@cam.ac.uk::c34e45c7-8fd4-474d-b626-7b28853f9a0f" providerId="AD" clId="Web-{00000000-0000-0000-0000-000000000000}" dt="2026-09-22T16:30:47.977" v="39" actId="20577"/>
          <ac:spMkLst>
            <pc:docMk/>
            <pc:sldMk cId="3743214974" sldId="287"/>
            <ac:spMk id="2" creationId="{22EB1694-53D2-D99B-4631-6BF5471D0FB8}"/>
          </ac:spMkLst>
        </pc:spChg>
        <pc:spChg chg="del">
          <ac:chgData name="Radzim Sendyka" userId="S::rs2071@cam.ac.uk::c34e45c7-8fd4-474d-b626-7b28853f9a0f" providerId="AD" clId="Web-{00000000-0000-0000-0000-000000000000}" dt="2026-09-22T16:29:07.489" v="8"/>
          <ac:spMkLst>
            <pc:docMk/>
            <pc:sldMk cId="3743214974" sldId="287"/>
            <ac:spMk id="3" creationId="{641585FC-834D-5C89-256C-032672AFE7FC}"/>
          </ac:spMkLst>
        </pc:spChg>
        <pc:spChg chg="add mod">
          <ac:chgData name="Radzim Sendyka" userId="S::rs2071@cam.ac.uk::c34e45c7-8fd4-474d-b626-7b28853f9a0f" providerId="AD" clId="Web-{00000000-0000-0000-0000-000000000000}" dt="2026-09-22T16:34:05.094" v="64"/>
          <ac:spMkLst>
            <pc:docMk/>
            <pc:sldMk cId="3743214974" sldId="287"/>
            <ac:spMk id="9" creationId="{8412F255-0F4F-3908-D05A-6F5F3B96EB07}"/>
          </ac:spMkLst>
        </pc:spChg>
        <pc:spChg chg="add mod">
          <ac:chgData name="Radzim Sendyka" userId="S::rs2071@cam.ac.uk::c34e45c7-8fd4-474d-b626-7b28853f9a0f" providerId="AD" clId="Web-{00000000-0000-0000-0000-000000000000}" dt="2026-09-22T16:35:04.862" v="81" actId="1076"/>
          <ac:spMkLst>
            <pc:docMk/>
            <pc:sldMk cId="3743214974" sldId="287"/>
            <ac:spMk id="11" creationId="{3F097541-CC15-2270-F0BB-983F548041FE}"/>
          </ac:spMkLst>
        </pc:spChg>
        <pc:picChg chg="add del mod">
          <ac:chgData name="Radzim Sendyka" userId="S::rs2071@cam.ac.uk::c34e45c7-8fd4-474d-b626-7b28853f9a0f" providerId="AD" clId="Web-{00000000-0000-0000-0000-000000000000}" dt="2026-09-22T16:32:36.669" v="47"/>
          <ac:picMkLst>
            <pc:docMk/>
            <pc:sldMk cId="3743214974" sldId="287"/>
            <ac:picMk id="4" creationId="{B5C8A70E-EEF6-B386-A6A8-6A13731A18C2}"/>
          </ac:picMkLst>
        </pc:picChg>
        <pc:picChg chg="add mod">
          <ac:chgData name="Radzim Sendyka" userId="S::rs2071@cam.ac.uk::c34e45c7-8fd4-474d-b626-7b28853f9a0f" providerId="AD" clId="Web-{00000000-0000-0000-0000-000000000000}" dt="2026-09-22T16:30:29.742" v="22" actId="1076"/>
          <ac:picMkLst>
            <pc:docMk/>
            <pc:sldMk cId="3743214974" sldId="287"/>
            <ac:picMk id="5" creationId="{8C352C24-CAC6-B77F-EAE1-94D649C633F7}"/>
          </ac:picMkLst>
        </pc:picChg>
        <pc:picChg chg="add del mod">
          <ac:chgData name="Radzim Sendyka" userId="S::rs2071@cam.ac.uk::c34e45c7-8fd4-474d-b626-7b28853f9a0f" providerId="AD" clId="Web-{00000000-0000-0000-0000-000000000000}" dt="2026-09-22T16:33:33.109" v="57"/>
          <ac:picMkLst>
            <pc:docMk/>
            <pc:sldMk cId="3743214974" sldId="287"/>
            <ac:picMk id="6" creationId="{FDC55117-25A2-DC69-D0EA-E2657620D1D0}"/>
          </ac:picMkLst>
        </pc:picChg>
        <pc:picChg chg="add mod">
          <ac:chgData name="Radzim Sendyka" userId="S::rs2071@cam.ac.uk::c34e45c7-8fd4-474d-b626-7b28853f9a0f" providerId="AD" clId="Web-{00000000-0000-0000-0000-000000000000}" dt="2026-09-22T16:32:48.263" v="52" actId="14100"/>
          <ac:picMkLst>
            <pc:docMk/>
            <pc:sldMk cId="3743214974" sldId="287"/>
            <ac:picMk id="7" creationId="{DEA0DEAB-DA58-203D-3DB0-E019F825A9B6}"/>
          </ac:picMkLst>
        </pc:picChg>
        <pc:picChg chg="add mod">
          <ac:chgData name="Radzim Sendyka" userId="S::rs2071@cam.ac.uk::c34e45c7-8fd4-474d-b626-7b28853f9a0f" providerId="AD" clId="Web-{00000000-0000-0000-0000-000000000000}" dt="2026-09-22T16:35:22.738" v="82" actId="1076"/>
          <ac:picMkLst>
            <pc:docMk/>
            <pc:sldMk cId="3743214974" sldId="287"/>
            <ac:picMk id="8" creationId="{6FEDBA40-3DC0-C79B-AAE0-BE6691E1BB33}"/>
          </ac:picMkLst>
        </pc:picChg>
        <pc:cxnChg chg="add mod">
          <ac:chgData name="Radzim Sendyka" userId="S::rs2071@cam.ac.uk::c34e45c7-8fd4-474d-b626-7b28853f9a0f" providerId="AD" clId="Web-{00000000-0000-0000-0000-000000000000}" dt="2026-09-22T16:34:27.564" v="66"/>
          <ac:cxnSpMkLst>
            <pc:docMk/>
            <pc:sldMk cId="3743214974" sldId="287"/>
            <ac:cxnSpMk id="10" creationId="{3ADBF425-6B06-2FEE-F18D-8859FC34EE9F}"/>
          </ac:cxnSpMkLst>
        </pc:cxnChg>
      </pc:sldChg>
    </pc:docChg>
  </pc:docChgLst>
  <pc:docChgLst>
    <pc:chgData name="Radzim Sendyka" userId="S::rs2071@cam.ac.uk::c34e45c7-8fd4-474d-b626-7b28853f9a0f" providerId="AD" clId="Web-{AB5B8DB5-AD81-7C6A-A040-F29B83D53951}"/>
    <pc:docChg chg="addSld modSld">
      <pc:chgData name="Radzim Sendyka" userId="S::rs2071@cam.ac.uk::c34e45c7-8fd4-474d-b626-7b28853f9a0f" providerId="AD" clId="Web-{AB5B8DB5-AD81-7C6A-A040-F29B83D53951}" dt="2026-09-22T16:26:06.014" v="45"/>
      <pc:docMkLst>
        <pc:docMk/>
      </pc:docMkLst>
      <pc:sldChg chg="addSp delSp modSp">
        <pc:chgData name="Radzim Sendyka" userId="S::rs2071@cam.ac.uk::c34e45c7-8fd4-474d-b626-7b28853f9a0f" providerId="AD" clId="Web-{AB5B8DB5-AD81-7C6A-A040-F29B83D53951}" dt="2026-09-22T16:14:59.473" v="13" actId="20577"/>
        <pc:sldMkLst>
          <pc:docMk/>
          <pc:sldMk cId="2415364651" sldId="279"/>
        </pc:sldMkLst>
        <pc:spChg chg="mod">
          <ac:chgData name="Radzim Sendyka" userId="S::rs2071@cam.ac.uk::c34e45c7-8fd4-474d-b626-7b28853f9a0f" providerId="AD" clId="Web-{AB5B8DB5-AD81-7C6A-A040-F29B83D53951}" dt="2026-09-22T16:14:59.473" v="13" actId="20577"/>
          <ac:spMkLst>
            <pc:docMk/>
            <pc:sldMk cId="2415364651" sldId="279"/>
            <ac:spMk id="2" creationId="{067E2716-3F45-E9BC-0B85-9B77023994F8}"/>
          </ac:spMkLst>
        </pc:spChg>
        <pc:picChg chg="add mod">
          <ac:chgData name="Radzim Sendyka" userId="S::rs2071@cam.ac.uk::c34e45c7-8fd4-474d-b626-7b28853f9a0f" providerId="AD" clId="Web-{AB5B8DB5-AD81-7C6A-A040-F29B83D53951}" dt="2026-09-22T16:14:49.597" v="11" actId="1076"/>
          <ac:picMkLst>
            <pc:docMk/>
            <pc:sldMk cId="2415364651" sldId="279"/>
            <ac:picMk id="3" creationId="{FC362598-02D9-699B-3B2E-2C91F0AAD0CC}"/>
          </ac:picMkLst>
        </pc:picChg>
        <pc:picChg chg="add del mod">
          <ac:chgData name="Radzim Sendyka" userId="S::rs2071@cam.ac.uk::c34e45c7-8fd4-474d-b626-7b28853f9a0f" providerId="AD" clId="Web-{AB5B8DB5-AD81-7C6A-A040-F29B83D53951}" dt="2026-09-22T16:14:18.393" v="7"/>
          <ac:picMkLst>
            <pc:docMk/>
            <pc:sldMk cId="2415364651" sldId="279"/>
            <ac:picMk id="6" creationId="{997AEE3B-31F9-CACD-D2A4-870E041CC7D8}"/>
          </ac:picMkLst>
        </pc:picChg>
        <pc:picChg chg="add mod">
          <ac:chgData name="Radzim Sendyka" userId="S::rs2071@cam.ac.uk::c34e45c7-8fd4-474d-b626-7b28853f9a0f" providerId="AD" clId="Web-{AB5B8DB5-AD81-7C6A-A040-F29B83D53951}" dt="2026-09-22T16:14:46.597" v="10" actId="1076"/>
          <ac:picMkLst>
            <pc:docMk/>
            <pc:sldMk cId="2415364651" sldId="279"/>
            <ac:picMk id="7" creationId="{283C8FBA-9971-68BF-8ABB-85C29E874D23}"/>
          </ac:picMkLst>
        </pc:picChg>
      </pc:sldChg>
      <pc:sldChg chg="modSp">
        <pc:chgData name="Radzim Sendyka" userId="S::rs2071@cam.ac.uk::c34e45c7-8fd4-474d-b626-7b28853f9a0f" providerId="AD" clId="Web-{AB5B8DB5-AD81-7C6A-A040-F29B83D53951}" dt="2026-09-22T16:15:22.083" v="18" actId="1076"/>
        <pc:sldMkLst>
          <pc:docMk/>
          <pc:sldMk cId="342770223" sldId="282"/>
        </pc:sldMkLst>
        <pc:picChg chg="mod">
          <ac:chgData name="Radzim Sendyka" userId="S::rs2071@cam.ac.uk::c34e45c7-8fd4-474d-b626-7b28853f9a0f" providerId="AD" clId="Web-{AB5B8DB5-AD81-7C6A-A040-F29B83D53951}" dt="2026-09-22T16:15:20.677" v="16" actId="1076"/>
          <ac:picMkLst>
            <pc:docMk/>
            <pc:sldMk cId="342770223" sldId="282"/>
            <ac:picMk id="4" creationId="{62C46B65-9A7D-1EBB-FCF9-E4AD83EEC54A}"/>
          </ac:picMkLst>
        </pc:picChg>
        <pc:picChg chg="mod">
          <ac:chgData name="Radzim Sendyka" userId="S::rs2071@cam.ac.uk::c34e45c7-8fd4-474d-b626-7b28853f9a0f" providerId="AD" clId="Web-{AB5B8DB5-AD81-7C6A-A040-F29B83D53951}" dt="2026-09-22T16:15:22.083" v="18" actId="1076"/>
          <ac:picMkLst>
            <pc:docMk/>
            <pc:sldMk cId="342770223" sldId="282"/>
            <ac:picMk id="7" creationId="{658B0D22-71F0-C8D9-8597-5C6BDDAEAF04}"/>
          </ac:picMkLst>
        </pc:picChg>
      </pc:sldChg>
      <pc:sldChg chg="addSp delSp modSp new modNotes">
        <pc:chgData name="Radzim Sendyka" userId="S::rs2071@cam.ac.uk::c34e45c7-8fd4-474d-b626-7b28853f9a0f" providerId="AD" clId="Web-{AB5B8DB5-AD81-7C6A-A040-F29B83D53951}" dt="2026-09-22T16:25:02.168" v="33" actId="20577"/>
        <pc:sldMkLst>
          <pc:docMk/>
          <pc:sldMk cId="2789234659" sldId="285"/>
        </pc:sldMkLst>
        <pc:spChg chg="mod">
          <ac:chgData name="Radzim Sendyka" userId="S::rs2071@cam.ac.uk::c34e45c7-8fd4-474d-b626-7b28853f9a0f" providerId="AD" clId="Web-{AB5B8DB5-AD81-7C6A-A040-F29B83D53951}" dt="2026-09-22T16:25:02.168" v="33" actId="20577"/>
          <ac:spMkLst>
            <pc:docMk/>
            <pc:sldMk cId="2789234659" sldId="285"/>
            <ac:spMk id="2" creationId="{F48A896A-1E20-8BBC-8BF1-94F3E1311CF6}"/>
          </ac:spMkLst>
        </pc:spChg>
        <pc:spChg chg="del">
          <ac:chgData name="Radzim Sendyka" userId="S::rs2071@cam.ac.uk::c34e45c7-8fd4-474d-b626-7b28853f9a0f" providerId="AD" clId="Web-{AB5B8DB5-AD81-7C6A-A040-F29B83D53951}" dt="2026-09-22T16:16:31.210" v="21"/>
          <ac:spMkLst>
            <pc:docMk/>
            <pc:sldMk cId="2789234659" sldId="285"/>
            <ac:spMk id="3" creationId="{5558B379-A0DB-1708-E9D7-18D03123A9F2}"/>
          </ac:spMkLst>
        </pc:spChg>
        <pc:picChg chg="add mod">
          <ac:chgData name="Radzim Sendyka" userId="S::rs2071@cam.ac.uk::c34e45c7-8fd4-474d-b626-7b28853f9a0f" providerId="AD" clId="Web-{AB5B8DB5-AD81-7C6A-A040-F29B83D53951}" dt="2026-09-22T16:16:29.273" v="20"/>
          <ac:picMkLst>
            <pc:docMk/>
            <pc:sldMk cId="2789234659" sldId="285"/>
            <ac:picMk id="4" creationId="{477E7DE7-8C16-CCB7-9359-F09122A60357}"/>
          </ac:picMkLst>
        </pc:picChg>
      </pc:sldChg>
      <pc:sldChg chg="addSp delSp modSp add replId modNotes">
        <pc:chgData name="Radzim Sendyka" userId="S::rs2071@cam.ac.uk::c34e45c7-8fd4-474d-b626-7b28853f9a0f" providerId="AD" clId="Web-{AB5B8DB5-AD81-7C6A-A040-F29B83D53951}" dt="2026-09-22T16:26:06.014" v="45"/>
        <pc:sldMkLst>
          <pc:docMk/>
          <pc:sldMk cId="3306455322" sldId="286"/>
        </pc:sldMkLst>
        <pc:spChg chg="mod">
          <ac:chgData name="Radzim Sendyka" userId="S::rs2071@cam.ac.uk::c34e45c7-8fd4-474d-b626-7b28853f9a0f" providerId="AD" clId="Web-{AB5B8DB5-AD81-7C6A-A040-F29B83D53951}" dt="2026-09-22T16:26:03.373" v="43" actId="20577"/>
          <ac:spMkLst>
            <pc:docMk/>
            <pc:sldMk cId="3306455322" sldId="286"/>
            <ac:spMk id="2" creationId="{429391B0-1D85-059F-B385-7C9D2D4394BF}"/>
          </ac:spMkLst>
        </pc:spChg>
        <pc:picChg chg="add mod">
          <ac:chgData name="Radzim Sendyka" userId="S::rs2071@cam.ac.uk::c34e45c7-8fd4-474d-b626-7b28853f9a0f" providerId="AD" clId="Web-{AB5B8DB5-AD81-7C6A-A040-F29B83D53951}" dt="2026-09-22T16:26:06.014" v="45"/>
          <ac:picMkLst>
            <pc:docMk/>
            <pc:sldMk cId="3306455322" sldId="286"/>
            <ac:picMk id="3" creationId="{52336522-62DB-2047-7E4E-2DEFD2DD8C5E}"/>
          </ac:picMkLst>
        </pc:picChg>
        <pc:picChg chg="del">
          <ac:chgData name="Radzim Sendyka" userId="S::rs2071@cam.ac.uk::c34e45c7-8fd4-474d-b626-7b28853f9a0f" providerId="AD" clId="Web-{AB5B8DB5-AD81-7C6A-A040-F29B83D53951}" dt="2026-09-22T16:26:04.857" v="44"/>
          <ac:picMkLst>
            <pc:docMk/>
            <pc:sldMk cId="3306455322" sldId="286"/>
            <ac:picMk id="4" creationId="{E64385D1-D6F6-AA49-9D82-36938E3986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4797A2-BD80-4098-897C-2566B331DA15}" type="datetimeFigureOut">
              <a:t>10/21/2026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B3B79-B3D0-4137-A0F5-AE3499504EDC}" type="slidenum">
              <a:t>‹#›</a:t>
            </a:fld>
            <a:endParaRPr lang="en-GB"/>
          </a:p>
        </p:txBody>
      </p:sp>
    </p:spTree>
    <p:extLst>
      <p:ext uri="{BB962C8B-B14F-4D97-AF65-F5344CB8AC3E}">
        <p14:creationId xmlns:p14="http://schemas.microsoft.com/office/powerpoint/2010/main" val="113103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306756b4ba_0_2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306756b4ba_0_2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BERT is what we call a </a:t>
            </a:r>
            <a:r>
              <a:rPr lang="en-GB" i="1"/>
              <a:t>masked</a:t>
            </a:r>
            <a:r>
              <a:rPr lang="en-GB"/>
              <a:t> token predictor. Here we have the same example. Except this time, we have masked the token “sat”. The job for bert is to predict this masked token. You see on the right, lots of different options. BERT will actually predict the probability of every possible token being the next token. So let’s say each token is a word, and suppose there are 200,000 words to choose from, then you’ll end up with 200,000 numbers. And the biggest number is the most likely next token. We’ll come back to this right hand side. But first I want to look at what’s going on in the left hand side.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https://zenithllms.chat/</a:t>
            </a:r>
          </a:p>
        </p:txBody>
      </p:sp>
      <p:sp>
        <p:nvSpPr>
          <p:cNvPr id="4" name="Slide Number Placeholder 3"/>
          <p:cNvSpPr>
            <a:spLocks noGrp="1"/>
          </p:cNvSpPr>
          <p:nvPr>
            <p:ph type="sldNum" sz="quarter" idx="5"/>
          </p:nvPr>
        </p:nvSpPr>
        <p:spPr/>
        <p:txBody>
          <a:bodyPr/>
          <a:lstStyle/>
          <a:p>
            <a:fld id="{FB9B3B79-B3D0-4137-A0F5-AE3499504EDC}" type="slidenum">
              <a:rPr lang="en-GB"/>
              <a:t>18</a:t>
            </a:fld>
            <a:endParaRPr lang="en-GB"/>
          </a:p>
        </p:txBody>
      </p:sp>
    </p:spTree>
    <p:extLst>
      <p:ext uri="{BB962C8B-B14F-4D97-AF65-F5344CB8AC3E}">
        <p14:creationId xmlns:p14="http://schemas.microsoft.com/office/powerpoint/2010/main" val="2169810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FFD4F-3AF8-430D-6787-7C55BDCD7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0985B-585F-F6D7-F24B-4585AE9BE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533D4-D33F-6D2C-2705-AEC5F7E694C3}"/>
              </a:ext>
            </a:extLst>
          </p:cNvPr>
          <p:cNvSpPr>
            <a:spLocks noGrp="1"/>
          </p:cNvSpPr>
          <p:nvPr>
            <p:ph type="body" idx="1"/>
          </p:nvPr>
        </p:nvSpPr>
        <p:spPr/>
        <p:txBody>
          <a:bodyPr/>
          <a:lstStyle/>
          <a:p>
            <a:r>
              <a:rPr lang="en-US" dirty="0"/>
              <a:t>https://talkie-lm.com/chat</a:t>
            </a:r>
          </a:p>
        </p:txBody>
      </p:sp>
      <p:sp>
        <p:nvSpPr>
          <p:cNvPr id="4" name="Slide Number Placeholder 3">
            <a:extLst>
              <a:ext uri="{FF2B5EF4-FFF2-40B4-BE49-F238E27FC236}">
                <a16:creationId xmlns:a16="http://schemas.microsoft.com/office/drawing/2014/main" id="{09B04F68-B679-3058-66FA-DB3F5578F180}"/>
              </a:ext>
            </a:extLst>
          </p:cNvPr>
          <p:cNvSpPr>
            <a:spLocks noGrp="1"/>
          </p:cNvSpPr>
          <p:nvPr>
            <p:ph type="sldNum" sz="quarter" idx="5"/>
          </p:nvPr>
        </p:nvSpPr>
        <p:spPr/>
        <p:txBody>
          <a:bodyPr/>
          <a:lstStyle/>
          <a:p>
            <a:fld id="{FB9B3B79-B3D0-4137-A0F5-AE3499504EDC}" type="slidenum">
              <a:rPr lang="en-GB"/>
              <a:t>19</a:t>
            </a:fld>
            <a:endParaRPr lang="en-GB"/>
          </a:p>
        </p:txBody>
      </p:sp>
    </p:spTree>
    <p:extLst>
      <p:ext uri="{BB962C8B-B14F-4D97-AF65-F5344CB8AC3E}">
        <p14:creationId xmlns:p14="http://schemas.microsoft.com/office/powerpoint/2010/main" val="3174372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390467"/>
            <a:ext cx="11360800" cy="1068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415600" y="1638233"/>
            <a:ext cx="11360800" cy="445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extLst>
      <p:ext uri="{BB962C8B-B14F-4D97-AF65-F5344CB8AC3E}">
        <p14:creationId xmlns:p14="http://schemas.microsoft.com/office/powerpoint/2010/main" val="1149031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1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GB" dirty="0"/>
              <a:t>Practicalities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GB" dirty="0"/>
              <a:t>How can you actually use LLMs?</a:t>
            </a:r>
          </a:p>
        </p:txBody>
      </p:sp>
    </p:spTree>
    <p:extLst>
      <p:ext uri="{BB962C8B-B14F-4D97-AF65-F5344CB8AC3E}">
        <p14:creationId xmlns:p14="http://schemas.microsoft.com/office/powerpoint/2010/main" val="404086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C672-DE43-31E6-4F8D-F11E47D780F1}"/>
              </a:ext>
            </a:extLst>
          </p:cNvPr>
          <p:cNvSpPr>
            <a:spLocks noGrp="1"/>
          </p:cNvSpPr>
          <p:nvPr>
            <p:ph type="title"/>
          </p:nvPr>
        </p:nvSpPr>
        <p:spPr/>
        <p:txBody>
          <a:bodyPr/>
          <a:lstStyle/>
          <a:p>
            <a:r>
              <a:rPr lang="en-GB" dirty="0"/>
              <a:t>What is the task?</a:t>
            </a:r>
          </a:p>
        </p:txBody>
      </p:sp>
      <p:sp>
        <p:nvSpPr>
          <p:cNvPr id="3" name="Content Placeholder 2">
            <a:extLst>
              <a:ext uri="{FF2B5EF4-FFF2-40B4-BE49-F238E27FC236}">
                <a16:creationId xmlns:a16="http://schemas.microsoft.com/office/drawing/2014/main" id="{1658004A-42CC-E848-F166-2F24731C9BAE}"/>
              </a:ext>
            </a:extLst>
          </p:cNvPr>
          <p:cNvSpPr>
            <a:spLocks noGrp="1"/>
          </p:cNvSpPr>
          <p:nvPr>
            <p:ph idx="1"/>
          </p:nvPr>
        </p:nvSpPr>
        <p:spPr/>
        <p:txBody>
          <a:bodyPr vert="horz" lIns="91440" tIns="45720" rIns="91440" bIns="45720" rtlCol="0" anchor="t">
            <a:normAutofit/>
          </a:bodyPr>
          <a:lstStyle/>
          <a:p>
            <a:pPr marL="0" indent="0">
              <a:buNone/>
            </a:pPr>
            <a:r>
              <a:rPr lang="en-GB" dirty="0"/>
              <a:t>This might sound stupid and obvious but:</a:t>
            </a:r>
            <a:endParaRPr lang="en-US" dirty="0"/>
          </a:p>
          <a:p>
            <a:pPr marL="0" indent="0">
              <a:buNone/>
            </a:pPr>
            <a:endParaRPr lang="en-GB" dirty="0"/>
          </a:p>
          <a:p>
            <a:pPr marL="0" indent="0" algn="ctr">
              <a:buNone/>
            </a:pPr>
            <a:r>
              <a:rPr lang="en-GB" i="1" dirty="0"/>
              <a:t>Think about what you are trying to do, and see if anybody else has done something similar!</a:t>
            </a:r>
          </a:p>
        </p:txBody>
      </p:sp>
    </p:spTree>
    <p:extLst>
      <p:ext uri="{BB962C8B-B14F-4D97-AF65-F5344CB8AC3E}">
        <p14:creationId xmlns:p14="http://schemas.microsoft.com/office/powerpoint/2010/main" val="361694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1897-EBE2-B123-A758-7B597D85140F}"/>
              </a:ext>
            </a:extLst>
          </p:cNvPr>
          <p:cNvSpPr>
            <a:spLocks noGrp="1"/>
          </p:cNvSpPr>
          <p:nvPr>
            <p:ph type="title"/>
          </p:nvPr>
        </p:nvSpPr>
        <p:spPr/>
        <p:txBody>
          <a:bodyPr/>
          <a:lstStyle/>
          <a:p>
            <a:r>
              <a:rPr lang="en-GB" dirty="0"/>
              <a:t>What is the task?</a:t>
            </a:r>
          </a:p>
        </p:txBody>
      </p:sp>
      <p:sp>
        <p:nvSpPr>
          <p:cNvPr id="3" name="Content Placeholder 2">
            <a:extLst>
              <a:ext uri="{FF2B5EF4-FFF2-40B4-BE49-F238E27FC236}">
                <a16:creationId xmlns:a16="http://schemas.microsoft.com/office/drawing/2014/main" id="{4134BA54-B14D-1301-A363-ABCB4BF55EF8}"/>
              </a:ext>
            </a:extLst>
          </p:cNvPr>
          <p:cNvSpPr>
            <a:spLocks noGrp="1"/>
          </p:cNvSpPr>
          <p:nvPr>
            <p:ph idx="1"/>
          </p:nvPr>
        </p:nvSpPr>
        <p:spPr/>
        <p:txBody>
          <a:bodyPr vert="horz" lIns="91440" tIns="45720" rIns="91440" bIns="45720" rtlCol="0" anchor="t">
            <a:normAutofit/>
          </a:bodyPr>
          <a:lstStyle/>
          <a:p>
            <a:pPr marL="0" indent="0">
              <a:buNone/>
            </a:pPr>
            <a:r>
              <a:rPr lang="en-GB" dirty="0"/>
              <a:t>Regular google search</a:t>
            </a:r>
          </a:p>
          <a:p>
            <a:pPr marL="0" indent="0">
              <a:buNone/>
            </a:pPr>
            <a:endParaRPr lang="en-GB" dirty="0"/>
          </a:p>
          <a:p>
            <a:pPr marL="0" indent="0">
              <a:buNone/>
            </a:pPr>
            <a:endParaRPr lang="en-GB" dirty="0"/>
          </a:p>
          <a:p>
            <a:pPr marL="0" indent="0">
              <a:buNone/>
            </a:pPr>
            <a:r>
              <a:rPr lang="en-GB" dirty="0"/>
              <a:t>Hugging Face </a:t>
            </a:r>
          </a:p>
        </p:txBody>
      </p:sp>
      <p:pic>
        <p:nvPicPr>
          <p:cNvPr id="5" name="Picture 4" descr="A yellow emoji with hands on it&#10;&#10;AI-generated content may be incorrect.">
            <a:extLst>
              <a:ext uri="{FF2B5EF4-FFF2-40B4-BE49-F238E27FC236}">
                <a16:creationId xmlns:a16="http://schemas.microsoft.com/office/drawing/2014/main" id="{B4D37674-D053-9EF2-8A03-061E22660C66}"/>
              </a:ext>
            </a:extLst>
          </p:cNvPr>
          <p:cNvPicPr>
            <a:picLocks noChangeAspect="1"/>
          </p:cNvPicPr>
          <p:nvPr/>
        </p:nvPicPr>
        <p:blipFill>
          <a:blip r:embed="rId2"/>
          <a:stretch>
            <a:fillRect/>
          </a:stretch>
        </p:blipFill>
        <p:spPr>
          <a:xfrm>
            <a:off x="5334000" y="0"/>
            <a:ext cx="6858000" cy="6858000"/>
          </a:xfrm>
          <a:prstGeom prst="rect">
            <a:avLst/>
          </a:prstGeom>
        </p:spPr>
      </p:pic>
    </p:spTree>
    <p:extLst>
      <p:ext uri="{BB962C8B-B14F-4D97-AF65-F5344CB8AC3E}">
        <p14:creationId xmlns:p14="http://schemas.microsoft.com/office/powerpoint/2010/main" val="2228293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6013D-6E23-46E9-DF9A-1D652E038A80}"/>
              </a:ext>
            </a:extLst>
          </p:cNvPr>
          <p:cNvSpPr>
            <a:spLocks noGrp="1"/>
          </p:cNvSpPr>
          <p:nvPr>
            <p:ph type="title"/>
          </p:nvPr>
        </p:nvSpPr>
        <p:spPr/>
        <p:txBody>
          <a:bodyPr/>
          <a:lstStyle/>
          <a:p>
            <a:r>
              <a:rPr lang="en-GB" dirty="0"/>
              <a:t>Check Hugging Face</a:t>
            </a:r>
          </a:p>
        </p:txBody>
      </p:sp>
      <p:pic>
        <p:nvPicPr>
          <p:cNvPr id="4" name="Content Placeholder 3" descr="A screenshot of a computer&#10;&#10;AI-generated content may be incorrect.">
            <a:extLst>
              <a:ext uri="{FF2B5EF4-FFF2-40B4-BE49-F238E27FC236}">
                <a16:creationId xmlns:a16="http://schemas.microsoft.com/office/drawing/2014/main" id="{05FF8678-C246-C300-5444-51E85E38F07A}"/>
              </a:ext>
            </a:extLst>
          </p:cNvPr>
          <p:cNvPicPr>
            <a:picLocks noGrp="1" noChangeAspect="1"/>
          </p:cNvPicPr>
          <p:nvPr>
            <p:ph idx="1"/>
          </p:nvPr>
        </p:nvPicPr>
        <p:blipFill>
          <a:blip r:embed="rId2"/>
          <a:stretch>
            <a:fillRect/>
          </a:stretch>
        </p:blipFill>
        <p:spPr>
          <a:xfrm>
            <a:off x="2245231" y="1825625"/>
            <a:ext cx="7701537" cy="4351338"/>
          </a:xfrm>
          <a:prstGeom prst="rect">
            <a:avLst/>
          </a:prstGeom>
        </p:spPr>
      </p:pic>
    </p:spTree>
    <p:extLst>
      <p:ext uri="{BB962C8B-B14F-4D97-AF65-F5344CB8AC3E}">
        <p14:creationId xmlns:p14="http://schemas.microsoft.com/office/powerpoint/2010/main" val="179236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649DA-A764-9B55-DC77-D8B0CA9C7B76}"/>
              </a:ext>
            </a:extLst>
          </p:cNvPr>
          <p:cNvSpPr>
            <a:spLocks noGrp="1"/>
          </p:cNvSpPr>
          <p:nvPr>
            <p:ph type="title"/>
          </p:nvPr>
        </p:nvSpPr>
        <p:spPr>
          <a:xfrm>
            <a:off x="876693" y="741391"/>
            <a:ext cx="4597747" cy="1616203"/>
          </a:xfrm>
        </p:spPr>
        <p:txBody>
          <a:bodyPr anchor="b">
            <a:normAutofit/>
          </a:bodyPr>
          <a:lstStyle/>
          <a:p>
            <a:r>
              <a:rPr lang="en-GB" sz="3200"/>
              <a:t>Hugging Face</a:t>
            </a:r>
          </a:p>
        </p:txBody>
      </p:sp>
      <p:sp>
        <p:nvSpPr>
          <p:cNvPr id="8" name="Content Placeholder 7">
            <a:extLst>
              <a:ext uri="{FF2B5EF4-FFF2-40B4-BE49-F238E27FC236}">
                <a16:creationId xmlns:a16="http://schemas.microsoft.com/office/drawing/2014/main" id="{A1FD5C15-3FA8-880E-7F92-679C6E6053D6}"/>
              </a:ext>
            </a:extLst>
          </p:cNvPr>
          <p:cNvSpPr>
            <a:spLocks noGrp="1"/>
          </p:cNvSpPr>
          <p:nvPr>
            <p:ph idx="1"/>
          </p:nvPr>
        </p:nvSpPr>
        <p:spPr>
          <a:xfrm>
            <a:off x="876693" y="2533476"/>
            <a:ext cx="4597746" cy="3447832"/>
          </a:xfrm>
        </p:spPr>
        <p:txBody>
          <a:bodyPr anchor="t">
            <a:normAutofit/>
          </a:bodyPr>
          <a:lstStyle/>
          <a:p>
            <a:pPr marL="0" indent="0">
              <a:buNone/>
            </a:pPr>
            <a:r>
              <a:rPr lang="en-US" sz="2000" dirty="0"/>
              <a:t>Almost every model will have example code on how to run it</a:t>
            </a:r>
            <a:endParaRPr lang="en-US" dirty="0"/>
          </a:p>
          <a:p>
            <a:pPr marL="0" indent="0">
              <a:buNone/>
            </a:pPr>
            <a:endParaRPr lang="en-US" sz="2000" dirty="0"/>
          </a:p>
          <a:p>
            <a:pPr marL="0" indent="0">
              <a:buNone/>
            </a:pPr>
            <a:endParaRPr lang="en-US" sz="2000" dirty="0"/>
          </a:p>
        </p:txBody>
      </p:sp>
      <p:pic>
        <p:nvPicPr>
          <p:cNvPr id="4" name="Content Placeholder 3" descr="A screenshot of a computer program&#10;&#10;AI-generated content may be incorrect.">
            <a:extLst>
              <a:ext uri="{FF2B5EF4-FFF2-40B4-BE49-F238E27FC236}">
                <a16:creationId xmlns:a16="http://schemas.microsoft.com/office/drawing/2014/main" id="{E0D9AF43-65C4-6819-4566-520FDD020F3A}"/>
              </a:ext>
            </a:extLst>
          </p:cNvPr>
          <p:cNvPicPr>
            <a:picLocks noChangeAspect="1"/>
          </p:cNvPicPr>
          <p:nvPr/>
        </p:nvPicPr>
        <p:blipFill>
          <a:blip r:embed="rId2"/>
          <a:stretch>
            <a:fillRect/>
          </a:stretch>
        </p:blipFill>
        <p:spPr>
          <a:xfrm>
            <a:off x="6186173" y="867064"/>
            <a:ext cx="5138718" cy="5048790"/>
          </a:xfrm>
          <a:prstGeom prst="rect">
            <a:avLst/>
          </a:prstGeom>
        </p:spPr>
      </p:pic>
      <p:grpSp>
        <p:nvGrpSpPr>
          <p:cNvPr id="11" name="Group 10">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2" name="Rectangle 11">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73182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AD1A-E8F0-33EA-C66D-389A592AF13D}"/>
              </a:ext>
            </a:extLst>
          </p:cNvPr>
          <p:cNvSpPr>
            <a:spLocks noGrp="1"/>
          </p:cNvSpPr>
          <p:nvPr>
            <p:ph type="title"/>
          </p:nvPr>
        </p:nvSpPr>
        <p:spPr/>
        <p:txBody>
          <a:bodyPr/>
          <a:lstStyle/>
          <a:p>
            <a:r>
              <a:rPr lang="en-GB" dirty="0"/>
              <a:t>Serving LLMs</a:t>
            </a:r>
          </a:p>
        </p:txBody>
      </p:sp>
      <p:pic>
        <p:nvPicPr>
          <p:cNvPr id="4" name="Content Placeholder 3">
            <a:extLst>
              <a:ext uri="{FF2B5EF4-FFF2-40B4-BE49-F238E27FC236}">
                <a16:creationId xmlns:a16="http://schemas.microsoft.com/office/drawing/2014/main" id="{725CD5A3-D887-F0E5-B55A-A9F36C973678}"/>
              </a:ext>
            </a:extLst>
          </p:cNvPr>
          <p:cNvPicPr>
            <a:picLocks noGrp="1" noChangeAspect="1"/>
          </p:cNvPicPr>
          <p:nvPr>
            <p:ph idx="1"/>
          </p:nvPr>
        </p:nvPicPr>
        <p:blipFill>
          <a:blip r:embed="rId2"/>
          <a:stretch>
            <a:fillRect/>
          </a:stretch>
        </p:blipFill>
        <p:spPr>
          <a:xfrm>
            <a:off x="5734050" y="2421505"/>
            <a:ext cx="6989989" cy="2016578"/>
          </a:xfrm>
          <a:prstGeom prst="rect">
            <a:avLst/>
          </a:prstGeom>
        </p:spPr>
      </p:pic>
      <p:sp>
        <p:nvSpPr>
          <p:cNvPr id="5" name="TextBox 4">
            <a:extLst>
              <a:ext uri="{FF2B5EF4-FFF2-40B4-BE49-F238E27FC236}">
                <a16:creationId xmlns:a16="http://schemas.microsoft.com/office/drawing/2014/main" id="{112FC503-6039-07CB-4BAA-699351371B77}"/>
              </a:ext>
            </a:extLst>
          </p:cNvPr>
          <p:cNvSpPr txBox="1"/>
          <p:nvPr/>
        </p:nvSpPr>
        <p:spPr>
          <a:xfrm>
            <a:off x="1088571" y="2122714"/>
            <a:ext cx="474889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How big does your model need to be?</a:t>
            </a:r>
            <a:endParaRPr lang="en-US" dirty="0"/>
          </a:p>
          <a:p>
            <a:endParaRPr lang="en-GB" dirty="0"/>
          </a:p>
          <a:p>
            <a:r>
              <a:rPr lang="en-GB" dirty="0"/>
              <a:t>Start small</a:t>
            </a:r>
          </a:p>
          <a:p>
            <a:endParaRPr lang="en-GB" dirty="0"/>
          </a:p>
          <a:p>
            <a:r>
              <a:rPr lang="en-GB" dirty="0"/>
              <a:t>Basic prompting</a:t>
            </a:r>
          </a:p>
          <a:p>
            <a:endParaRPr lang="en-GB" dirty="0"/>
          </a:p>
          <a:p>
            <a:r>
              <a:rPr lang="en-GB" dirty="0"/>
              <a:t>In-context learning methods</a:t>
            </a:r>
          </a:p>
          <a:p>
            <a:endParaRPr lang="en-GB" dirty="0"/>
          </a:p>
          <a:p>
            <a:r>
              <a:rPr lang="en-GB" dirty="0"/>
              <a:t>Fine-tuning is for specialist applications</a:t>
            </a:r>
          </a:p>
          <a:p>
            <a:endParaRPr lang="en-GB" dirty="0"/>
          </a:p>
          <a:p>
            <a:r>
              <a:rPr lang="en-GB" dirty="0"/>
              <a:t>Throughput or Latency?</a:t>
            </a:r>
          </a:p>
        </p:txBody>
      </p:sp>
    </p:spTree>
    <p:extLst>
      <p:ext uri="{BB962C8B-B14F-4D97-AF65-F5344CB8AC3E}">
        <p14:creationId xmlns:p14="http://schemas.microsoft.com/office/powerpoint/2010/main" val="2735085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AA05-FD02-CD61-27B3-A200401D3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3A562-E610-1CB2-DDF4-1B3963E411AD}"/>
              </a:ext>
            </a:extLst>
          </p:cNvPr>
          <p:cNvSpPr>
            <a:spLocks noGrp="1"/>
          </p:cNvSpPr>
          <p:nvPr>
            <p:ph type="title"/>
          </p:nvPr>
        </p:nvSpPr>
        <p:spPr/>
        <p:txBody>
          <a:bodyPr/>
          <a:lstStyle/>
          <a:p>
            <a:r>
              <a:rPr lang="en-GB" dirty="0"/>
              <a:t>Serving LLMs</a:t>
            </a:r>
          </a:p>
        </p:txBody>
      </p:sp>
      <p:sp>
        <p:nvSpPr>
          <p:cNvPr id="5" name="TextBox 4">
            <a:extLst>
              <a:ext uri="{FF2B5EF4-FFF2-40B4-BE49-F238E27FC236}">
                <a16:creationId xmlns:a16="http://schemas.microsoft.com/office/drawing/2014/main" id="{73AF5334-7B1B-AD2C-C862-90CCC748F438}"/>
              </a:ext>
            </a:extLst>
          </p:cNvPr>
          <p:cNvSpPr txBox="1"/>
          <p:nvPr/>
        </p:nvSpPr>
        <p:spPr>
          <a:xfrm>
            <a:off x="1088571" y="2122714"/>
            <a:ext cx="474889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How big does your model need to be?</a:t>
            </a:r>
            <a:endParaRPr lang="en-US" dirty="0"/>
          </a:p>
          <a:p>
            <a:endParaRPr lang="en-GB" dirty="0"/>
          </a:p>
          <a:p>
            <a:r>
              <a:rPr lang="en-GB" dirty="0"/>
              <a:t>Start small</a:t>
            </a:r>
          </a:p>
          <a:p>
            <a:endParaRPr lang="en-GB" dirty="0"/>
          </a:p>
          <a:p>
            <a:r>
              <a:rPr lang="en-GB" dirty="0"/>
              <a:t>Basic prompting</a:t>
            </a:r>
          </a:p>
          <a:p>
            <a:endParaRPr lang="en-GB" dirty="0"/>
          </a:p>
          <a:p>
            <a:r>
              <a:rPr lang="en-GB" dirty="0"/>
              <a:t>In-context learning methods</a:t>
            </a:r>
          </a:p>
          <a:p>
            <a:endParaRPr lang="en-GB" dirty="0"/>
          </a:p>
          <a:p>
            <a:r>
              <a:rPr lang="en-GB" dirty="0"/>
              <a:t>Fine-tuning is for specialist applications</a:t>
            </a:r>
          </a:p>
          <a:p>
            <a:endParaRPr lang="en-GB" dirty="0"/>
          </a:p>
          <a:p>
            <a:r>
              <a:rPr lang="en-GB" dirty="0"/>
              <a:t>Throughput or Latency?</a:t>
            </a:r>
          </a:p>
        </p:txBody>
      </p:sp>
      <p:pic>
        <p:nvPicPr>
          <p:cNvPr id="7" name="Picture 6">
            <a:extLst>
              <a:ext uri="{FF2B5EF4-FFF2-40B4-BE49-F238E27FC236}">
                <a16:creationId xmlns:a16="http://schemas.microsoft.com/office/drawing/2014/main" id="{08586BAF-C83C-B00B-767F-8F85A95816EA}"/>
              </a:ext>
            </a:extLst>
          </p:cNvPr>
          <p:cNvPicPr>
            <a:picLocks noChangeAspect="1"/>
          </p:cNvPicPr>
          <p:nvPr/>
        </p:nvPicPr>
        <p:blipFill>
          <a:blip r:embed="rId2"/>
          <a:stretch>
            <a:fillRect/>
          </a:stretch>
        </p:blipFill>
        <p:spPr>
          <a:xfrm>
            <a:off x="61232" y="2196194"/>
            <a:ext cx="12062731" cy="2472417"/>
          </a:xfrm>
          <a:prstGeom prst="rect">
            <a:avLst/>
          </a:prstGeom>
        </p:spPr>
      </p:pic>
    </p:spTree>
    <p:extLst>
      <p:ext uri="{BB962C8B-B14F-4D97-AF65-F5344CB8AC3E}">
        <p14:creationId xmlns:p14="http://schemas.microsoft.com/office/powerpoint/2010/main" val="50629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7445-85A4-00B4-3A90-2285E150B31D}"/>
              </a:ext>
            </a:extLst>
          </p:cNvPr>
          <p:cNvSpPr>
            <a:spLocks noGrp="1"/>
          </p:cNvSpPr>
          <p:nvPr>
            <p:ph type="title"/>
          </p:nvPr>
        </p:nvSpPr>
        <p:spPr/>
        <p:txBody>
          <a:bodyPr/>
          <a:lstStyle/>
          <a:p>
            <a:r>
              <a:rPr lang="en-GB" dirty="0"/>
              <a:t>Serving LLMs</a:t>
            </a:r>
          </a:p>
        </p:txBody>
      </p:sp>
      <p:pic>
        <p:nvPicPr>
          <p:cNvPr id="4" name="Content Placeholder 3" descr="A screenshot of a computer&#10;&#10;AI-generated content may be incorrect.">
            <a:extLst>
              <a:ext uri="{FF2B5EF4-FFF2-40B4-BE49-F238E27FC236}">
                <a16:creationId xmlns:a16="http://schemas.microsoft.com/office/drawing/2014/main" id="{76FBE206-269F-B6C4-33AC-5F823D8D969B}"/>
              </a:ext>
            </a:extLst>
          </p:cNvPr>
          <p:cNvPicPr>
            <a:picLocks noGrp="1" noChangeAspect="1"/>
          </p:cNvPicPr>
          <p:nvPr>
            <p:ph idx="1"/>
          </p:nvPr>
        </p:nvPicPr>
        <p:blipFill>
          <a:blip r:embed="rId2"/>
          <a:stretch>
            <a:fillRect/>
          </a:stretch>
        </p:blipFill>
        <p:spPr>
          <a:xfrm>
            <a:off x="2561575" y="1202306"/>
            <a:ext cx="7082459" cy="5006067"/>
          </a:xfrm>
          <a:prstGeom prst="rect">
            <a:avLst/>
          </a:prstGeom>
        </p:spPr>
      </p:pic>
    </p:spTree>
    <p:extLst>
      <p:ext uri="{BB962C8B-B14F-4D97-AF65-F5344CB8AC3E}">
        <p14:creationId xmlns:p14="http://schemas.microsoft.com/office/powerpoint/2010/main" val="162815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B1694-53D2-D99B-4631-6BF5471D0FB8}"/>
              </a:ext>
            </a:extLst>
          </p:cNvPr>
          <p:cNvSpPr>
            <a:spLocks noGrp="1"/>
          </p:cNvSpPr>
          <p:nvPr>
            <p:ph type="title"/>
          </p:nvPr>
        </p:nvSpPr>
        <p:spPr/>
        <p:txBody>
          <a:bodyPr/>
          <a:lstStyle/>
          <a:p>
            <a:r>
              <a:rPr lang="en-GB" dirty="0"/>
              <a:t>AI = water in the tap?</a:t>
            </a:r>
          </a:p>
        </p:txBody>
      </p:sp>
      <p:pic>
        <p:nvPicPr>
          <p:cNvPr id="5" name="Picture 4">
            <a:extLst>
              <a:ext uri="{FF2B5EF4-FFF2-40B4-BE49-F238E27FC236}">
                <a16:creationId xmlns:a16="http://schemas.microsoft.com/office/drawing/2014/main" id="{8C352C24-CAC6-B77F-EAE1-94D649C633F7}"/>
              </a:ext>
            </a:extLst>
          </p:cNvPr>
          <p:cNvPicPr>
            <a:picLocks noChangeAspect="1"/>
          </p:cNvPicPr>
          <p:nvPr/>
        </p:nvPicPr>
        <p:blipFill>
          <a:blip r:embed="rId2"/>
          <a:stretch>
            <a:fillRect/>
          </a:stretch>
        </p:blipFill>
        <p:spPr>
          <a:xfrm>
            <a:off x="415236" y="1461459"/>
            <a:ext cx="5265527" cy="4869611"/>
          </a:xfrm>
          <a:prstGeom prst="rect">
            <a:avLst/>
          </a:prstGeom>
        </p:spPr>
      </p:pic>
      <p:pic>
        <p:nvPicPr>
          <p:cNvPr id="7" name="Picture 6" descr="Monopoly Water Works Faucet Editorial Photography - Illustration of spicket, isolated: 115551047">
            <a:extLst>
              <a:ext uri="{FF2B5EF4-FFF2-40B4-BE49-F238E27FC236}">
                <a16:creationId xmlns:a16="http://schemas.microsoft.com/office/drawing/2014/main" id="{DEA0DEAB-DA58-203D-3DB0-E019F825A9B6}"/>
              </a:ext>
            </a:extLst>
          </p:cNvPr>
          <p:cNvPicPr>
            <a:picLocks noChangeAspect="1"/>
          </p:cNvPicPr>
          <p:nvPr/>
        </p:nvPicPr>
        <p:blipFill>
          <a:blip r:embed="rId3"/>
          <a:stretch>
            <a:fillRect/>
          </a:stretch>
        </p:blipFill>
        <p:spPr>
          <a:xfrm>
            <a:off x="5460379" y="0"/>
            <a:ext cx="1285620" cy="1466491"/>
          </a:xfrm>
          <a:prstGeom prst="rect">
            <a:avLst/>
          </a:prstGeom>
        </p:spPr>
      </p:pic>
      <p:pic>
        <p:nvPicPr>
          <p:cNvPr id="8" name="Picture 7" descr="What's you're absolute favorite scene, line, or phrase? It was a tough  choice, but I think this is my favorite scene: &quot;What is my purpose?&quot; You  Pass Butter. &quot;Oh my God...&quot; I">
            <a:extLst>
              <a:ext uri="{FF2B5EF4-FFF2-40B4-BE49-F238E27FC236}">
                <a16:creationId xmlns:a16="http://schemas.microsoft.com/office/drawing/2014/main" id="{6FEDBA40-3DC0-C79B-AAE0-BE6691E1BB33}"/>
              </a:ext>
            </a:extLst>
          </p:cNvPr>
          <p:cNvPicPr>
            <a:picLocks noChangeAspect="1"/>
          </p:cNvPicPr>
          <p:nvPr/>
        </p:nvPicPr>
        <p:blipFill>
          <a:blip r:embed="rId4"/>
          <a:stretch>
            <a:fillRect/>
          </a:stretch>
        </p:blipFill>
        <p:spPr>
          <a:xfrm>
            <a:off x="7204262" y="2301741"/>
            <a:ext cx="4569123" cy="3195537"/>
          </a:xfrm>
          <a:prstGeom prst="rect">
            <a:avLst/>
          </a:prstGeom>
        </p:spPr>
      </p:pic>
      <p:sp>
        <p:nvSpPr>
          <p:cNvPr id="9" name="Arrow: Right 8">
            <a:extLst>
              <a:ext uri="{FF2B5EF4-FFF2-40B4-BE49-F238E27FC236}">
                <a16:creationId xmlns:a16="http://schemas.microsoft.com/office/drawing/2014/main" id="{8412F255-0F4F-3908-D05A-6F5F3B96EB07}"/>
              </a:ext>
            </a:extLst>
          </p:cNvPr>
          <p:cNvSpPr/>
          <p:nvPr/>
        </p:nvSpPr>
        <p:spPr>
          <a:xfrm flipH="1">
            <a:off x="5678128" y="4694904"/>
            <a:ext cx="528484" cy="270386"/>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3ADBF425-6B06-2FEE-F18D-8859FC34EE9F}"/>
              </a:ext>
            </a:extLst>
          </p:cNvPr>
          <p:cNvCxnSpPr/>
          <p:nvPr/>
        </p:nvCxnSpPr>
        <p:spPr>
          <a:xfrm flipH="1">
            <a:off x="725128" y="4830096"/>
            <a:ext cx="4916129" cy="12290"/>
          </a:xfrm>
          <a:prstGeom prst="straightConnector1">
            <a:avLst/>
          </a:prstGeom>
          <a:ln>
            <a:solidFill>
              <a:schemeClr val="accent5"/>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F097541-CC15-2270-F0BB-983F548041FE}"/>
              </a:ext>
            </a:extLst>
          </p:cNvPr>
          <p:cNvSpPr txBox="1"/>
          <p:nvPr/>
        </p:nvSpPr>
        <p:spPr>
          <a:xfrm>
            <a:off x="6206611" y="4510547"/>
            <a:ext cx="12929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solidFill>
                  <a:srgbClr val="A02B93"/>
                </a:solidFill>
              </a:rPr>
              <a:t>FORMAT</a:t>
            </a:r>
            <a:endParaRPr lang="en-US" dirty="0">
              <a:solidFill>
                <a:srgbClr val="A02B93"/>
              </a:solidFill>
            </a:endParaRPr>
          </a:p>
          <a:p>
            <a:r>
              <a:rPr lang="en-GB" dirty="0">
                <a:solidFill>
                  <a:srgbClr val="A02B93"/>
                </a:solidFill>
              </a:rPr>
              <a:t>A JSON</a:t>
            </a:r>
          </a:p>
        </p:txBody>
      </p:sp>
    </p:spTree>
    <p:extLst>
      <p:ext uri="{BB962C8B-B14F-4D97-AF65-F5344CB8AC3E}">
        <p14:creationId xmlns:p14="http://schemas.microsoft.com/office/powerpoint/2010/main" val="3743214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0BB45-36DC-8941-9157-0D43CB05B82C}"/>
              </a:ext>
            </a:extLst>
          </p:cNvPr>
          <p:cNvSpPr>
            <a:spLocks noGrp="1"/>
          </p:cNvSpPr>
          <p:nvPr>
            <p:ph type="title"/>
          </p:nvPr>
        </p:nvSpPr>
        <p:spPr/>
        <p:txBody>
          <a:bodyPr/>
          <a:lstStyle/>
          <a:p>
            <a:r>
              <a:rPr lang="en-GB" dirty="0"/>
              <a:t>Activity</a:t>
            </a:r>
          </a:p>
        </p:txBody>
      </p:sp>
      <p:sp>
        <p:nvSpPr>
          <p:cNvPr id="3" name="Text Placeholder 2">
            <a:extLst>
              <a:ext uri="{FF2B5EF4-FFF2-40B4-BE49-F238E27FC236}">
                <a16:creationId xmlns:a16="http://schemas.microsoft.com/office/drawing/2014/main" id="{21B43FED-2B22-FD39-0853-A01A0D30B563}"/>
              </a:ext>
            </a:extLst>
          </p:cNvPr>
          <p:cNvSpPr>
            <a:spLocks noGrp="1"/>
          </p:cNvSpPr>
          <p:nvPr>
            <p:ph type="body" idx="1"/>
          </p:nvPr>
        </p:nvSpPr>
        <p:spPr/>
        <p:txBody>
          <a:bodyPr/>
          <a:lstStyle/>
          <a:p>
            <a:pPr marL="608965" indent="-456565"/>
            <a:r>
              <a:rPr lang="en-GB" dirty="0"/>
              <a:t>Discuss the differences between different LLMs</a:t>
            </a:r>
          </a:p>
          <a:p>
            <a:pPr marL="1218565" lvl="1" indent="-422910">
              <a:buSzPts val="1800"/>
            </a:pPr>
            <a:r>
              <a:rPr lang="en-GB" dirty="0"/>
              <a:t>"Strength“ or “water in the </a:t>
            </a:r>
            <a:r>
              <a:rPr lang="en-GB"/>
              <a:t>tap / utility”</a:t>
            </a:r>
            <a:endParaRPr lang="en-GB" dirty="0"/>
          </a:p>
          <a:p>
            <a:pPr marL="1218565" lvl="1" indent="-422910">
              <a:buSzPts val="1800"/>
            </a:pPr>
            <a:r>
              <a:rPr lang="en-GB" dirty="0"/>
              <a:t>Behaviour</a:t>
            </a:r>
          </a:p>
          <a:p>
            <a:pPr marL="1828165" lvl="2" indent="-422910">
              <a:buSzPts val="1800"/>
            </a:pPr>
            <a:r>
              <a:rPr lang="en-GB" dirty="0"/>
              <a:t>Style</a:t>
            </a:r>
          </a:p>
          <a:p>
            <a:pPr marL="1828165" lvl="2" indent="-422910">
              <a:buSzPts val="1800"/>
            </a:pPr>
            <a:r>
              <a:rPr lang="en-GB" dirty="0"/>
              <a:t>Censorship</a:t>
            </a:r>
          </a:p>
          <a:p>
            <a:pPr marL="1828165" lvl="2" indent="-422910">
              <a:buSzPts val="1800"/>
            </a:pPr>
            <a:r>
              <a:rPr lang="en-GB" dirty="0"/>
              <a:t>Engagement bait</a:t>
            </a:r>
          </a:p>
          <a:p>
            <a:pPr marL="1218565" lvl="1" indent="-422910">
              <a:buSzPts val="1800"/>
            </a:pPr>
            <a:r>
              <a:rPr lang="en-GB" dirty="0"/>
              <a:t>Access</a:t>
            </a:r>
          </a:p>
          <a:p>
            <a:pPr marL="1828165" lvl="2" indent="-422910">
              <a:buSzPts val="1800"/>
            </a:pPr>
            <a:r>
              <a:rPr lang="en-GB" dirty="0"/>
              <a:t>Local / Online</a:t>
            </a:r>
          </a:p>
          <a:p>
            <a:pPr marL="1828165" lvl="2" indent="-422910">
              <a:buSzPts val="1800"/>
            </a:pPr>
            <a:r>
              <a:rPr lang="en-GB" dirty="0"/>
              <a:t>Free / Paid</a:t>
            </a:r>
          </a:p>
          <a:p>
            <a:pPr marL="1218565" lvl="1" indent="-422910">
              <a:buSzPts val="1800"/>
            </a:pPr>
            <a:r>
              <a:rPr lang="en-GB" dirty="0"/>
              <a:t>Ownership</a:t>
            </a:r>
          </a:p>
          <a:p>
            <a:pPr marL="1828165" lvl="2" indent="-422910">
              <a:buSzPts val="1800"/>
            </a:pPr>
            <a:r>
              <a:rPr lang="en-GB" dirty="0"/>
              <a:t>Proprietary / open weights</a:t>
            </a:r>
          </a:p>
          <a:p>
            <a:pPr marL="1828165" lvl="2" indent="-422910">
              <a:buSzPts val="1800"/>
            </a:pPr>
            <a:r>
              <a:rPr lang="en-GB" dirty="0"/>
              <a:t>American, Chinese, European (Mistral/LeChat), British (?)</a:t>
            </a:r>
          </a:p>
          <a:p>
            <a:pPr marL="1828165" lvl="2" indent="-422910">
              <a:buSzPts val="1800"/>
            </a:pPr>
            <a:r>
              <a:rPr lang="en-GB" dirty="0"/>
              <a:t>Alignment with owner</a:t>
            </a:r>
          </a:p>
          <a:p>
            <a:pPr marL="1828165" lvl="2" indent="-422910">
              <a:buSzPts val="1800"/>
            </a:pPr>
            <a:r>
              <a:rPr lang="en-GB" dirty="0"/>
              <a:t>Political position</a:t>
            </a:r>
          </a:p>
        </p:txBody>
      </p:sp>
    </p:spTree>
    <p:extLst>
      <p:ext uri="{BB962C8B-B14F-4D97-AF65-F5344CB8AC3E}">
        <p14:creationId xmlns:p14="http://schemas.microsoft.com/office/powerpoint/2010/main" val="2703875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Where Do I Fall on the Political Compass? Free Test">
            <a:extLst>
              <a:ext uri="{FF2B5EF4-FFF2-40B4-BE49-F238E27FC236}">
                <a16:creationId xmlns:a16="http://schemas.microsoft.com/office/drawing/2014/main" id="{D30CDF05-A30F-EFEB-2592-15CA73C19F62}"/>
              </a:ext>
            </a:extLst>
          </p:cNvPr>
          <p:cNvPicPr>
            <a:picLocks noChangeAspect="1"/>
          </p:cNvPicPr>
          <p:nvPr/>
        </p:nvPicPr>
        <p:blipFill>
          <a:blip r:embed="rId2"/>
          <a:stretch>
            <a:fillRect/>
          </a:stretch>
        </p:blipFill>
        <p:spPr>
          <a:xfrm>
            <a:off x="-317327" y="1460848"/>
            <a:ext cx="6730651" cy="5084523"/>
          </a:xfrm>
          <a:prstGeom prst="rect">
            <a:avLst/>
          </a:prstGeom>
        </p:spPr>
      </p:pic>
      <p:sp>
        <p:nvSpPr>
          <p:cNvPr id="2" name="Title 1">
            <a:extLst>
              <a:ext uri="{FF2B5EF4-FFF2-40B4-BE49-F238E27FC236}">
                <a16:creationId xmlns:a16="http://schemas.microsoft.com/office/drawing/2014/main" id="{D50A3936-AA19-9630-6F1B-880BBA19F82C}"/>
              </a:ext>
            </a:extLst>
          </p:cNvPr>
          <p:cNvSpPr>
            <a:spLocks noGrp="1"/>
          </p:cNvSpPr>
          <p:nvPr>
            <p:ph type="title"/>
          </p:nvPr>
        </p:nvSpPr>
        <p:spPr/>
        <p:txBody>
          <a:bodyPr/>
          <a:lstStyle/>
          <a:p>
            <a:r>
              <a:rPr lang="en-GB" dirty="0"/>
              <a:t>Political Compass</a:t>
            </a:r>
          </a:p>
        </p:txBody>
      </p:sp>
      <p:pic>
        <p:nvPicPr>
          <p:cNvPr id="4" name="Picture 3" descr="r/PoliticalCompass - All LLMs are libleft - even Grok, half the time.">
            <a:extLst>
              <a:ext uri="{FF2B5EF4-FFF2-40B4-BE49-F238E27FC236}">
                <a16:creationId xmlns:a16="http://schemas.microsoft.com/office/drawing/2014/main" id="{A6E16594-583A-DECC-B484-C863D4BF8CDF}"/>
              </a:ext>
            </a:extLst>
          </p:cNvPr>
          <p:cNvPicPr>
            <a:picLocks noChangeAspect="1"/>
          </p:cNvPicPr>
          <p:nvPr/>
        </p:nvPicPr>
        <p:blipFill>
          <a:blip r:embed="rId3"/>
          <a:srcRect r="150"/>
          <a:stretch>
            <a:fillRect/>
          </a:stretch>
        </p:blipFill>
        <p:spPr>
          <a:xfrm>
            <a:off x="5751795" y="1228530"/>
            <a:ext cx="6220723" cy="5392585"/>
          </a:xfrm>
          <a:prstGeom prst="rect">
            <a:avLst/>
          </a:prstGeom>
        </p:spPr>
      </p:pic>
    </p:spTree>
    <p:extLst>
      <p:ext uri="{BB962C8B-B14F-4D97-AF65-F5344CB8AC3E}">
        <p14:creationId xmlns:p14="http://schemas.microsoft.com/office/powerpoint/2010/main" val="298808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215"/>
        <p:cNvGrpSpPr/>
        <p:nvPr/>
      </p:nvGrpSpPr>
      <p:grpSpPr>
        <a:xfrm>
          <a:off x="0" y="0"/>
          <a:ext cx="0" cy="0"/>
          <a:chOff x="0" y="0"/>
          <a:chExt cx="0" cy="0"/>
        </a:xfrm>
      </p:grpSpPr>
      <p:sp>
        <p:nvSpPr>
          <p:cNvPr id="218" name="Google Shape;218;p34"/>
          <p:cNvSpPr/>
          <p:nvPr/>
        </p:nvSpPr>
        <p:spPr>
          <a:xfrm>
            <a:off x="5602566" y="2177140"/>
            <a:ext cx="3251200" cy="3566000"/>
          </a:xfrm>
          <a:prstGeom prst="roundRect">
            <a:avLst>
              <a:gd name="adj" fmla="val 16667"/>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aphicFrame>
        <p:nvGraphicFramePr>
          <p:cNvPr id="219" name="Google Shape;219;p34"/>
          <p:cNvGraphicFramePr/>
          <p:nvPr/>
        </p:nvGraphicFramePr>
        <p:xfrm>
          <a:off x="382638" y="2375340"/>
          <a:ext cx="825800" cy="3200160"/>
        </p:xfrm>
        <a:graphic>
          <a:graphicData uri="http://schemas.openxmlformats.org/drawingml/2006/table">
            <a:tbl>
              <a:tblPr>
                <a:noFill/>
              </a:tblPr>
              <a:tblGrid>
                <a:gridCol w="8258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‘sat’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5"/>
                  </a:ext>
                </a:extLst>
              </a:tr>
            </a:tbl>
          </a:graphicData>
        </a:graphic>
      </p:graphicFrame>
      <p:graphicFrame>
        <p:nvGraphicFramePr>
          <p:cNvPr id="220" name="Google Shape;220;p34"/>
          <p:cNvGraphicFramePr/>
          <p:nvPr/>
        </p:nvGraphicFramePr>
        <p:xfrm>
          <a:off x="2052972" y="1847074"/>
          <a:ext cx="1158967" cy="4266880"/>
        </p:xfrm>
        <a:graphic>
          <a:graphicData uri="http://schemas.openxmlformats.org/drawingml/2006/table">
            <a:tbl>
              <a:tblPr>
                <a:noFill/>
              </a:tblPr>
              <a:tblGrid>
                <a:gridCol w="1158967">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‘[CLS]’</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‘[MASK]’</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‘[SEP]’</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1" name="Google Shape;221;p34"/>
          <p:cNvGraphicFramePr/>
          <p:nvPr/>
        </p:nvGraphicFramePr>
        <p:xfrm>
          <a:off x="4107705" y="1847074"/>
          <a:ext cx="1062100" cy="4266880"/>
        </p:xfrm>
        <a:graphic>
          <a:graphicData uri="http://schemas.openxmlformats.org/drawingml/2006/table">
            <a:tbl>
              <a:tblPr>
                <a:noFill/>
              </a:tblPr>
              <a:tblGrid>
                <a:gridCol w="10621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101</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4937</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103</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2006</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13523</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102</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2" name="Google Shape;222;p34"/>
          <p:cNvGraphicFramePr/>
          <p:nvPr/>
        </p:nvGraphicFramePr>
        <p:xfrm>
          <a:off x="9131704" y="2363340"/>
          <a:ext cx="2590266" cy="160008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‘sat’</a:t>
                      </a:r>
                      <a:endParaRPr sz="1900"/>
                    </a:p>
                  </a:txBody>
                  <a:tcPr marL="121900" marR="121900" marT="121900" marB="121900"/>
                </a:tc>
                <a:tc>
                  <a:txBody>
                    <a:bodyPr/>
                    <a:lstStyle/>
                    <a:p>
                      <a:pPr marL="0" lvl="0" indent="0" algn="ctr" rtl="0">
                        <a:spcBef>
                          <a:spcPts val="0"/>
                        </a:spcBef>
                        <a:spcAft>
                          <a:spcPts val="0"/>
                        </a:spcAft>
                        <a:buNone/>
                      </a:pPr>
                      <a:r>
                        <a:rPr lang="en-GB" sz="1900"/>
                        <a:t>0.19</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‘was’</a:t>
                      </a:r>
                      <a:endParaRPr sz="1900"/>
                    </a:p>
                  </a:txBody>
                  <a:tcPr marL="121900" marR="121900" marT="121900" marB="121900"/>
                </a:tc>
                <a:tc>
                  <a:txBody>
                    <a:bodyPr/>
                    <a:lstStyle/>
                    <a:p>
                      <a:pPr marL="0" lvl="0" indent="0" algn="ctr" rtl="0">
                        <a:spcBef>
                          <a:spcPts val="0"/>
                        </a:spcBef>
                        <a:spcAft>
                          <a:spcPts val="0"/>
                        </a:spcAft>
                        <a:buNone/>
                      </a:pPr>
                      <a:r>
                        <a:rPr lang="en-GB" sz="1900"/>
                        <a:t>0.14</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‘lay’</a:t>
                      </a:r>
                      <a:endParaRPr sz="1900"/>
                    </a:p>
                  </a:txBody>
                  <a:tcPr marL="121900" marR="121900" marT="121900" marB="121900"/>
                </a:tc>
                <a:tc>
                  <a:txBody>
                    <a:bodyPr/>
                    <a:lstStyle/>
                    <a:p>
                      <a:pPr marL="0" lvl="0" indent="0" algn="ctr" rtl="0">
                        <a:spcBef>
                          <a:spcPts val="0"/>
                        </a:spcBef>
                        <a:spcAft>
                          <a:spcPts val="0"/>
                        </a:spcAft>
                        <a:buNone/>
                      </a:pPr>
                      <a:r>
                        <a:rPr lang="en-GB" sz="1900"/>
                        <a:t>0.07</a:t>
                      </a:r>
                      <a:endParaRPr sz="1900"/>
                    </a:p>
                  </a:txBody>
                  <a:tcPr marL="121900" marR="121900" marT="121900" marB="121900"/>
                </a:tc>
                <a:extLst>
                  <a:ext uri="{0D108BD9-81ED-4DB2-BD59-A6C34878D82A}">
                    <a16:rowId xmlns:a16="http://schemas.microsoft.com/office/drawing/2014/main" val="10002"/>
                  </a:ext>
                </a:extLst>
              </a:tr>
            </a:tbl>
          </a:graphicData>
        </a:graphic>
      </p:graphicFrame>
      <p:grpSp>
        <p:nvGrpSpPr>
          <p:cNvPr id="223" name="Google Shape;223;p34"/>
          <p:cNvGrpSpPr/>
          <p:nvPr/>
        </p:nvGrpSpPr>
        <p:grpSpPr>
          <a:xfrm>
            <a:off x="10384038" y="4175574"/>
            <a:ext cx="85600" cy="625667"/>
            <a:chOff x="9966150" y="4193875"/>
            <a:chExt cx="64200" cy="469250"/>
          </a:xfrm>
        </p:grpSpPr>
        <p:sp>
          <p:nvSpPr>
            <p:cNvPr id="224" name="Google Shape;224;p34"/>
            <p:cNvSpPr/>
            <p:nvPr/>
          </p:nvSpPr>
          <p:spPr>
            <a:xfrm>
              <a:off x="9966150" y="419387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5" name="Google Shape;225;p34"/>
            <p:cNvSpPr/>
            <p:nvPr/>
          </p:nvSpPr>
          <p:spPr>
            <a:xfrm>
              <a:off x="9966150" y="4390850"/>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6" name="Google Shape;226;p34"/>
            <p:cNvSpPr/>
            <p:nvPr/>
          </p:nvSpPr>
          <p:spPr>
            <a:xfrm>
              <a:off x="9966150" y="458782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pSp>
      <p:graphicFrame>
        <p:nvGraphicFramePr>
          <p:cNvPr id="227" name="Google Shape;227;p34"/>
          <p:cNvGraphicFramePr/>
          <p:nvPr/>
        </p:nvGraphicFramePr>
        <p:xfrm>
          <a:off x="9131704" y="5028674"/>
          <a:ext cx="2590266" cy="53336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‘hippo’</a:t>
                      </a:r>
                      <a:endParaRPr sz="1900"/>
                    </a:p>
                  </a:txBody>
                  <a:tcPr marL="121900" marR="121900" marT="121900" marB="121900"/>
                </a:tc>
                <a:tc>
                  <a:txBody>
                    <a:bodyPr/>
                    <a:lstStyle/>
                    <a:p>
                      <a:pPr marL="0" lvl="0" indent="0" algn="ctr" rtl="0">
                        <a:spcBef>
                          <a:spcPts val="0"/>
                        </a:spcBef>
                        <a:spcAft>
                          <a:spcPts val="0"/>
                        </a:spcAft>
                        <a:buNone/>
                      </a:pPr>
                      <a:r>
                        <a:rPr lang="en-GB" sz="1900"/>
                        <a:t>0.000001</a:t>
                      </a:r>
                      <a:endParaRPr sz="1900"/>
                    </a:p>
                  </a:txBody>
                  <a:tcPr marL="121900" marR="121900" marT="121900" marB="121900"/>
                </a:tc>
                <a:extLst>
                  <a:ext uri="{0D108BD9-81ED-4DB2-BD59-A6C34878D82A}">
                    <a16:rowId xmlns:a16="http://schemas.microsoft.com/office/drawing/2014/main" val="10000"/>
                  </a:ext>
                </a:extLst>
              </a:tr>
            </a:tbl>
          </a:graphicData>
        </a:graphic>
      </p:graphicFrame>
      <p:sp>
        <p:nvSpPr>
          <p:cNvPr id="228" name="Google Shape;228;p34"/>
          <p:cNvSpPr/>
          <p:nvPr/>
        </p:nvSpPr>
        <p:spPr>
          <a:xfrm>
            <a:off x="1251504"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9" name="Google Shape;229;p34"/>
          <p:cNvSpPr/>
          <p:nvPr/>
        </p:nvSpPr>
        <p:spPr>
          <a:xfrm>
            <a:off x="3280622"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0" name="Google Shape;230;p34"/>
          <p:cNvSpPr/>
          <p:nvPr/>
        </p:nvSpPr>
        <p:spPr>
          <a:xfrm>
            <a:off x="5300632" y="3861740"/>
            <a:ext cx="912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1" name="Google Shape;231;p34"/>
          <p:cNvSpPr/>
          <p:nvPr/>
        </p:nvSpPr>
        <p:spPr>
          <a:xfrm>
            <a:off x="8209031" y="3861740"/>
            <a:ext cx="8260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pic>
        <p:nvPicPr>
          <p:cNvPr id="232" name="Google Shape;232;p34"/>
          <p:cNvPicPr preferRelativeResize="0"/>
          <p:nvPr/>
        </p:nvPicPr>
        <p:blipFill>
          <a:blip r:embed="rId3">
            <a:alphaModFix/>
          </a:blip>
          <a:stretch>
            <a:fillRect/>
          </a:stretch>
        </p:blipFill>
        <p:spPr>
          <a:xfrm>
            <a:off x="4665939" y="2252000"/>
            <a:ext cx="5124465" cy="3416292"/>
          </a:xfrm>
          <a:prstGeom prst="rect">
            <a:avLst/>
          </a:prstGeom>
          <a:noFill/>
          <a:ln>
            <a:noFill/>
          </a:ln>
        </p:spPr>
      </p:pic>
      <p:sp>
        <p:nvSpPr>
          <p:cNvPr id="5" name="Google Shape;211;p33">
            <a:extLst>
              <a:ext uri="{FF2B5EF4-FFF2-40B4-BE49-F238E27FC236}">
                <a16:creationId xmlns:a16="http://schemas.microsoft.com/office/drawing/2014/main" id="{E0E47159-A9F5-6412-F898-29C79B02E900}"/>
              </a:ext>
            </a:extLst>
          </p:cNvPr>
          <p:cNvSpPr/>
          <p:nvPr/>
        </p:nvSpPr>
        <p:spPr>
          <a:xfrm>
            <a:off x="2052971" y="3440060"/>
            <a:ext cx="1158800" cy="528400"/>
          </a:xfrm>
          <a:prstGeom prst="rect">
            <a:avLst/>
          </a:prstGeom>
          <a:noFill/>
          <a:ln w="19050" cap="flat" cmpd="sng">
            <a:solidFill>
              <a:srgbClr val="9900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Source Code Pro"/>
              <a:ea typeface="Source Code Pro"/>
              <a:cs typeface="Source Code Pro"/>
              <a:sym typeface="Source Code Pro"/>
            </a:endParaRPr>
          </a:p>
        </p:txBody>
      </p:sp>
      <p:sp>
        <p:nvSpPr>
          <p:cNvPr id="7" name="Google Shape;195;p33">
            <a:extLst>
              <a:ext uri="{FF2B5EF4-FFF2-40B4-BE49-F238E27FC236}">
                <a16:creationId xmlns:a16="http://schemas.microsoft.com/office/drawing/2014/main" id="{055C77B6-9701-0DEB-0EE9-EA42C30DD5F5}"/>
              </a:ext>
            </a:extLst>
          </p:cNvPr>
          <p:cNvSpPr txBox="1"/>
          <p:nvPr/>
        </p:nvSpPr>
        <p:spPr>
          <a:xfrm>
            <a:off x="435173" y="547190"/>
            <a:ext cx="13160400" cy="1091200"/>
          </a:xfrm>
          <a:prstGeom prst="rect">
            <a:avLst/>
          </a:prstGeom>
          <a:noFill/>
          <a:ln>
            <a:noFill/>
          </a:ln>
        </p:spPr>
        <p:txBody>
          <a:bodyPr spcFirstLastPara="1" wrap="square" lIns="0" tIns="60933" rIns="0" bIns="60933"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700" b="1" u="sng">
                <a:solidFill>
                  <a:srgbClr val="3F3F3F"/>
                </a:solidFill>
                <a:latin typeface="Source Code Pro"/>
                <a:ea typeface="Source Code Pro"/>
                <a:cs typeface="Source Code Pro"/>
                <a:sym typeface="Source Code Pro"/>
              </a:rPr>
              <a:t>B</a:t>
            </a:r>
            <a:r>
              <a:rPr lang="en-GB" sz="2700">
                <a:solidFill>
                  <a:srgbClr val="3F3F3F"/>
                </a:solidFill>
                <a:latin typeface="Source Code Pro"/>
                <a:ea typeface="Source Code Pro"/>
                <a:cs typeface="Source Code Pro"/>
                <a:sym typeface="Source Code Pro"/>
              </a:rPr>
              <a:t>idirectional </a:t>
            </a:r>
            <a:r>
              <a:rPr lang="en-GB" sz="2700" b="1" u="sng">
                <a:solidFill>
                  <a:srgbClr val="3F3F3F"/>
                </a:solidFill>
                <a:latin typeface="Source Code Pro"/>
                <a:ea typeface="Source Code Pro"/>
                <a:cs typeface="Source Code Pro"/>
                <a:sym typeface="Source Code Pro"/>
              </a:rPr>
              <a:t>E</a:t>
            </a:r>
            <a:r>
              <a:rPr lang="en-GB" sz="2700">
                <a:solidFill>
                  <a:srgbClr val="3F3F3F"/>
                </a:solidFill>
                <a:latin typeface="Source Code Pro"/>
                <a:ea typeface="Source Code Pro"/>
                <a:cs typeface="Source Code Pro"/>
                <a:sym typeface="Source Code Pro"/>
              </a:rPr>
              <a:t>ncoder </a:t>
            </a:r>
            <a:r>
              <a:rPr lang="en-GB" sz="2700" b="1" u="sng">
                <a:solidFill>
                  <a:srgbClr val="3F3F3F"/>
                </a:solidFill>
                <a:latin typeface="Source Code Pro"/>
                <a:ea typeface="Source Code Pro"/>
                <a:cs typeface="Source Code Pro"/>
                <a:sym typeface="Source Code Pro"/>
              </a:rPr>
              <a:t>R</a:t>
            </a:r>
            <a:r>
              <a:rPr lang="en-GB" sz="2700">
                <a:solidFill>
                  <a:srgbClr val="3F3F3F"/>
                </a:solidFill>
                <a:latin typeface="Source Code Pro"/>
                <a:ea typeface="Source Code Pro"/>
                <a:cs typeface="Source Code Pro"/>
                <a:sym typeface="Source Code Pro"/>
              </a:rPr>
              <a:t>epresentations from </a:t>
            </a:r>
            <a:r>
              <a:rPr lang="en-GB" sz="2700" b="1" u="sng">
                <a:solidFill>
                  <a:srgbClr val="3F3F3F"/>
                </a:solidFill>
                <a:latin typeface="Source Code Pro"/>
                <a:ea typeface="Source Code Pro"/>
                <a:cs typeface="Source Code Pro"/>
                <a:sym typeface="Source Code Pro"/>
              </a:rPr>
              <a:t>T</a:t>
            </a:r>
            <a:r>
              <a:rPr lang="en-GB" sz="2700">
                <a:solidFill>
                  <a:srgbClr val="3F3F3F"/>
                </a:solidFill>
                <a:latin typeface="Source Code Pro"/>
                <a:ea typeface="Source Code Pro"/>
                <a:cs typeface="Source Code Pro"/>
                <a:sym typeface="Source Code Pro"/>
              </a:rPr>
              <a:t>ransformers</a:t>
            </a:r>
            <a:endParaRPr lang="en-GB" sz="2700">
              <a:latin typeface="Source Code Pro"/>
              <a:ea typeface="Source Code Pro"/>
              <a:cs typeface="Source Code Pro"/>
              <a:sym typeface="Source Code Pro"/>
            </a:endParaRPr>
          </a:p>
          <a:p>
            <a:pPr marL="0" lvl="0" indent="0" algn="l">
              <a:lnSpc>
                <a:spcPct val="90000"/>
              </a:lnSpc>
              <a:spcBef>
                <a:spcPts val="1600"/>
              </a:spcBef>
              <a:spcAft>
                <a:spcPts val="0"/>
              </a:spcAft>
              <a:buNone/>
            </a:pPr>
            <a:endParaRPr lang="en-GB"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3200">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sym typeface="Calibri"/>
            </a:endParaRPr>
          </a:p>
          <a:p>
            <a:pPr marL="0" lvl="0" indent="0" algn="l" rtl="0">
              <a:lnSpc>
                <a:spcPct val="90000"/>
              </a:lnSpc>
              <a:spcBef>
                <a:spcPts val="1600"/>
              </a:spcBef>
              <a:spcAft>
                <a:spcPts val="267"/>
              </a:spcAft>
              <a:buNone/>
            </a:pPr>
            <a:endParaRPr sz="2667">
              <a:solidFill>
                <a:srgbClr val="3F3F3F"/>
              </a:solidFill>
              <a:latin typeface="Calibri"/>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6C81-7D1C-018D-EFF0-5F9E96CCFA72}"/>
              </a:ext>
            </a:extLst>
          </p:cNvPr>
          <p:cNvSpPr>
            <a:spLocks noGrp="1"/>
          </p:cNvSpPr>
          <p:nvPr>
            <p:ph type="title"/>
          </p:nvPr>
        </p:nvSpPr>
        <p:spPr/>
        <p:txBody>
          <a:bodyPr/>
          <a:lstStyle/>
          <a:p>
            <a:r>
              <a:rPr lang="en-GB" dirty="0"/>
              <a:t>Embeddings</a:t>
            </a:r>
            <a:endParaRPr lang="en-US" dirty="0"/>
          </a:p>
        </p:txBody>
      </p:sp>
      <p:sp>
        <p:nvSpPr>
          <p:cNvPr id="3" name="Text Placeholder 2">
            <a:extLst>
              <a:ext uri="{FF2B5EF4-FFF2-40B4-BE49-F238E27FC236}">
                <a16:creationId xmlns:a16="http://schemas.microsoft.com/office/drawing/2014/main" id="{EDDA6EB1-68FB-981C-7A77-64E9B0116180}"/>
              </a:ext>
            </a:extLst>
          </p:cNvPr>
          <p:cNvSpPr>
            <a:spLocks noGrp="1"/>
          </p:cNvSpPr>
          <p:nvPr>
            <p:ph type="body" idx="1"/>
          </p:nvPr>
        </p:nvSpPr>
        <p:spPr/>
        <p:txBody>
          <a:bodyPr/>
          <a:lstStyle/>
          <a:p>
            <a:pPr marL="152400" indent="0">
              <a:buNone/>
            </a:pPr>
            <a:r>
              <a:rPr lang="en-GB" dirty="0"/>
              <a:t>Consider using a BERT-like model – they can do so much!</a:t>
            </a:r>
          </a:p>
          <a:p>
            <a:pPr marL="152400" indent="0">
              <a:buNone/>
            </a:pPr>
            <a:endParaRPr lang="en-GB" dirty="0"/>
          </a:p>
          <a:p>
            <a:pPr marL="152400" indent="0">
              <a:buNone/>
            </a:pPr>
            <a:r>
              <a:rPr lang="en-GB" dirty="0"/>
              <a:t>Q&amp;A</a:t>
            </a:r>
          </a:p>
          <a:p>
            <a:pPr marL="152400" indent="0">
              <a:buNone/>
            </a:pPr>
            <a:endParaRPr lang="en-GB" dirty="0"/>
          </a:p>
          <a:p>
            <a:pPr marL="152400" indent="0">
              <a:buNone/>
            </a:pPr>
            <a:r>
              <a:rPr lang="en-GB" dirty="0"/>
              <a:t>Sentiment</a:t>
            </a:r>
          </a:p>
          <a:p>
            <a:pPr marL="152400" indent="0">
              <a:buNone/>
            </a:pPr>
            <a:endParaRPr lang="en-GB" dirty="0"/>
          </a:p>
          <a:p>
            <a:pPr marL="152400" indent="0">
              <a:buNone/>
            </a:pPr>
            <a:r>
              <a:rPr lang="en-GB" dirty="0"/>
              <a:t>Entity extraction</a:t>
            </a:r>
          </a:p>
          <a:p>
            <a:pPr marL="152400" indent="0">
              <a:buNone/>
            </a:pPr>
            <a:endParaRPr lang="en-GB" dirty="0"/>
          </a:p>
          <a:p>
            <a:pPr marL="152400" indent="0">
              <a:buNone/>
            </a:pPr>
            <a:r>
              <a:rPr lang="en-GB" dirty="0"/>
              <a:t>Classification</a:t>
            </a:r>
          </a:p>
          <a:p>
            <a:pPr marL="152400" indent="0">
              <a:buNone/>
            </a:pPr>
            <a:endParaRPr lang="en-GB" dirty="0"/>
          </a:p>
          <a:p>
            <a:pPr marL="152400" indent="0">
              <a:buNone/>
            </a:pPr>
            <a:endParaRPr lang="en-GB" dirty="0"/>
          </a:p>
          <a:p>
            <a:pPr marL="152400" indent="0">
              <a:buNone/>
            </a:pPr>
            <a:endParaRPr lang="en-GB" dirty="0"/>
          </a:p>
          <a:p>
            <a:pPr marL="152400" indent="0">
              <a:buNone/>
            </a:pPr>
            <a:endParaRPr lang="en-GB" dirty="0"/>
          </a:p>
          <a:p>
            <a:pPr marL="152400" indent="0">
              <a:buNone/>
            </a:pPr>
            <a:endParaRPr lang="en-GB" dirty="0"/>
          </a:p>
        </p:txBody>
      </p:sp>
    </p:spTree>
    <p:extLst>
      <p:ext uri="{BB962C8B-B14F-4D97-AF65-F5344CB8AC3E}">
        <p14:creationId xmlns:p14="http://schemas.microsoft.com/office/powerpoint/2010/main" val="18618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E2716-3F45-E9BC-0B85-9B77023994F8}"/>
              </a:ext>
            </a:extLst>
          </p:cNvPr>
          <p:cNvSpPr>
            <a:spLocks noGrp="1"/>
          </p:cNvSpPr>
          <p:nvPr>
            <p:ph type="title"/>
          </p:nvPr>
        </p:nvSpPr>
        <p:spPr/>
        <p:txBody>
          <a:bodyPr/>
          <a:lstStyle/>
          <a:p>
            <a:r>
              <a:rPr lang="en-GB" dirty="0"/>
              <a:t>Frameworks</a:t>
            </a:r>
          </a:p>
        </p:txBody>
      </p:sp>
      <p:pic>
        <p:nvPicPr>
          <p:cNvPr id="4" name="Picture 3" descr="A black and blue logo&#10;&#10;AI-generated content may be incorrect.">
            <a:extLst>
              <a:ext uri="{FF2B5EF4-FFF2-40B4-BE49-F238E27FC236}">
                <a16:creationId xmlns:a16="http://schemas.microsoft.com/office/drawing/2014/main" id="{5A13E49A-3096-94C7-92FA-A686BD715E7A}"/>
              </a:ext>
            </a:extLst>
          </p:cNvPr>
          <p:cNvPicPr>
            <a:picLocks noChangeAspect="1"/>
          </p:cNvPicPr>
          <p:nvPr/>
        </p:nvPicPr>
        <p:blipFill>
          <a:blip r:embed="rId2"/>
          <a:stretch>
            <a:fillRect/>
          </a:stretch>
        </p:blipFill>
        <p:spPr>
          <a:xfrm>
            <a:off x="1256146" y="1452418"/>
            <a:ext cx="3876194" cy="3876194"/>
          </a:xfrm>
          <a:prstGeom prst="rect">
            <a:avLst/>
          </a:prstGeom>
        </p:spPr>
      </p:pic>
      <p:pic>
        <p:nvPicPr>
          <p:cNvPr id="5" name="Picture 4" descr="A black text on a white background&#10;&#10;AI-generated content may be incorrect.">
            <a:extLst>
              <a:ext uri="{FF2B5EF4-FFF2-40B4-BE49-F238E27FC236}">
                <a16:creationId xmlns:a16="http://schemas.microsoft.com/office/drawing/2014/main" id="{718D859D-A237-A5F8-8240-767381308522}"/>
              </a:ext>
            </a:extLst>
          </p:cNvPr>
          <p:cNvPicPr>
            <a:picLocks noChangeAspect="1"/>
          </p:cNvPicPr>
          <p:nvPr/>
        </p:nvPicPr>
        <p:blipFill>
          <a:blip r:embed="rId3"/>
          <a:stretch>
            <a:fillRect/>
          </a:stretch>
        </p:blipFill>
        <p:spPr>
          <a:xfrm>
            <a:off x="6812731" y="2564678"/>
            <a:ext cx="3900536" cy="1636279"/>
          </a:xfrm>
          <a:prstGeom prst="rect">
            <a:avLst/>
          </a:prstGeom>
        </p:spPr>
      </p:pic>
      <p:pic>
        <p:nvPicPr>
          <p:cNvPr id="3" name="Picture 2" descr="Getting Started with Google ADK: A Step-by-Step Local Setup and Testing  Guide | by Forusone | Medium">
            <a:extLst>
              <a:ext uri="{FF2B5EF4-FFF2-40B4-BE49-F238E27FC236}">
                <a16:creationId xmlns:a16="http://schemas.microsoft.com/office/drawing/2014/main" id="{FC362598-02D9-699B-3B2E-2C91F0AAD0CC}"/>
              </a:ext>
            </a:extLst>
          </p:cNvPr>
          <p:cNvPicPr>
            <a:picLocks noChangeAspect="1"/>
          </p:cNvPicPr>
          <p:nvPr/>
        </p:nvPicPr>
        <p:blipFill>
          <a:blip r:embed="rId4"/>
          <a:stretch>
            <a:fillRect/>
          </a:stretch>
        </p:blipFill>
        <p:spPr>
          <a:xfrm>
            <a:off x="7533783" y="4564562"/>
            <a:ext cx="2743200" cy="1543050"/>
          </a:xfrm>
          <a:prstGeom prst="rect">
            <a:avLst/>
          </a:prstGeom>
        </p:spPr>
      </p:pic>
      <p:pic>
        <p:nvPicPr>
          <p:cNvPr id="7" name="Picture 6" descr="LangGraph Beginner to Advanced: Part 1: Introduction to LangGraph and some  basic concepts | Towards AI">
            <a:extLst>
              <a:ext uri="{FF2B5EF4-FFF2-40B4-BE49-F238E27FC236}">
                <a16:creationId xmlns:a16="http://schemas.microsoft.com/office/drawing/2014/main" id="{283C8FBA-9971-68BF-8ABB-85C29E874D23}"/>
              </a:ext>
            </a:extLst>
          </p:cNvPr>
          <p:cNvPicPr>
            <a:picLocks noChangeAspect="1"/>
          </p:cNvPicPr>
          <p:nvPr/>
        </p:nvPicPr>
        <p:blipFill>
          <a:blip r:embed="rId5"/>
          <a:stretch>
            <a:fillRect/>
          </a:stretch>
        </p:blipFill>
        <p:spPr>
          <a:xfrm>
            <a:off x="1835867" y="3977148"/>
            <a:ext cx="2719234" cy="2738284"/>
          </a:xfrm>
          <a:prstGeom prst="rect">
            <a:avLst/>
          </a:prstGeom>
        </p:spPr>
      </p:pic>
    </p:spTree>
    <p:extLst>
      <p:ext uri="{BB962C8B-B14F-4D97-AF65-F5344CB8AC3E}">
        <p14:creationId xmlns:p14="http://schemas.microsoft.com/office/powerpoint/2010/main" val="2415364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819474-4490-E195-4D83-7DA17CFC80FA}"/>
              </a:ext>
            </a:extLst>
          </p:cNvPr>
          <p:cNvPicPr>
            <a:picLocks noChangeAspect="1"/>
          </p:cNvPicPr>
          <p:nvPr/>
        </p:nvPicPr>
        <p:blipFill>
          <a:blip r:embed="rId2"/>
          <a:stretch>
            <a:fillRect/>
          </a:stretch>
        </p:blipFill>
        <p:spPr>
          <a:xfrm>
            <a:off x="415636" y="815002"/>
            <a:ext cx="2824789" cy="777636"/>
          </a:xfrm>
          <a:prstGeom prst="rect">
            <a:avLst/>
          </a:prstGeom>
        </p:spPr>
      </p:pic>
      <p:pic>
        <p:nvPicPr>
          <p:cNvPr id="5" name="Picture 4" descr="A black and grey logo&#10;&#10;AI-generated content may be incorrect.">
            <a:extLst>
              <a:ext uri="{FF2B5EF4-FFF2-40B4-BE49-F238E27FC236}">
                <a16:creationId xmlns:a16="http://schemas.microsoft.com/office/drawing/2014/main" id="{8A9CBE2F-0B97-1225-D790-A9E1BC33F00B}"/>
              </a:ext>
            </a:extLst>
          </p:cNvPr>
          <p:cNvPicPr>
            <a:picLocks noChangeAspect="1"/>
          </p:cNvPicPr>
          <p:nvPr/>
        </p:nvPicPr>
        <p:blipFill>
          <a:blip r:embed="rId3"/>
          <a:stretch>
            <a:fillRect/>
          </a:stretch>
        </p:blipFill>
        <p:spPr>
          <a:xfrm>
            <a:off x="418591" y="2465399"/>
            <a:ext cx="3332789" cy="439209"/>
          </a:xfrm>
          <a:prstGeom prst="rect">
            <a:avLst/>
          </a:prstGeom>
        </p:spPr>
      </p:pic>
      <p:pic>
        <p:nvPicPr>
          <p:cNvPr id="6" name="Picture 5" descr="A blue and purple logo&#10;&#10;AI-generated content may be incorrect.">
            <a:extLst>
              <a:ext uri="{FF2B5EF4-FFF2-40B4-BE49-F238E27FC236}">
                <a16:creationId xmlns:a16="http://schemas.microsoft.com/office/drawing/2014/main" id="{969BF308-B461-7652-438E-D6FEDBF56C34}"/>
              </a:ext>
            </a:extLst>
          </p:cNvPr>
          <p:cNvPicPr>
            <a:picLocks noChangeAspect="1"/>
          </p:cNvPicPr>
          <p:nvPr/>
        </p:nvPicPr>
        <p:blipFill>
          <a:blip r:embed="rId4"/>
          <a:stretch>
            <a:fillRect/>
          </a:stretch>
        </p:blipFill>
        <p:spPr>
          <a:xfrm>
            <a:off x="411911" y="3518840"/>
            <a:ext cx="2326025" cy="823673"/>
          </a:xfrm>
          <a:prstGeom prst="rect">
            <a:avLst/>
          </a:prstGeom>
        </p:spPr>
      </p:pic>
      <p:pic>
        <p:nvPicPr>
          <p:cNvPr id="7" name="Picture 6" descr="A blue and pink logo&#10;&#10;AI-generated content may be incorrect.">
            <a:extLst>
              <a:ext uri="{FF2B5EF4-FFF2-40B4-BE49-F238E27FC236}">
                <a16:creationId xmlns:a16="http://schemas.microsoft.com/office/drawing/2014/main" id="{8B94DD64-0CCE-1152-C505-6516A40E8B7D}"/>
              </a:ext>
            </a:extLst>
          </p:cNvPr>
          <p:cNvPicPr>
            <a:picLocks noChangeAspect="1"/>
          </p:cNvPicPr>
          <p:nvPr/>
        </p:nvPicPr>
        <p:blipFill>
          <a:blip r:embed="rId5"/>
          <a:stretch>
            <a:fillRect/>
          </a:stretch>
        </p:blipFill>
        <p:spPr>
          <a:xfrm>
            <a:off x="10054029" y="2466809"/>
            <a:ext cx="2168620" cy="1646190"/>
          </a:xfrm>
          <a:prstGeom prst="rect">
            <a:avLst/>
          </a:prstGeom>
        </p:spPr>
      </p:pic>
      <p:pic>
        <p:nvPicPr>
          <p:cNvPr id="8" name="Picture 7" descr="A blue and purple brain with connected lines&#10;&#10;AI-generated content may be incorrect.">
            <a:extLst>
              <a:ext uri="{FF2B5EF4-FFF2-40B4-BE49-F238E27FC236}">
                <a16:creationId xmlns:a16="http://schemas.microsoft.com/office/drawing/2014/main" id="{DCEEEF19-3A23-9D3F-B5D4-51FABF9A7488}"/>
              </a:ext>
            </a:extLst>
          </p:cNvPr>
          <p:cNvPicPr>
            <a:picLocks noChangeAspect="1"/>
          </p:cNvPicPr>
          <p:nvPr/>
        </p:nvPicPr>
        <p:blipFill>
          <a:blip r:embed="rId6"/>
          <a:stretch>
            <a:fillRect/>
          </a:stretch>
        </p:blipFill>
        <p:spPr>
          <a:xfrm>
            <a:off x="10318611" y="561328"/>
            <a:ext cx="1639456" cy="1670243"/>
          </a:xfrm>
          <a:prstGeom prst="rect">
            <a:avLst/>
          </a:prstGeom>
        </p:spPr>
      </p:pic>
      <p:pic>
        <p:nvPicPr>
          <p:cNvPr id="11" name="Picture 10" descr="A blue butterfly with black background&#10;&#10;AI-generated content may be incorrect.">
            <a:extLst>
              <a:ext uri="{FF2B5EF4-FFF2-40B4-BE49-F238E27FC236}">
                <a16:creationId xmlns:a16="http://schemas.microsoft.com/office/drawing/2014/main" id="{8493AF6C-00D6-1F1D-40B9-894D31601F90}"/>
              </a:ext>
            </a:extLst>
          </p:cNvPr>
          <p:cNvPicPr>
            <a:picLocks noChangeAspect="1"/>
          </p:cNvPicPr>
          <p:nvPr/>
        </p:nvPicPr>
        <p:blipFill>
          <a:blip r:embed="rId7"/>
          <a:stretch>
            <a:fillRect/>
          </a:stretch>
        </p:blipFill>
        <p:spPr>
          <a:xfrm>
            <a:off x="10220682" y="4621548"/>
            <a:ext cx="1831879" cy="1807895"/>
          </a:xfrm>
          <a:prstGeom prst="rect">
            <a:avLst/>
          </a:prstGeom>
        </p:spPr>
      </p:pic>
      <p:sp>
        <p:nvSpPr>
          <p:cNvPr id="12" name="TextBox 11">
            <a:extLst>
              <a:ext uri="{FF2B5EF4-FFF2-40B4-BE49-F238E27FC236}">
                <a16:creationId xmlns:a16="http://schemas.microsoft.com/office/drawing/2014/main" id="{1273339A-7950-DAFB-6C9D-7BDCFB68703E}"/>
              </a:ext>
            </a:extLst>
          </p:cNvPr>
          <p:cNvSpPr txBox="1"/>
          <p:nvPr/>
        </p:nvSpPr>
        <p:spPr>
          <a:xfrm>
            <a:off x="8983668" y="1201139"/>
            <a:ext cx="8773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dirty="0"/>
              <a:t>AWS</a:t>
            </a:r>
          </a:p>
        </p:txBody>
      </p:sp>
      <p:sp>
        <p:nvSpPr>
          <p:cNvPr id="13" name="TextBox 12">
            <a:extLst>
              <a:ext uri="{FF2B5EF4-FFF2-40B4-BE49-F238E27FC236}">
                <a16:creationId xmlns:a16="http://schemas.microsoft.com/office/drawing/2014/main" id="{DCD98748-F3BF-491E-617D-30DD294F26EE}"/>
              </a:ext>
            </a:extLst>
          </p:cNvPr>
          <p:cNvSpPr txBox="1"/>
          <p:nvPr/>
        </p:nvSpPr>
        <p:spPr>
          <a:xfrm>
            <a:off x="8398561" y="3289835"/>
            <a:ext cx="146242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dirty="0"/>
              <a:t>Microsoft</a:t>
            </a:r>
            <a:endParaRPr lang="en-US" dirty="0"/>
          </a:p>
        </p:txBody>
      </p:sp>
      <p:sp>
        <p:nvSpPr>
          <p:cNvPr id="14" name="TextBox 13">
            <a:extLst>
              <a:ext uri="{FF2B5EF4-FFF2-40B4-BE49-F238E27FC236}">
                <a16:creationId xmlns:a16="http://schemas.microsoft.com/office/drawing/2014/main" id="{988CAAF7-9386-78FE-E245-AC245E545180}"/>
              </a:ext>
            </a:extLst>
          </p:cNvPr>
          <p:cNvSpPr txBox="1"/>
          <p:nvPr/>
        </p:nvSpPr>
        <p:spPr>
          <a:xfrm>
            <a:off x="8650293" y="5296888"/>
            <a:ext cx="12106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dirty="0"/>
              <a:t>Google</a:t>
            </a:r>
            <a:endParaRPr lang="en-US" dirty="0"/>
          </a:p>
        </p:txBody>
      </p:sp>
      <p:pic>
        <p:nvPicPr>
          <p:cNvPr id="15" name="Graphic 14">
            <a:extLst>
              <a:ext uri="{FF2B5EF4-FFF2-40B4-BE49-F238E27FC236}">
                <a16:creationId xmlns:a16="http://schemas.microsoft.com/office/drawing/2014/main" id="{ADD3303E-F7C4-FD01-2583-544E95A1CD8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57623" y="2685142"/>
            <a:ext cx="3673931" cy="1256393"/>
          </a:xfrm>
          <a:prstGeom prst="rect">
            <a:avLst/>
          </a:prstGeom>
        </p:spPr>
      </p:pic>
      <p:pic>
        <p:nvPicPr>
          <p:cNvPr id="16" name="Picture 15" descr="A blue whale with a black background&#10;&#10;AI-generated content may be incorrect.">
            <a:extLst>
              <a:ext uri="{FF2B5EF4-FFF2-40B4-BE49-F238E27FC236}">
                <a16:creationId xmlns:a16="http://schemas.microsoft.com/office/drawing/2014/main" id="{FA2C042B-E044-F5AA-C92C-348E06BDEF55}"/>
              </a:ext>
            </a:extLst>
          </p:cNvPr>
          <p:cNvPicPr>
            <a:picLocks noChangeAspect="1"/>
          </p:cNvPicPr>
          <p:nvPr/>
        </p:nvPicPr>
        <p:blipFill>
          <a:blip r:embed="rId9"/>
          <a:stretch>
            <a:fillRect/>
          </a:stretch>
        </p:blipFill>
        <p:spPr>
          <a:xfrm>
            <a:off x="306161" y="4510768"/>
            <a:ext cx="3551465" cy="2034268"/>
          </a:xfrm>
          <a:prstGeom prst="rect">
            <a:avLst/>
          </a:prstGeom>
        </p:spPr>
      </p:pic>
    </p:spTree>
    <p:extLst>
      <p:ext uri="{BB962C8B-B14F-4D97-AF65-F5344CB8AC3E}">
        <p14:creationId xmlns:p14="http://schemas.microsoft.com/office/powerpoint/2010/main" val="416111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CF87-D6C0-F89D-E7EA-FB37C324F2C5}"/>
              </a:ext>
            </a:extLst>
          </p:cNvPr>
          <p:cNvSpPr>
            <a:spLocks noGrp="1"/>
          </p:cNvSpPr>
          <p:nvPr>
            <p:ph type="title"/>
          </p:nvPr>
        </p:nvSpPr>
        <p:spPr/>
        <p:txBody>
          <a:bodyPr/>
          <a:lstStyle/>
          <a:p>
            <a:r>
              <a:rPr lang="en-GB" dirty="0"/>
              <a:t>SWE with LLMs</a:t>
            </a:r>
          </a:p>
        </p:txBody>
      </p:sp>
      <p:sp>
        <p:nvSpPr>
          <p:cNvPr id="3" name="Text Placeholder 2">
            <a:extLst>
              <a:ext uri="{FF2B5EF4-FFF2-40B4-BE49-F238E27FC236}">
                <a16:creationId xmlns:a16="http://schemas.microsoft.com/office/drawing/2014/main" id="{0555A2B3-21F4-F2CB-3BBB-EADB7BCC57C0}"/>
              </a:ext>
            </a:extLst>
          </p:cNvPr>
          <p:cNvSpPr>
            <a:spLocks noGrp="1"/>
          </p:cNvSpPr>
          <p:nvPr>
            <p:ph type="body" idx="1"/>
          </p:nvPr>
        </p:nvSpPr>
        <p:spPr/>
        <p:txBody>
          <a:bodyPr/>
          <a:lstStyle/>
          <a:p>
            <a:pPr marL="152400" indent="0" algn="ctr">
              <a:buNone/>
            </a:pPr>
            <a:endParaRPr lang="en-GB" i="1" dirty="0"/>
          </a:p>
          <a:p>
            <a:pPr marL="152400" indent="0" algn="ctr">
              <a:buNone/>
            </a:pPr>
            <a:endParaRPr lang="en-GB" i="1" dirty="0"/>
          </a:p>
          <a:p>
            <a:pPr marL="152400" indent="0" algn="ctr">
              <a:buNone/>
            </a:pPr>
            <a:r>
              <a:rPr lang="en-GB" i="1" dirty="0"/>
              <a:t>This is just some practical advice that I have found helpful, and is mostly my personal opinion</a:t>
            </a:r>
          </a:p>
        </p:txBody>
      </p:sp>
    </p:spTree>
    <p:extLst>
      <p:ext uri="{BB962C8B-B14F-4D97-AF65-F5344CB8AC3E}">
        <p14:creationId xmlns:p14="http://schemas.microsoft.com/office/powerpoint/2010/main" val="1207384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7B7BE-6DAD-3BE8-2F50-6E2670DEF44D}"/>
              </a:ext>
            </a:extLst>
          </p:cNvPr>
          <p:cNvSpPr>
            <a:spLocks noGrp="1"/>
          </p:cNvSpPr>
          <p:nvPr>
            <p:ph type="title"/>
          </p:nvPr>
        </p:nvSpPr>
        <p:spPr/>
        <p:txBody>
          <a:bodyPr/>
          <a:lstStyle/>
          <a:p>
            <a:r>
              <a:rPr lang="en-GB" dirty="0"/>
              <a:t>SWE with LLMs</a:t>
            </a:r>
          </a:p>
        </p:txBody>
      </p:sp>
      <p:sp>
        <p:nvSpPr>
          <p:cNvPr id="3" name="Text Placeholder 2">
            <a:extLst>
              <a:ext uri="{FF2B5EF4-FFF2-40B4-BE49-F238E27FC236}">
                <a16:creationId xmlns:a16="http://schemas.microsoft.com/office/drawing/2014/main" id="{53CB382E-BD8C-E6FF-D56E-CF424B253CFA}"/>
              </a:ext>
            </a:extLst>
          </p:cNvPr>
          <p:cNvSpPr>
            <a:spLocks noGrp="1"/>
          </p:cNvSpPr>
          <p:nvPr>
            <p:ph type="body" idx="1"/>
          </p:nvPr>
        </p:nvSpPr>
        <p:spPr/>
        <p:txBody>
          <a:bodyPr>
            <a:normAutofit fontScale="92500" lnSpcReduction="10000"/>
          </a:bodyPr>
          <a:lstStyle/>
          <a:p>
            <a:pPr marL="152400" indent="0">
              <a:buNone/>
            </a:pPr>
            <a:r>
              <a:rPr lang="en-GB" dirty="0"/>
              <a:t>Use UV</a:t>
            </a:r>
          </a:p>
          <a:p>
            <a:pPr marL="152400" indent="0">
              <a:buNone/>
            </a:pPr>
            <a:endParaRPr lang="en-GB" dirty="0"/>
          </a:p>
          <a:p>
            <a:pPr marL="152400" indent="0">
              <a:buNone/>
            </a:pPr>
            <a:r>
              <a:rPr lang="en-GB" dirty="0"/>
              <a:t>Use config files in </a:t>
            </a:r>
            <a:r>
              <a:rPr lang="en-GB" err="1">
                <a:latin typeface="Source Code Pro"/>
                <a:ea typeface="Source Code Pro"/>
              </a:rPr>
              <a:t>yaml</a:t>
            </a:r>
            <a:r>
              <a:rPr lang="en-GB" dirty="0">
                <a:latin typeface="Aptos"/>
                <a:ea typeface="Source Code Pro"/>
              </a:rPr>
              <a:t> </a:t>
            </a:r>
            <a:r>
              <a:rPr lang="en-GB" dirty="0"/>
              <a:t>format</a:t>
            </a:r>
          </a:p>
          <a:p>
            <a:pPr marL="152400" indent="0">
              <a:buNone/>
            </a:pPr>
            <a:endParaRPr lang="en-GB" dirty="0"/>
          </a:p>
          <a:p>
            <a:pPr marL="152400" indent="0">
              <a:buNone/>
            </a:pPr>
            <a:r>
              <a:rPr lang="en-GB" dirty="0"/>
              <a:t>Validate your config files</a:t>
            </a:r>
          </a:p>
          <a:p>
            <a:pPr marL="152400" indent="0">
              <a:buNone/>
            </a:pPr>
            <a:endParaRPr lang="en-GB" dirty="0"/>
          </a:p>
          <a:p>
            <a:pPr marL="152400" indent="0">
              <a:buNone/>
            </a:pPr>
            <a:r>
              <a:rPr lang="en-GB" dirty="0"/>
              <a:t>Dump output</a:t>
            </a:r>
          </a:p>
          <a:p>
            <a:pPr marL="152400" indent="0">
              <a:buNone/>
            </a:pPr>
            <a:endParaRPr lang="en-GB" dirty="0"/>
          </a:p>
          <a:p>
            <a:pPr marL="152400" indent="0">
              <a:buNone/>
            </a:pPr>
            <a:r>
              <a:rPr lang="en-GB" dirty="0"/>
              <a:t>Setup CLI</a:t>
            </a:r>
          </a:p>
          <a:p>
            <a:pPr marL="152400" indent="0">
              <a:buNone/>
            </a:pPr>
            <a:endParaRPr lang="en-GB" dirty="0"/>
          </a:p>
          <a:p>
            <a:pPr marL="152400" indent="0">
              <a:buNone/>
            </a:pPr>
            <a:r>
              <a:rPr lang="en-GB" dirty="0"/>
              <a:t>Learn to use your cloud provider SDK / CLI</a:t>
            </a:r>
          </a:p>
          <a:p>
            <a:pPr marL="152400" indent="0">
              <a:buNone/>
            </a:pPr>
            <a:endParaRPr lang="en-GB" dirty="0"/>
          </a:p>
          <a:p>
            <a:pPr marL="152400" indent="0">
              <a:buNone/>
            </a:pPr>
            <a:r>
              <a:rPr lang="en-GB" dirty="0"/>
              <a:t>Become fluent in your language</a:t>
            </a:r>
          </a:p>
        </p:txBody>
      </p:sp>
      <p:pic>
        <p:nvPicPr>
          <p:cNvPr id="4" name="Picture 3" descr="A book cover with a lizard&#10;&#10;AI-generated content may be incorrect.">
            <a:extLst>
              <a:ext uri="{FF2B5EF4-FFF2-40B4-BE49-F238E27FC236}">
                <a16:creationId xmlns:a16="http://schemas.microsoft.com/office/drawing/2014/main" id="{62C46B65-9A7D-1EBB-FCF9-E4AD83EEC54A}"/>
              </a:ext>
            </a:extLst>
          </p:cNvPr>
          <p:cNvPicPr>
            <a:picLocks noChangeAspect="1"/>
          </p:cNvPicPr>
          <p:nvPr/>
        </p:nvPicPr>
        <p:blipFill>
          <a:blip r:embed="rId2"/>
          <a:stretch>
            <a:fillRect/>
          </a:stretch>
        </p:blipFill>
        <p:spPr>
          <a:xfrm>
            <a:off x="8108511" y="943739"/>
            <a:ext cx="3460570" cy="4496504"/>
          </a:xfrm>
          <a:prstGeom prst="rect">
            <a:avLst/>
          </a:prstGeom>
        </p:spPr>
      </p:pic>
      <p:pic>
        <p:nvPicPr>
          <p:cNvPr id="7" name="Picture 6" descr="A cartoon of a toilet&#10;&#10;AI-generated content may be incorrect.">
            <a:extLst>
              <a:ext uri="{FF2B5EF4-FFF2-40B4-BE49-F238E27FC236}">
                <a16:creationId xmlns:a16="http://schemas.microsoft.com/office/drawing/2014/main" id="{658B0D22-71F0-C8D9-8597-5C6BDDAEAF0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5528162" y="8045071"/>
            <a:ext cx="1824182" cy="1824182"/>
          </a:xfrm>
          <a:prstGeom prst="rect">
            <a:avLst/>
          </a:prstGeom>
        </p:spPr>
      </p:pic>
    </p:spTree>
    <p:extLst>
      <p:ext uri="{BB962C8B-B14F-4D97-AF65-F5344CB8AC3E}">
        <p14:creationId xmlns:p14="http://schemas.microsoft.com/office/powerpoint/2010/main" val="34277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896A-1E20-8BBC-8BF1-94F3E1311CF6}"/>
              </a:ext>
            </a:extLst>
          </p:cNvPr>
          <p:cNvSpPr>
            <a:spLocks noGrp="1"/>
          </p:cNvSpPr>
          <p:nvPr>
            <p:ph type="title"/>
          </p:nvPr>
        </p:nvSpPr>
        <p:spPr/>
        <p:txBody>
          <a:bodyPr/>
          <a:lstStyle/>
          <a:p>
            <a:r>
              <a:rPr lang="en-GB" dirty="0" err="1"/>
              <a:t>Abliterated</a:t>
            </a:r>
            <a:r>
              <a:rPr lang="en-GB" dirty="0"/>
              <a:t> models</a:t>
            </a:r>
          </a:p>
        </p:txBody>
      </p:sp>
      <p:pic>
        <p:nvPicPr>
          <p:cNvPr id="4" name="Picture 3">
            <a:extLst>
              <a:ext uri="{FF2B5EF4-FFF2-40B4-BE49-F238E27FC236}">
                <a16:creationId xmlns:a16="http://schemas.microsoft.com/office/drawing/2014/main" id="{477E7DE7-8C16-CCB7-9359-F09122A60357}"/>
              </a:ext>
            </a:extLst>
          </p:cNvPr>
          <p:cNvPicPr>
            <a:picLocks noChangeAspect="1"/>
          </p:cNvPicPr>
          <p:nvPr/>
        </p:nvPicPr>
        <p:blipFill>
          <a:blip r:embed="rId3"/>
          <a:stretch>
            <a:fillRect/>
          </a:stretch>
        </p:blipFill>
        <p:spPr>
          <a:xfrm>
            <a:off x="2371725" y="2162175"/>
            <a:ext cx="7448550" cy="2533650"/>
          </a:xfrm>
          <a:prstGeom prst="rect">
            <a:avLst/>
          </a:prstGeom>
        </p:spPr>
      </p:pic>
    </p:spTree>
    <p:extLst>
      <p:ext uri="{BB962C8B-B14F-4D97-AF65-F5344CB8AC3E}">
        <p14:creationId xmlns:p14="http://schemas.microsoft.com/office/powerpoint/2010/main" val="2789234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16FF-3215-C5EF-13AA-63BC8C841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391B0-1D85-059F-B385-7C9D2D4394BF}"/>
              </a:ext>
            </a:extLst>
          </p:cNvPr>
          <p:cNvSpPr>
            <a:spLocks noGrp="1"/>
          </p:cNvSpPr>
          <p:nvPr>
            <p:ph type="title"/>
          </p:nvPr>
        </p:nvSpPr>
        <p:spPr/>
        <p:txBody>
          <a:bodyPr/>
          <a:lstStyle/>
          <a:p>
            <a:r>
              <a:rPr lang="en-GB" dirty="0"/>
              <a:t>Vintage models</a:t>
            </a:r>
          </a:p>
        </p:txBody>
      </p:sp>
      <p:pic>
        <p:nvPicPr>
          <p:cNvPr id="3" name="Picture 2">
            <a:extLst>
              <a:ext uri="{FF2B5EF4-FFF2-40B4-BE49-F238E27FC236}">
                <a16:creationId xmlns:a16="http://schemas.microsoft.com/office/drawing/2014/main" id="{52336522-62DB-2047-7E4E-2DEFD2DD8C5E}"/>
              </a:ext>
            </a:extLst>
          </p:cNvPr>
          <p:cNvPicPr>
            <a:picLocks noChangeAspect="1"/>
          </p:cNvPicPr>
          <p:nvPr/>
        </p:nvPicPr>
        <p:blipFill>
          <a:blip r:embed="rId3"/>
          <a:stretch>
            <a:fillRect/>
          </a:stretch>
        </p:blipFill>
        <p:spPr>
          <a:xfrm>
            <a:off x="2300288" y="1566863"/>
            <a:ext cx="7591425" cy="3724275"/>
          </a:xfrm>
          <a:prstGeom prst="rect">
            <a:avLst/>
          </a:prstGeom>
        </p:spPr>
      </p:pic>
    </p:spTree>
    <p:extLst>
      <p:ext uri="{BB962C8B-B14F-4D97-AF65-F5344CB8AC3E}">
        <p14:creationId xmlns:p14="http://schemas.microsoft.com/office/powerpoint/2010/main" val="3306455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AB0C-174E-1965-B0A0-761118FF96C3}"/>
              </a:ext>
            </a:extLst>
          </p:cNvPr>
          <p:cNvSpPr>
            <a:spLocks noGrp="1"/>
          </p:cNvSpPr>
          <p:nvPr>
            <p:ph type="title"/>
          </p:nvPr>
        </p:nvSpPr>
        <p:spPr/>
        <p:txBody>
          <a:bodyPr/>
          <a:lstStyle/>
          <a:p>
            <a:r>
              <a:rPr lang="en-GB" dirty="0"/>
              <a:t>Activity</a:t>
            </a:r>
          </a:p>
        </p:txBody>
      </p:sp>
      <p:sp>
        <p:nvSpPr>
          <p:cNvPr id="3" name="Text Placeholder 2">
            <a:extLst>
              <a:ext uri="{FF2B5EF4-FFF2-40B4-BE49-F238E27FC236}">
                <a16:creationId xmlns:a16="http://schemas.microsoft.com/office/drawing/2014/main" id="{F51E15EE-1E60-E22F-83DB-45AFE4B28D0B}"/>
              </a:ext>
            </a:extLst>
          </p:cNvPr>
          <p:cNvSpPr>
            <a:spLocks noGrp="1"/>
          </p:cNvSpPr>
          <p:nvPr>
            <p:ph type="body" idx="1"/>
          </p:nvPr>
        </p:nvSpPr>
        <p:spPr/>
        <p:txBody>
          <a:bodyPr/>
          <a:lstStyle/>
          <a:p>
            <a:pPr marL="608965" indent="-456565"/>
            <a:r>
              <a:rPr lang="en-GB" dirty="0"/>
              <a:t>Try out </a:t>
            </a:r>
            <a:r>
              <a:rPr lang="en-GB" dirty="0">
                <a:ea typeface="+mn-lt"/>
                <a:cs typeface="+mn-lt"/>
              </a:rPr>
              <a:t>https://talkie-lm.com/chat</a:t>
            </a:r>
            <a:endParaRPr lang="en-US" dirty="0">
              <a:ea typeface="+mn-lt"/>
              <a:cs typeface="+mn-lt"/>
            </a:endParaRPr>
          </a:p>
        </p:txBody>
      </p:sp>
    </p:spTree>
    <p:extLst>
      <p:ext uri="{BB962C8B-B14F-4D97-AF65-F5344CB8AC3E}">
        <p14:creationId xmlns:p14="http://schemas.microsoft.com/office/powerpoint/2010/main" val="1302082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495</Words>
  <Application>Microsoft Office PowerPoint</Application>
  <PresentationFormat>Widescreen</PresentationFormat>
  <Paragraphs>136</Paragraphs>
  <Slides>20</Slides>
  <Notes>3</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Source Code Pro</vt:lpstr>
      <vt:lpstr>office theme</vt:lpstr>
      <vt:lpstr>Practicalities</vt:lpstr>
      <vt:lpstr>What is the task?</vt:lpstr>
      <vt:lpstr>What is the task?</vt:lpstr>
      <vt:lpstr>Check Hugging Face</vt:lpstr>
      <vt:lpstr>Hugging Face</vt:lpstr>
      <vt:lpstr>Serving LLMs</vt:lpstr>
      <vt:lpstr>Serving LLMs</vt:lpstr>
      <vt:lpstr>Serving LLMs</vt:lpstr>
      <vt:lpstr>AI = water in the tap?</vt:lpstr>
      <vt:lpstr>Activity</vt:lpstr>
      <vt:lpstr>Political Compass</vt:lpstr>
      <vt:lpstr>PowerPoint Presentation</vt:lpstr>
      <vt:lpstr>Embeddings</vt:lpstr>
      <vt:lpstr>Frameworks</vt:lpstr>
      <vt:lpstr>PowerPoint Presentation</vt:lpstr>
      <vt:lpstr>SWE with LLMs</vt:lpstr>
      <vt:lpstr>SWE with LLMs</vt:lpstr>
      <vt:lpstr>Abliterated models</vt:lpstr>
      <vt:lpstr>Vintage models</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Radzim Sendyka</cp:lastModifiedBy>
  <cp:revision>361</cp:revision>
  <dcterms:created xsi:type="dcterms:W3CDTF">2025-09-13T11:13:31Z</dcterms:created>
  <dcterms:modified xsi:type="dcterms:W3CDTF">2026-10-21T09:01:38Z</dcterms:modified>
</cp:coreProperties>
</file>