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gif" ContentType="image/gif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1c0a46ed1d41d7" /><Relationship Type="http://schemas.openxmlformats.org/officeDocument/2006/relationships/extended-properties" Target="/docProps/app.xml" Id="Rc6b84e596225420d" /><Relationship Type="http://schemas.openxmlformats.org/officeDocument/2006/relationships/officeDocument" Target="/ppt/presentation.xml" Id="R610745f6ba7f4b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daecc2612245c9"/>
  </p:sldMasterIdLst>
  <p:notesMasterIdLst>
    <p:notesMasterId xmlns:r="http://schemas.openxmlformats.org/officeDocument/2006/relationships" r:id="R5a14cabf3bc745cd"/>
  </p:notesMasterIdLst>
  <p:sldIdLst>
    <p:sldId xmlns:r="http://schemas.openxmlformats.org/officeDocument/2006/relationships" id="256" r:id="Rb6388025c28e499b"/>
    <p:sldId xmlns:r="http://schemas.openxmlformats.org/officeDocument/2006/relationships" id="257" r:id="R2bc79daff0964428"/>
    <p:sldId xmlns:r="http://schemas.openxmlformats.org/officeDocument/2006/relationships" id="258" r:id="R1f037a3d660947c8"/>
    <p:sldId xmlns:r="http://schemas.openxmlformats.org/officeDocument/2006/relationships" id="259" r:id="Rd55e48d17e1942bd"/>
    <p:sldId xmlns:r="http://schemas.openxmlformats.org/officeDocument/2006/relationships" id="260" r:id="R9a7bf6f95d0a4c3b"/>
    <p:sldId xmlns:r="http://schemas.openxmlformats.org/officeDocument/2006/relationships" id="261" r:id="R95fb5ac4107f47bf"/>
    <p:sldId xmlns:r="http://schemas.openxmlformats.org/officeDocument/2006/relationships" id="262" r:id="R40366aeb0932447a"/>
    <p:sldId xmlns:r="http://schemas.openxmlformats.org/officeDocument/2006/relationships" id="263" r:id="R6bdfaa79959d43e1"/>
    <p:sldId xmlns:r="http://schemas.openxmlformats.org/officeDocument/2006/relationships" id="264" r:id="R38d35521a0d248d7"/>
    <p:sldId xmlns:r="http://schemas.openxmlformats.org/officeDocument/2006/relationships" id="265" r:id="Rca4e62f058d94189"/>
    <p:sldId xmlns:r="http://schemas.openxmlformats.org/officeDocument/2006/relationships" id="266" r:id="Reb2f1cc86a844bef"/>
    <p:sldId xmlns:r="http://schemas.openxmlformats.org/officeDocument/2006/relationships" id="267" r:id="Re89ddb8f62be438b"/>
    <p:sldId xmlns:r="http://schemas.openxmlformats.org/officeDocument/2006/relationships" id="268" r:id="Rf698e6a9b1964d10"/>
    <p:sldId xmlns:r="http://schemas.openxmlformats.org/officeDocument/2006/relationships" id="269" r:id="Rfe6e4d05834f4709"/>
    <p:sldId xmlns:r="http://schemas.openxmlformats.org/officeDocument/2006/relationships" id="270" r:id="R902ea4813a4a4609"/>
    <p:sldId xmlns:r="http://schemas.openxmlformats.org/officeDocument/2006/relationships" id="271" r:id="Rb184fb0f46d64c43"/>
    <p:sldId xmlns:r="http://schemas.openxmlformats.org/officeDocument/2006/relationships" id="272" r:id="R6f64bac761a6463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fa69c9786b4d2e" /><Relationship Type="http://schemas.openxmlformats.org/officeDocument/2006/relationships/slideMaster" Target="/ppt/slideMasters/slideMaster1.xml" Id="R2bdaecc2612245c9" /><Relationship Type="http://schemas.openxmlformats.org/officeDocument/2006/relationships/notesMaster" Target="/ppt/notesMasters/notesMaster1.xml" Id="R5a14cabf3bc745cd" /><Relationship Type="http://schemas.openxmlformats.org/officeDocument/2006/relationships/presProps" Target="/ppt/presProps.xml" Id="R504d4f762bfb42ae" /><Relationship Type="http://schemas.openxmlformats.org/officeDocument/2006/relationships/viewProps" Target="/ppt/viewProps.xml" Id="R660cafdc1e904cd1" /><Relationship Type="http://schemas.openxmlformats.org/officeDocument/2006/relationships/tableStyles" Target="/ppt/tableStyles.xml" Id="R26bbbdb226bf4fb6" /><Relationship Type="http://schemas.openxmlformats.org/officeDocument/2006/relationships/slide" Target="/ppt/slides/slide1.xml" Id="Rb6388025c28e499b" /><Relationship Type="http://schemas.openxmlformats.org/officeDocument/2006/relationships/slide" Target="/ppt/slides/slide2.xml" Id="R2bc79daff0964428" /><Relationship Type="http://schemas.openxmlformats.org/officeDocument/2006/relationships/slide" Target="/ppt/slides/slide3.xml" Id="R1f037a3d660947c8" /><Relationship Type="http://schemas.openxmlformats.org/officeDocument/2006/relationships/slide" Target="/ppt/slides/slide4.xml" Id="Rd55e48d17e1942bd" /><Relationship Type="http://schemas.openxmlformats.org/officeDocument/2006/relationships/slide" Target="/ppt/slides/slide5.xml" Id="R9a7bf6f95d0a4c3b" /><Relationship Type="http://schemas.openxmlformats.org/officeDocument/2006/relationships/slide" Target="/ppt/slides/slide6.xml" Id="R95fb5ac4107f47bf" /><Relationship Type="http://schemas.openxmlformats.org/officeDocument/2006/relationships/slide" Target="/ppt/slides/slide7.xml" Id="R40366aeb0932447a" /><Relationship Type="http://schemas.openxmlformats.org/officeDocument/2006/relationships/slide" Target="/ppt/slides/slide8.xml" Id="R6bdfaa79959d43e1" /><Relationship Type="http://schemas.openxmlformats.org/officeDocument/2006/relationships/slide" Target="/ppt/slides/slide9.xml" Id="R38d35521a0d248d7" /><Relationship Type="http://schemas.openxmlformats.org/officeDocument/2006/relationships/slide" Target="/ppt/slides/slide10.xml" Id="Rca4e62f058d94189" /><Relationship Type="http://schemas.openxmlformats.org/officeDocument/2006/relationships/slide" Target="/ppt/slides/slide11.xml" Id="Reb2f1cc86a844bef" /><Relationship Type="http://schemas.openxmlformats.org/officeDocument/2006/relationships/slide" Target="/ppt/slides/slide12.xml" Id="Re89ddb8f62be438b" /><Relationship Type="http://schemas.openxmlformats.org/officeDocument/2006/relationships/slide" Target="/ppt/slides/slide13.xml" Id="Rf698e6a9b1964d10" /><Relationship Type="http://schemas.openxmlformats.org/officeDocument/2006/relationships/slide" Target="/ppt/slides/slide14.xml" Id="Rfe6e4d05834f4709" /><Relationship Type="http://schemas.openxmlformats.org/officeDocument/2006/relationships/slide" Target="/ppt/slides/slide15.xml" Id="R902ea4813a4a4609" /><Relationship Type="http://schemas.openxmlformats.org/officeDocument/2006/relationships/slide" Target="/ppt/slides/slide16.xml" Id="Rb184fb0f46d64c43" /><Relationship Type="http://schemas.openxmlformats.org/officeDocument/2006/relationships/slide" Target="/ppt/slides/slide17.xml" Id="R6f64bac761a6463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a147b5c0bd241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c257a63f014749" /><Relationship Type="http://schemas.openxmlformats.org/officeDocument/2006/relationships/notesMaster" Target="/ppt/notesMasters/notesMaster1.xml" Id="R375ab0773e1941a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98510b2c4e84903" /><Relationship Type="http://schemas.openxmlformats.org/officeDocument/2006/relationships/notesMaster" Target="/ppt/notesMasters/notesMaster1.xml" Id="R234390a9eaa8497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00b77da70d45c6" /><Relationship Type="http://schemas.openxmlformats.org/officeDocument/2006/relationships/notesMaster" Target="/ppt/notesMasters/notesMaster1.xml" Id="R8a67867257cb4ac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83acbb0b1fa41df" /><Relationship Type="http://schemas.openxmlformats.org/officeDocument/2006/relationships/notesMaster" Target="/ppt/notesMasters/notesMaster1.xml" Id="R25b10e5bc0dd4a0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12af920a6494d4c" /><Relationship Type="http://schemas.openxmlformats.org/officeDocument/2006/relationships/notesMaster" Target="/ppt/notesMasters/notesMaster1.xml" Id="Re70d95048e7449a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e6a179e63f84d1f" /><Relationship Type="http://schemas.openxmlformats.org/officeDocument/2006/relationships/notesMaster" Target="/ppt/notesMasters/notesMaster1.xml" Id="R0c05847245224b3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0d9b313f69b4d56" /><Relationship Type="http://schemas.openxmlformats.org/officeDocument/2006/relationships/notesMaster" Target="/ppt/notesMasters/notesMaster1.xml" Id="R03f9ad801f854a7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c6926b322da41a8" /><Relationship Type="http://schemas.openxmlformats.org/officeDocument/2006/relationships/notesMaster" Target="/ppt/notesMasters/notesMaster1.xml" Id="R9de10a3652484ef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ec67a7fab654fb6" /><Relationship Type="http://schemas.openxmlformats.org/officeDocument/2006/relationships/notesMaster" Target="/ppt/notesMasters/notesMaster1.xml" Id="R1739751aa493488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968614389ae4a41" /><Relationship Type="http://schemas.openxmlformats.org/officeDocument/2006/relationships/notesMaster" Target="/ppt/notesMasters/notesMaster1.xml" Id="Racaecc6a0d2944f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8121ca107cb49d9" /><Relationship Type="http://schemas.openxmlformats.org/officeDocument/2006/relationships/notesMaster" Target="/ppt/notesMasters/notesMaster1.xml" Id="R0d59a002e173488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288d754b0874579" /><Relationship Type="http://schemas.openxmlformats.org/officeDocument/2006/relationships/notesMaster" Target="/ppt/notesMasters/notesMaster1.xml" Id="Re95b57c3250147a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e6fd814e40d4130" /><Relationship Type="http://schemas.openxmlformats.org/officeDocument/2006/relationships/notesMaster" Target="/ppt/notesMasters/notesMaster1.xml" Id="R8f0b0cfe513c492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22a59ce1aea45a9" /><Relationship Type="http://schemas.openxmlformats.org/officeDocument/2006/relationships/notesMaster" Target="/ppt/notesMasters/notesMaster1.xml" Id="R1a62f042a476485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eab6acc9f16401c" /><Relationship Type="http://schemas.openxmlformats.org/officeDocument/2006/relationships/notesMaster" Target="/ppt/notesMasters/notesMaster1.xml" Id="R2a6ff9dcb88e4e7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1e2f37c02374651" /><Relationship Type="http://schemas.openxmlformats.org/officeDocument/2006/relationships/notesMaster" Target="/ppt/notesMasters/notesMaster1.xml" Id="Rb8dff306c7a746a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03e00e8568e4bf2" /><Relationship Type="http://schemas.openxmlformats.org/officeDocument/2006/relationships/notesMaster" Target="/ppt/notesMasters/notesMaster1.xml" Id="R77718667239a45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2575d3dab347f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5d01fa1224474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e5ea4fe7124e8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88a702d21d4f8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64d6626de0459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ffeff17c1b42d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5c2dbe38e94e3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c70593571040c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53619716234f4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651b19067e4d8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86b3cf01dd4a06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D91AF58-6276-4A9D-BAD1-13F9DA5DE9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E8072DF-5DD3-4E49-A2B4-EDDBC9942E7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A095E63-8472-4AFA-8D2E-ADEEB1F50D4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6CE7D5-CF57-46EF-B807-FDD0502418D4}" type="datetimeFigureOut">
              <a:t>9/21/26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8B06F2-0B08-4B5D-A20F-657B81EEF70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999BB7B-C7D9-4D8D-9E6D-57F26CB90D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30EA680-D336-4FF7-8B7A-9848BB0A1C32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05E1D6E-559C-4A0D-94DE-A6EC0AECB4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9D6978A-C09D-4C01-ABF1-871AA9B7379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1194089-9EFF-4FAB-8B41-C1FAF79560C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6CE7D5-CF57-46EF-B807-FDD0502418D4}" type="datetimeFigureOut">
              <a:t>9/21/26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6ED6A76-95DE-4BD4-AE0E-18BA5992014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3443C9B-6D3C-453F-AFB9-412AF48286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30EA680-D336-4FF7-8B7A-9848BB0A1C32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87CAC34-C9D6-47EB-A847-8490EDA934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C5DB081-2818-4E4B-8215-8FA9E1D4626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AA76E7D-C04D-4806-8CC5-16500BAF0D2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6CE7D5-CF57-46EF-B807-FDD0502418D4}" type="datetimeFigureOut">
              <a:t>9/21/26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7DCD2F7-3C7D-4B5D-A21F-3C0CA57C6DF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A15312E-D4E8-4AF2-8FDD-F8903009C8B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30EA680-D336-4FF7-8B7A-9848BB0A1C32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649C8E1-3899-49A8-AFA5-E538ED75CF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61FC955-70A9-4DAA-AA64-19DC9D04B8B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595E509-4ECA-4B77-A9A4-57B59B4AC95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6157309-9850-4E1B-B012-747F727E83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6CE7D5-CF57-46EF-B807-FDD0502418D4}" type="datetimeFigureOut">
              <a:t>9/21/26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E80D6A6-259A-4498-90F1-03AB1BBBEDF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E4DDB57-2D53-44FE-8E81-B9519CC6F5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30EA680-D336-4FF7-8B7A-9848BB0A1C32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139AA53-C539-45ED-B184-485770E60C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7F273F5-4567-4ED0-9567-218687928D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CD1F777-9BFA-4B86-A4AE-625B3C154C1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41D88EB3-5DC6-4F83-8B84-4B48176F79C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0C74FDBF-2713-4067-B6D2-F2ECB8B9577E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713D99EB-00A9-4371-886E-4AAD5CB4E0A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6CE7D5-CF57-46EF-B807-FDD0502418D4}" type="datetimeFigureOut">
              <a:t>9/21/26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E16E1763-CEC4-44A3-B6E8-98BE882E4C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FF19D9A4-223E-40C5-B1C6-6813E2E4777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30EA680-D336-4FF7-8B7A-9848BB0A1C32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B3183A3-0DD1-46DC-A1DF-EAAE6B58BE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EEC82633-69D4-4D9E-BE69-82566496C7A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6CE7D5-CF57-46EF-B807-FDD0502418D4}" type="datetimeFigureOut">
              <a:t>9/21/26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B3265576-617F-4546-A0CD-A33291CB28C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5E60593E-7965-413B-9A2C-B15CE3216FA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30EA680-D336-4FF7-8B7A-9848BB0A1C32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DFDA5A57-F8B8-44B6-8E3C-617182E38B7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6CE7D5-CF57-46EF-B807-FDD0502418D4}" type="datetimeFigureOut">
              <a:t>9/21/26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9727B9F-FD46-48B9-A46E-7631AEEF2CA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C281CBC7-50BE-4A80-8675-FD9F61531C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30EA680-D336-4FF7-8B7A-9848BB0A1C32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F50BE0C-9648-4342-A91D-8642953AF4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8C6A04C-A85B-4002-945B-27E5FF12EDC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F7430E7-D368-4881-920B-E39BD4C7F88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29A3DAC-4524-4501-BA44-9D47CC497CE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6CE7D5-CF57-46EF-B807-FDD0502418D4}" type="datetimeFigureOut">
              <a:t>9/21/26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CB41AAF-2C74-4044-A095-6AB660AB8FB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B932C05-2CC5-4460-B61F-F6869A659E1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30EA680-D336-4FF7-8B7A-9848BB0A1C32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9458384-884D-48E2-89C9-563AB97D54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972A7150-1816-47A3-8ED5-8B9CEFD84F1D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4226EA5-FDDD-4FED-9D31-2945EF45C6D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23000AD-5341-4A4B-BF19-6DFAC268185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6CE7D5-CF57-46EF-B807-FDD0502418D4}" type="datetimeFigureOut">
              <a:t>9/21/26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8D3B536-051B-4AD2-8994-67FBE073941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327466B-1295-4D86-B20A-AF079953DB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30EA680-D336-4FF7-8B7A-9848BB0A1C32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7C92FA5-908D-4CD4-865F-4C855BD3D5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965D95BA-6285-4502-A5F4-F49438B782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B93FAB6-2559-41B3-BF2C-63A2D9993D6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6CE7D5-CF57-46EF-B807-FDD0502418D4}" type="datetimeFigureOut">
              <a:t>9/21/26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6EE8420-B56A-4E61-887F-B140E38FF30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185F79-767C-41C5-91CE-1429A1946E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30EA680-D336-4FF7-8B7A-9848BB0A1C32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85C57677-3FE9-4A46-843A-249F102946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1983680-E837-4392-BCBF-06DE9797BB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06F91C0-BA6C-454E-9FA4-11E55416F21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6CE7D5-CF57-46EF-B807-FDD0502418D4}" type="datetimeFigureOut">
              <a:t>9/21/26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2DA6CB2-787A-4822-AFDD-94849653F1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B7987A0-456F-4701-8DAD-782156E3667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30EA680-D336-4FF7-8B7A-9848BB0A1C32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0019abed5f41e6" /><Relationship Type="http://schemas.openxmlformats.org/officeDocument/2006/relationships/slideLayout" Target="/ppt/slideLayouts/slideLayout1.xml" Id="R85b701466a894e80" /><Relationship Type="http://schemas.openxmlformats.org/officeDocument/2006/relationships/slideLayout" Target="/ppt/slideLayouts/slideLayout2.xml" Id="Rcb3df30c37b14368" /><Relationship Type="http://schemas.openxmlformats.org/officeDocument/2006/relationships/slideLayout" Target="/ppt/slideLayouts/slideLayout3.xml" Id="R1c177233976242f3" /><Relationship Type="http://schemas.openxmlformats.org/officeDocument/2006/relationships/slideLayout" Target="/ppt/slideLayouts/slideLayout4.xml" Id="R5c50a8416a5b4f07" /><Relationship Type="http://schemas.openxmlformats.org/officeDocument/2006/relationships/slideLayout" Target="/ppt/slideLayouts/slideLayout5.xml" Id="Ra4a77352e9c04e09" /><Relationship Type="http://schemas.openxmlformats.org/officeDocument/2006/relationships/slideLayout" Target="/ppt/slideLayouts/slideLayout6.xml" Id="R1cc92218be7f48c2" /><Relationship Type="http://schemas.openxmlformats.org/officeDocument/2006/relationships/slideLayout" Target="/ppt/slideLayouts/slideLayout7.xml" Id="R52074dd8fa014152" /><Relationship Type="http://schemas.openxmlformats.org/officeDocument/2006/relationships/slideLayout" Target="/ppt/slideLayouts/slideLayout8.xml" Id="Rb6aa8335eca546d1" /><Relationship Type="http://schemas.openxmlformats.org/officeDocument/2006/relationships/slideLayout" Target="/ppt/slideLayouts/slideLayout9.xml" Id="R7aa9b410fdbb4768" /><Relationship Type="http://schemas.openxmlformats.org/officeDocument/2006/relationships/slideLayout" Target="/ppt/slideLayouts/slideLayout10.xml" Id="R2d7f1b6126404e61" /><Relationship Type="http://schemas.openxmlformats.org/officeDocument/2006/relationships/slideLayout" Target="/ppt/slideLayouts/slideLayout11.xml" Id="R27d08fd02de4494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FA3BDD5-FB95-4EEC-A9A9-CECA5C4C11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E962BA9-9618-4F0A-863C-57308A6A821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8DFC017-7490-44F7-90E9-427BF1EDBB5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846CE7D5-CF57-46EF-B807-FDD0502418D4}" type="datetimeFigureOut">
              <a:t>9/21/26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7F18DF-9964-4052-93DA-8DF0E2FABCC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215F7AC-A206-4561-B095-1DCD398E8DE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330EA680-D336-4FF7-8B7A-9848BB0A1C32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5b701466a894e80"/>
    <p:sldLayoutId xmlns:r="http://schemas.openxmlformats.org/officeDocument/2006/relationships" id="2147483650" r:id="Rcb3df30c37b14368"/>
    <p:sldLayoutId xmlns:r="http://schemas.openxmlformats.org/officeDocument/2006/relationships" id="2147483651" r:id="R1c177233976242f3"/>
    <p:sldLayoutId xmlns:r="http://schemas.openxmlformats.org/officeDocument/2006/relationships" id="2147483652" r:id="R5c50a8416a5b4f07"/>
    <p:sldLayoutId xmlns:r="http://schemas.openxmlformats.org/officeDocument/2006/relationships" id="2147483653" r:id="Ra4a77352e9c04e09"/>
    <p:sldLayoutId xmlns:r="http://schemas.openxmlformats.org/officeDocument/2006/relationships" id="2147483654" r:id="R1cc92218be7f48c2"/>
    <p:sldLayoutId xmlns:r="http://schemas.openxmlformats.org/officeDocument/2006/relationships" id="2147483655" r:id="R52074dd8fa014152"/>
    <p:sldLayoutId xmlns:r="http://schemas.openxmlformats.org/officeDocument/2006/relationships" id="2147483656" r:id="Rb6aa8335eca546d1"/>
    <p:sldLayoutId xmlns:r="http://schemas.openxmlformats.org/officeDocument/2006/relationships" id="2147483657" r:id="R7aa9b410fdbb4768"/>
    <p:sldLayoutId xmlns:r="http://schemas.openxmlformats.org/officeDocument/2006/relationships" id="2147483658" r:id="R2d7f1b6126404e61"/>
    <p:sldLayoutId xmlns:r="http://schemas.openxmlformats.org/officeDocument/2006/relationships" id="2147483659" r:id="R27d08fd02de4494a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3efba12be645b0" /><Relationship Type="http://schemas.openxmlformats.org/officeDocument/2006/relationships/image" Target="/ppt/media/image.png" Id="R2b1da3dd50f244d7" /><Relationship Type="http://schemas.openxmlformats.org/officeDocument/2006/relationships/notesSlide" Target="/ppt/notesSlides/notesSlide1.xml" Id="R4cf27020d46948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465dd2015d4bb0" /><Relationship Type="http://schemas.openxmlformats.org/officeDocument/2006/relationships/image" Target="/ppt/media/image.jpeg" Id="Rfb414e54aa244f10" /><Relationship Type="http://schemas.openxmlformats.org/officeDocument/2006/relationships/notesSlide" Target="/ppt/notesSlides/notesSlide2.xml" Id="R49f7d49baf56452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cb0012bbe440f4" /><Relationship Type="http://schemas.openxmlformats.org/officeDocument/2006/relationships/image" Target="/ppt/media/image2.jpeg" Id="Rd487b488cb4e4b06" /><Relationship Type="http://schemas.openxmlformats.org/officeDocument/2006/relationships/image" Target="/ppt/media/image2.png" Id="Rcd73855fc06944c3" /><Relationship Type="http://schemas.openxmlformats.org/officeDocument/2006/relationships/notesSlide" Target="/ppt/notesSlides/notesSlide3.xml" Id="Rcd076bcf2cb140e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d08d9d3a1c4623" /><Relationship Type="http://schemas.openxmlformats.org/officeDocument/2006/relationships/image" Target="/ppt/media/image.gif" Id="R301ae83785b7470d" /><Relationship Type="http://schemas.openxmlformats.org/officeDocument/2006/relationships/image" Target="/ppt/media/image2.png" Id="R5729837d4f464297" /><Relationship Type="http://schemas.openxmlformats.org/officeDocument/2006/relationships/notesSlide" Target="/ppt/notesSlides/notesSlide4.xml" Id="R87ff5d497c4f402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9ea0154efc44a4" /><Relationship Type="http://schemas.openxmlformats.org/officeDocument/2006/relationships/image" Target="/ppt/media/image3.png" Id="R8252323a8fff4e77" /><Relationship Type="http://schemas.openxmlformats.org/officeDocument/2006/relationships/notesSlide" Target="/ppt/notesSlides/notesSlide5.xml" Id="R866be4e63811479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20c5eb255e48b4" /><Relationship Type="http://schemas.openxmlformats.org/officeDocument/2006/relationships/image" Target="/ppt/media/image4.png" Id="R1ed1675fcca547a0" /><Relationship Type="http://schemas.openxmlformats.org/officeDocument/2006/relationships/notesSlide" Target="/ppt/notesSlides/notesSlide6.xml" Id="R5199476bd1d8420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f783f46c464ba9" /><Relationship Type="http://schemas.openxmlformats.org/officeDocument/2006/relationships/image" Target="/ppt/media/image5.png" Id="Rb72635501fe04b01" /><Relationship Type="http://schemas.openxmlformats.org/officeDocument/2006/relationships/image" Target="/ppt/media/image.svg" Id="Rdb02badcf6c24d21" /><Relationship Type="http://schemas.openxmlformats.org/officeDocument/2006/relationships/notesSlide" Target="/ppt/notesSlides/notesSlide7.xml" Id="Rbd3216be7b9348b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0c6216ccd241ae" /><Relationship Type="http://schemas.openxmlformats.org/officeDocument/2006/relationships/image" Target="/ppt/media/image6.png" Id="Rf4ee2a196912406a" /><Relationship Type="http://schemas.openxmlformats.org/officeDocument/2006/relationships/image" Target="/ppt/media/image7.png" Id="R34fccd72252942b2" /><Relationship Type="http://schemas.openxmlformats.org/officeDocument/2006/relationships/notesSlide" Target="/ppt/notesSlides/notesSlide8.xml" Id="R121ad2070e8342b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c7c0f78c7e4109" /><Relationship Type="http://schemas.openxmlformats.org/officeDocument/2006/relationships/image" Target="/ppt/media/image8.png" Id="R14ad682509224e39" /><Relationship Type="http://schemas.openxmlformats.org/officeDocument/2006/relationships/image" Target="/ppt/media/image9.png" Id="Ra0e2e8847902462c" /><Relationship Type="http://schemas.openxmlformats.org/officeDocument/2006/relationships/notesSlide" Target="/ppt/notesSlides/notesSlide9.xml" Id="Re1cbfa2d4cc74fd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13f36940d341c6" /><Relationship Type="http://schemas.openxmlformats.org/officeDocument/2006/relationships/image" Target="/ppt/media/image10.png" Id="Rd606f2d0f3d34768" /><Relationship Type="http://schemas.openxmlformats.org/officeDocument/2006/relationships/image" Target="/ppt/media/image11.png" Id="R775d8169fa224e83" /><Relationship Type="http://schemas.openxmlformats.org/officeDocument/2006/relationships/notesSlide" Target="/ppt/notesSlides/notesSlide10.xml" Id="R942e318381194d4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4c66c8f563477d" /><Relationship Type="http://schemas.openxmlformats.org/officeDocument/2006/relationships/image" Target="/ppt/media/image12.png" Id="R35806880a67748fd" /><Relationship Type="http://schemas.openxmlformats.org/officeDocument/2006/relationships/image" Target="/ppt/media/image13.png" Id="Rf5418938b8054c93" /><Relationship Type="http://schemas.openxmlformats.org/officeDocument/2006/relationships/notesSlide" Target="/ppt/notesSlides/notesSlide11.xml" Id="Ra01ceb8bf5394d6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9f16555bae4e3d" /><Relationship Type="http://schemas.openxmlformats.org/officeDocument/2006/relationships/image" Target="/ppt/media/image3.jpeg" Id="R2ebccfdfffde4d33" /><Relationship Type="http://schemas.openxmlformats.org/officeDocument/2006/relationships/notesSlide" Target="/ppt/notesSlides/notesSlide12.xml" Id="Rc04d65d79a75416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a5d388e7bc413d" /><Relationship Type="http://schemas.openxmlformats.org/officeDocument/2006/relationships/notesSlide" Target="/ppt/notesSlides/notesSlide13.xml" Id="Rf868a32bbfe5492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83ed72f6e14887" /><Relationship Type="http://schemas.openxmlformats.org/officeDocument/2006/relationships/notesSlide" Target="/ppt/notesSlides/notesSlide14.xml" Id="Rab0c3eccf48741d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11a0c89c454583" /><Relationship Type="http://schemas.openxmlformats.org/officeDocument/2006/relationships/notesSlide" Target="/ppt/notesSlides/notesSlide15.xml" Id="R4e22410e7d46424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78789d142045a3" /><Relationship Type="http://schemas.openxmlformats.org/officeDocument/2006/relationships/image" Target="/ppt/media/image14.png" Id="R15e6c74ef9e64a55" /><Relationship Type="http://schemas.openxmlformats.org/officeDocument/2006/relationships/image" Target="/ppt/media/image15.png" Id="R13dcc3605ccf4876" /><Relationship Type="http://schemas.openxmlformats.org/officeDocument/2006/relationships/notesSlide" Target="/ppt/notesSlides/notesSlide16.xml" Id="Rcf5b8e32cf4b41c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3cafe6778b4e29" /><Relationship Type="http://schemas.openxmlformats.org/officeDocument/2006/relationships/notesSlide" Target="/ppt/notesSlides/notesSlide17.xml" Id="R77e4b9eef2234de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C298EE-FD65-454F-81D2-DF6B24C62C5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The hardware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2CF5A48-AABE-4BF3-AB0A-8EDA7B88542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AI is expensive...</a:t>
            </a:r>
          </a:p>
        </p:txBody>
      </p:sp>
      <p:pic>
        <p:nvPicPr>
          <p:cNvPr id="57" name="Picture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1da3dd50f244d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1276" y="3109597"/>
            <a:ext cx="2018744" cy="3084347"/>
          </a:xfrm>
          <a:prstGeom xmlns:a="http://schemas.openxmlformats.org/drawingml/2006/main" prst="rect">
            <a:avLst/>
          </a:prstGeom>
        </p:spPr>
      </p:pic>
      <p:sp>
        <p:nvSpPr>
          <p:cNvPr id="33" name="Flowchart: Connector 32">
            <a:extLst xmlns:a="http://schemas.openxmlformats.org/drawingml/2006/main">
              <a:ext uri="{FF2B5EF4-FFF2-40B4-BE49-F238E27FC236}">
                <a16:creationId xmlns:a16="http://schemas.microsoft.com/office/drawing/2014/main" id="{C738EEAC-5AB6-1C32-4159-4CDB03145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1233" y="5787214"/>
            <a:ext cx="221952" cy="237294"/>
          </a:xfrm>
          <a:custGeom xmlns:a="http://schemas.openxmlformats.org/drawingml/2006/main">
            <a:gdLst>
              <a:gd name="csX0" fmla="*/ 0 w 221952"/>
              <a:gd name="csY0" fmla="*/ 118647 h 237294"/>
              <a:gd name="csX1" fmla="*/ 110976 w 221952"/>
              <a:gd name="csY1" fmla="*/ 0 h 237294"/>
              <a:gd name="csX2" fmla="*/ 221952 w 221952"/>
              <a:gd name="csY2" fmla="*/ 118647 h 237294"/>
              <a:gd name="csX3" fmla="*/ 110976 w 221952"/>
              <a:gd name="csY3" fmla="*/ 237294 h 237294"/>
              <a:gd name="csX4" fmla="*/ 0 w 221952"/>
              <a:gd name="csY4" fmla="*/ 118647 h 237294"/>
            </a:gdLst>
            <a:rect l="l" t="t" r="r" b="b"/>
            <a:pathLst>
              <a:path w="221952" h="237294">
                <a:moveTo>
                  <a:pt x="0" y="118647"/>
                </a:moveTo>
                <a:cubicBezTo>
                  <a:pt x="-1073" y="51741"/>
                  <a:pt x="45286" y="-3941"/>
                  <a:pt x="110976" y="0"/>
                </a:cubicBezTo>
                <a:cubicBezTo>
                  <a:pt x="181556" y="-10600"/>
                  <a:pt x="228892" y="60792"/>
                  <a:pt x="221952" y="118647"/>
                </a:cubicBezTo>
                <a:cubicBezTo>
                  <a:pt x="210669" y="188861"/>
                  <a:pt x="176239" y="229372"/>
                  <a:pt x="110976" y="237294"/>
                </a:cubicBezTo>
                <a:cubicBezTo>
                  <a:pt x="55130" y="237772"/>
                  <a:pt x="-374" y="186746"/>
                  <a:pt x="0" y="118647"/>
                </a:cubicBezTo>
                <a:close/>
              </a:path>
              <a:path w="221952" h="237294">
                <a:moveTo>
                  <a:pt x="0" y="118647"/>
                </a:moveTo>
                <a:cubicBezTo>
                  <a:pt x="-2353" y="45735"/>
                  <a:pt x="36539" y="1132"/>
                  <a:pt x="110976" y="0"/>
                </a:cubicBezTo>
                <a:cubicBezTo>
                  <a:pt x="171325" y="1311"/>
                  <a:pt x="220694" y="51798"/>
                  <a:pt x="221952" y="118647"/>
                </a:cubicBezTo>
                <a:cubicBezTo>
                  <a:pt x="226735" y="192259"/>
                  <a:pt x="180310" y="239462"/>
                  <a:pt x="110976" y="237294"/>
                </a:cubicBezTo>
                <a:cubicBezTo>
                  <a:pt x="47513" y="238802"/>
                  <a:pt x="-5168" y="179523"/>
                  <a:pt x="0" y="118647"/>
                </a:cubicBezTo>
                <a:close/>
              </a:path>
            </a:pathLst>
          </a:custGeom>
          <a:ln xmlns:a="http://schemas.openxmlformats.org/drawingml/2006/main" w="28575"/>
        </p:spPr>
        <p:style>
          <a:lnRef xmlns:a="http://schemas.openxmlformats.org/drawingml/2006/main" idx="2">
            <a:schemeClr val="accent5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5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lIns="91440" tIns="45720" rIns="91440" bIns="45720" anchor="ctr"/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1600"/>
              <a:t>0</a:t>
            </a:r>
          </a:p>
        </p:txBody>
      </p:sp>
      <p:sp>
        <p:nvSpPr>
          <p:cNvPr id="43" name="TextBox 7">
            <a:extLst xmlns:a="http://schemas.openxmlformats.org/drawingml/2006/main">
              <a:ext uri="{FF2B5EF4-FFF2-40B4-BE49-F238E27FC236}">
                <a16:creationId xmlns:a16="http://schemas.microsoft.com/office/drawing/2014/main" id="{78585F36-EAF0-780C-9B6D-36E159BE7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10" y="3630873"/>
            <a:ext cx="1351720" cy="338554"/>
          </a:xfrm>
          <a:custGeom xmlns:a="http://schemas.openxmlformats.org/drawingml/2006/main">
            <a:gdLst>
              <a:gd name="csX0" fmla="*/ 0 w 1351720"/>
              <a:gd name="csY0" fmla="*/ 0 h 338554"/>
              <a:gd name="csX1" fmla="*/ 635308 w 1351720"/>
              <a:gd name="csY1" fmla="*/ 0 h 338554"/>
              <a:gd name="csX2" fmla="*/ 1351720 w 1351720"/>
              <a:gd name="csY2" fmla="*/ 0 h 338554"/>
              <a:gd name="csX3" fmla="*/ 1351720 w 1351720"/>
              <a:gd name="csY3" fmla="*/ 338554 h 338554"/>
              <a:gd name="csX4" fmla="*/ 648826 w 1351720"/>
              <a:gd name="csY4" fmla="*/ 338554 h 338554"/>
              <a:gd name="csX5" fmla="*/ 0 w 1351720"/>
              <a:gd name="csY5" fmla="*/ 338554 h 338554"/>
              <a:gd name="csX6" fmla="*/ 0 w 1351720"/>
              <a:gd name="csY6" fmla="*/ 0 h 338554"/>
            </a:gdLst>
            <a:rect l="l" t="t" r="r" b="b"/>
            <a:pathLst>
              <a:path w="1351720" h="338554">
                <a:moveTo>
                  <a:pt x="0" y="0"/>
                </a:moveTo>
                <a:cubicBezTo>
                  <a:pt x="143396" y="-25832"/>
                  <a:pt x="453550" y="4788"/>
                  <a:pt x="635308" y="0"/>
                </a:cubicBezTo>
                <a:cubicBezTo>
                  <a:pt x="817066" y="-4788"/>
                  <a:pt x="1054450" y="34900"/>
                  <a:pt x="1351720" y="0"/>
                </a:cubicBezTo>
                <a:cubicBezTo>
                  <a:pt x="1354533" y="77488"/>
                  <a:pt x="1351384" y="251748"/>
                  <a:pt x="1351720" y="338554"/>
                </a:cubicBezTo>
                <a:cubicBezTo>
                  <a:pt x="1126929" y="310424"/>
                  <a:pt x="985853" y="342082"/>
                  <a:pt x="648826" y="338554"/>
                </a:cubicBezTo>
                <a:cubicBezTo>
                  <a:pt x="311799" y="335026"/>
                  <a:pt x="271547" y="361133"/>
                  <a:pt x="0" y="338554"/>
                </a:cubicBezTo>
                <a:cubicBezTo>
                  <a:pt x="-4482" y="202414"/>
                  <a:pt x="1032" y="167563"/>
                  <a:pt x="0" y="0"/>
                </a:cubicBezTo>
                <a:close/>
              </a:path>
              <a:path w="1351720" h="338554">
                <a:moveTo>
                  <a:pt x="0" y="0"/>
                </a:moveTo>
                <a:cubicBezTo>
                  <a:pt x="159052" y="28615"/>
                  <a:pt x="432890" y="8531"/>
                  <a:pt x="648826" y="0"/>
                </a:cubicBezTo>
                <a:cubicBezTo>
                  <a:pt x="864762" y="-8531"/>
                  <a:pt x="1171553" y="-28184"/>
                  <a:pt x="1351720" y="0"/>
                </a:cubicBezTo>
                <a:cubicBezTo>
                  <a:pt x="1366705" y="126099"/>
                  <a:pt x="1367512" y="215826"/>
                  <a:pt x="1351720" y="338554"/>
                </a:cubicBezTo>
                <a:cubicBezTo>
                  <a:pt x="1031548" y="314607"/>
                  <a:pt x="1003532" y="318399"/>
                  <a:pt x="662343" y="338554"/>
                </a:cubicBezTo>
                <a:cubicBezTo>
                  <a:pt x="321154" y="358709"/>
                  <a:pt x="166031" y="362599"/>
                  <a:pt x="0" y="338554"/>
                </a:cubicBezTo>
                <a:cubicBezTo>
                  <a:pt x="5968" y="234824"/>
                  <a:pt x="-14161" y="139561"/>
                  <a:pt x="0" y="0"/>
                </a:cubicBezTo>
                <a:close/>
              </a:path>
            </a:pathLst>
          </a:custGeom>
          <a:ln xmlns:a="http://schemas.openxmlformats.org/drawingml/2006/main" w="28575"/>
        </p:spPr>
        <p:style>
          <a:lnRef xmlns:a="http://schemas.openxmlformats.org/drawingml/2006/main" idx="2">
            <a:schemeClr val="accent5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5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rot="0" spcFirstLastPara="0" vert="horz" wrap="square" lIns="91440" tIns="45720" rIns="91440" bIns="45720" anchor="t">
            <a:sp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buNone/>
            </a:pPr>
            <a:r>
              <a:rPr sz="1600"/>
              <a:t>Hardware</a:t>
            </a:r>
          </a:p>
        </p:txBody>
      </p:sp>
      <p:sp>
        <p:nvSpPr>
          <p:cNvPr id="53" name="Flowchart: Connector 52">
            <a:extLst xmlns:a="http://schemas.openxmlformats.org/drawingml/2006/main">
              <a:ext uri="{FF2B5EF4-FFF2-40B4-BE49-F238E27FC236}">
                <a16:creationId xmlns:a16="http://schemas.microsoft.com/office/drawing/2014/main" id="{89407B40-84C2-F627-675A-FA2BB12DF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099" y="3669978"/>
            <a:ext cx="221952" cy="237294"/>
          </a:xfrm>
          <a:custGeom xmlns:a="http://schemas.openxmlformats.org/drawingml/2006/main">
            <a:gdLst>
              <a:gd name="csX0" fmla="*/ 0 w 221952"/>
              <a:gd name="csY0" fmla="*/ 118647 h 237294"/>
              <a:gd name="csX1" fmla="*/ 110976 w 221952"/>
              <a:gd name="csY1" fmla="*/ 0 h 237294"/>
              <a:gd name="csX2" fmla="*/ 221952 w 221952"/>
              <a:gd name="csY2" fmla="*/ 118647 h 237294"/>
              <a:gd name="csX3" fmla="*/ 110976 w 221952"/>
              <a:gd name="csY3" fmla="*/ 237294 h 237294"/>
              <a:gd name="csX4" fmla="*/ 0 w 221952"/>
              <a:gd name="csY4" fmla="*/ 118647 h 237294"/>
            </a:gdLst>
            <a:rect l="l" t="t" r="r" b="b"/>
            <a:pathLst>
              <a:path w="221952" h="237294">
                <a:moveTo>
                  <a:pt x="0" y="118647"/>
                </a:moveTo>
                <a:cubicBezTo>
                  <a:pt x="-1073" y="51741"/>
                  <a:pt x="45286" y="-3941"/>
                  <a:pt x="110976" y="0"/>
                </a:cubicBezTo>
                <a:cubicBezTo>
                  <a:pt x="181556" y="-10600"/>
                  <a:pt x="228892" y="60792"/>
                  <a:pt x="221952" y="118647"/>
                </a:cubicBezTo>
                <a:cubicBezTo>
                  <a:pt x="210669" y="188861"/>
                  <a:pt x="176239" y="229372"/>
                  <a:pt x="110976" y="237294"/>
                </a:cubicBezTo>
                <a:cubicBezTo>
                  <a:pt x="55130" y="237772"/>
                  <a:pt x="-374" y="186746"/>
                  <a:pt x="0" y="118647"/>
                </a:cubicBezTo>
                <a:close/>
              </a:path>
              <a:path w="221952" h="237294">
                <a:moveTo>
                  <a:pt x="0" y="118647"/>
                </a:moveTo>
                <a:cubicBezTo>
                  <a:pt x="-2353" y="45735"/>
                  <a:pt x="36539" y="1132"/>
                  <a:pt x="110976" y="0"/>
                </a:cubicBezTo>
                <a:cubicBezTo>
                  <a:pt x="171325" y="1311"/>
                  <a:pt x="220694" y="51798"/>
                  <a:pt x="221952" y="118647"/>
                </a:cubicBezTo>
                <a:cubicBezTo>
                  <a:pt x="226735" y="192259"/>
                  <a:pt x="180310" y="239462"/>
                  <a:pt x="110976" y="237294"/>
                </a:cubicBezTo>
                <a:cubicBezTo>
                  <a:pt x="47513" y="238802"/>
                  <a:pt x="-5168" y="179523"/>
                  <a:pt x="0" y="118647"/>
                </a:cubicBezTo>
                <a:close/>
              </a:path>
            </a:pathLst>
          </a:custGeom>
          <a:ln xmlns:a="http://schemas.openxmlformats.org/drawingml/2006/main" w="28575"/>
        </p:spPr>
        <p:style>
          <a:lnRef xmlns:a="http://schemas.openxmlformats.org/drawingml/2006/main" idx="2">
            <a:schemeClr val="accent5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5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lIns="91440" tIns="45720" rIns="91440" bIns="45720" anchor="ctr"/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160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Content Placeholder 3"/>
          <p:cNvPicPr>
            <a:picLocks xmlns:a="http://schemas.openxmlformats.org/drawingml/2006/main" noChangeAspect="1"/>
          </p:cNvPicPr>
          <p:nvPr>
            <p:ph idx="1"/>
          </p:nvPr>
        </p:nvPicPr>
        <p:blipFill>
          <a:blip xmlns:r="http://schemas.openxmlformats.org/officeDocument/2006/relationships" xmlns:a="http://schemas.openxmlformats.org/drawingml/2006/main" r:embed="Rfb414e54aa244f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98435" y="794231"/>
            <a:ext cx="5595129" cy="5267277"/>
          </a:xfr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9AAED43-566E-AA39-7BD8-D1D698B1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963" y="1733724"/>
            <a:ext cx="7193559" cy="46838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78F10611-B7B9-59CE-6C3A-DBD2AB19E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3156" y="1433118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64723BB5-B7CB-B5C1-C7A8-182FD5BF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33118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67AB5EE8-7229-2017-E6DB-4D35FA0EC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0844" y="1433118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550602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67D49DE-51B7-BE06-078E-85B34196D8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Computer Hardware</a:t>
            </a:r>
          </a:p>
        </p:txBody>
      </p:sp>
      <p:pic>
        <p:nvPicPr>
          <p:cNvPr id="6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87b488cb4e4b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2163" y="1686160"/>
            <a:ext cx="5503640" cy="4373629"/>
          </a:xfrm>
          <a:prstGeom xmlns:a="http://schemas.openxmlformats.org/drawingml/2006/main" prst="rect">
            <a:avLst/>
          </a:prstGeom>
        </p:spPr>
      </p:pic>
      <p:pic>
        <p:nvPicPr>
          <p:cNvPr id="7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73855fc06944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03300" y="505652"/>
            <a:ext cx="4391497" cy="56451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16515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1ae83785b747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279" y="2212763"/>
            <a:ext cx="5166161" cy="2903464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896E04C-2297-FE6D-7704-A9A86E93A2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Computer Hardware</a:t>
            </a:r>
          </a:p>
        </p:txBody>
      </p:sp>
      <p:pic>
        <p:nvPicPr>
          <p:cNvPr id="14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29837d4f4642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03300" y="505652"/>
            <a:ext cx="4391497" cy="5645175"/>
          </a:xfrm>
          <a:prstGeom xmlns:a="http://schemas.openxmlformats.org/drawingml/2006/main" prst="rect">
            <a:avLst/>
          </a:prstGeom>
        </p:spPr>
      </p:pic>
      <p:sp>
        <p:nvSpPr>
          <p:cNvPr id="9" name="Arrow: Left 8">
            <a:extLst xmlns:a="http://schemas.openxmlformats.org/drawingml/2006/main">
              <a:ext uri="{FF2B5EF4-FFF2-40B4-BE49-F238E27FC236}">
                <a16:creationId xmlns:a16="http://schemas.microsoft.com/office/drawing/2014/main" id="{A8446407-D51C-8F73-3120-95AF7F873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3174" y="3390550"/>
            <a:ext cx="1929467" cy="545284"/>
          </a:xfrm>
          <a:prstGeom xmlns:a="http://schemas.openxmlformats.org/drawingml/2006/main" prst="leftArrow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>
            <a:solidFill>
              <a:schemeClr val="accent6"/>
            </a:solidFill>
          </a:ln>
          <a:effectLst xmlns:a="http://schemas.openxmlformats.org/drawingml/2006/main">
            <a:outerShdw blurRad="63500" dist="38100" dir="2700000">
              <a:srgbClr val="000000">
                <a:alpha val="38000"/>
              </a:srgb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551787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61BAAFB-9B64-6C00-C384-1D50C13580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CMU Serif Roman"/>
                <a:ea typeface="CMU Serif Roman"/>
                <a:cs typeface="CMU Serif Roman"/>
              </a:rPr>
              <a:t>Matrix Addition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24C498D-0C66-CFF3-6563-961DE9657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327" y="5521253"/>
            <a:ext cx="4612246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rot="0" spcFirstLastPara="0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latin typeface="CMU SERIF ROMAN"/>
                <a:ea typeface="CMU SERIF ROMAN"/>
                <a:cs typeface="CMU SERIF ROMAN"/>
              </a:rPr>
              <a:t>Dimensions must match!</a:t>
            </a:r>
            <a:endParaRPr>
              <a:latin typeface="CMU Serif Roman"/>
              <a:ea typeface="CMU Serif Roman"/>
              <a:cs typeface="CMU Serif Roman"/>
            </a:endParaRPr>
          </a:p>
        </p:txBody>
      </p:sp>
      <p:pic>
        <p:nvPicPr>
          <p:cNvPr id="18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52323a8fff4e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99681" y="2898027"/>
            <a:ext cx="9192640" cy="1061944"/>
          </a:xfrm>
          <a:prstGeom xmlns:a="http://schemas.openxmlformats.org/drawingml/2006/main" prst="rect">
            <a:avLst/>
          </a:prstGeom>
        </p:spPr>
      </p:pic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BB0CD28-AEF8-CF68-08F2-B9B58E8F1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1102" y="4325664"/>
            <a:ext cx="1216121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rot="0" spcFirstLastPara="0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chemeClr val="bg2">
                    <a:lumMod val="75000"/>
                  </a:schemeClr>
                </a:solidFill>
              </a:rPr>
              <a:t>(2 x 3)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3A73D58-1A0F-3974-8FCA-CA36073B2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129" y="4319744"/>
            <a:ext cx="1216121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rot="0" spcFirstLastPara="0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chemeClr val="bg2">
                    <a:lumMod val="75000"/>
                  </a:schemeClr>
                </a:solidFill>
              </a:rPr>
              <a:t>(2 x 3)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72F1EE3-248E-C9E1-5CAD-1DCC94353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450" y="4319744"/>
            <a:ext cx="1216121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rot="0" spcFirstLastPara="0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chemeClr val="bg2">
                    <a:lumMod val="75000"/>
                  </a:schemeClr>
                </a:solidFill>
              </a:rPr>
              <a:t>(2 x 3)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C73C31A-3042-4A3E-6166-948B40FE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2566" y="4813367"/>
            <a:ext cx="673191" cy="7078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rot="0" spcFirstLastPara="0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14:m xmlns:a14="http://schemas.microsoft.com/office/drawing/2010/main">
              <m:oMathPara xmlns:m="http://schemas.openxmlformats.org/officeDocument/2006/math">
                <m:oMath>
                  <m:sSup>
                    <m:e>
                      <m:r>
                        <a:rPr xmlns:a="http://schemas.openxmlformats.org/drawingml/2006/main" lang="en-GB" sz="2000" i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m:t>ℝ</m:t>
                      </m:r>
                    </m:e>
                    <m:sup>
                      <m:r>
                        <a:rPr xmlns:a="http://schemas.openxmlformats.org/drawingml/2006/main" lang="en-GB" sz="2000" b="0" i="1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2,3</m:t>
                      </m:r>
                    </m:sup>
                  </m:sSup>
                </m:oMath>
              </m:oMathPara>
            </a14:m>
            <a:endParaRPr sz="2000" b="0">
              <a:solidFill>
                <a:schemeClr val="bg2">
                  <a:lumMod val="75000"/>
                </a:schemeClr>
              </a:solidFill>
            </a:endParaRPr>
          </a:p>
          <a:p xmlns:a="http://schemas.openxmlformats.org/drawingml/2006/main">
            <a:endParaRPr sz="20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896B2A8-8A77-F81D-3D6D-735C58A81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783" y="4837360"/>
            <a:ext cx="673191" cy="7078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rot="0" spcFirstLastPara="0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14:m xmlns:a14="http://schemas.microsoft.com/office/drawing/2010/main">
              <m:oMathPara xmlns:m="http://schemas.openxmlformats.org/officeDocument/2006/math">
                <m:oMath>
                  <m:sSup>
                    <m:e>
                      <m:r>
                        <a:rPr xmlns:a="http://schemas.openxmlformats.org/drawingml/2006/main" lang="en-GB" sz="2000" i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m:t>ℝ</m:t>
                      </m:r>
                    </m:e>
                    <m:sup>
                      <m:r>
                        <a:rPr xmlns:a="http://schemas.openxmlformats.org/drawingml/2006/main" lang="en-GB" sz="2000" b="0" i="1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2,3</m:t>
                      </m:r>
                    </m:sup>
                  </m:sSup>
                </m:oMath>
              </m:oMathPara>
            </a14:m>
            <a:endParaRPr sz="2000" b="0">
              <a:solidFill>
                <a:schemeClr val="bg2">
                  <a:lumMod val="75000"/>
                </a:schemeClr>
              </a:solidFill>
            </a:endParaRPr>
          </a:p>
          <a:p xmlns:a="http://schemas.openxmlformats.org/drawingml/2006/main">
            <a:endParaRPr sz="20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E6279BED-24A7-D00C-DB95-562948422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5914" y="4848884"/>
            <a:ext cx="673191" cy="7078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rot="0" spcFirstLastPara="0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14:m xmlns:a14="http://schemas.microsoft.com/office/drawing/2010/main">
              <m:oMathPara xmlns:m="http://schemas.openxmlformats.org/officeDocument/2006/math">
                <m:oMath>
                  <m:sSup>
                    <m:e>
                      <m:r>
                        <a:rPr xmlns:a="http://schemas.openxmlformats.org/drawingml/2006/main" lang="en-GB" sz="2000" i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m:t>ℝ</m:t>
                      </m:r>
                    </m:e>
                    <m:sup>
                      <m:r>
                        <a:rPr xmlns:a="http://schemas.openxmlformats.org/drawingml/2006/main" lang="en-GB" sz="2000" b="0" i="1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2,3</m:t>
                      </m:r>
                    </m:sup>
                  </m:sSup>
                </m:oMath>
              </m:oMathPara>
            </a14:m>
            <a:endParaRPr sz="2000" b="0">
              <a:solidFill>
                <a:schemeClr val="bg2">
                  <a:lumMod val="75000"/>
                </a:schemeClr>
              </a:solidFill>
            </a:endParaRPr>
          </a:p>
          <a:p xmlns:a="http://schemas.openxmlformats.org/drawingml/2006/main">
            <a:endParaRPr sz="20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1" name="Left Brace 10">
            <a:extLst xmlns:a="http://schemas.openxmlformats.org/drawingml/2006/main">
              <a:ext uri="{FF2B5EF4-FFF2-40B4-BE49-F238E27FC236}">
                <a16:creationId xmlns:a16="http://schemas.microsoft.com/office/drawing/2014/main" id="{78C8A220-3649-FF7A-1F4B-85CCA04DC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322943" y="1755787"/>
            <a:ext cx="240148" cy="1671781"/>
          </a:xfrm>
          <a:prstGeom xmlns:a="http://schemas.openxmlformats.org/drawingml/2006/main" prst="leftBrace">
            <a:avLst>
              <a:gd name="adj1" fmla="val 8333"/>
              <a:gd name="adj2" fmla="val 50552"/>
            </a:avLst>
          </a:prstGeom>
          <a:ln xmlns:a="http://schemas.openxmlformats.org/drawingml/2006/main">
            <a:solidFill>
              <a:schemeClr val="bg2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2" name="Left Brace 11">
            <a:extLst xmlns:a="http://schemas.openxmlformats.org/drawingml/2006/main">
              <a:ext uri="{FF2B5EF4-FFF2-40B4-BE49-F238E27FC236}">
                <a16:creationId xmlns:a16="http://schemas.microsoft.com/office/drawing/2014/main" id="{C0740C01-2F71-68C7-AF71-A18883418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695" y="2898027"/>
            <a:ext cx="240148" cy="1061944"/>
          </a:xfrm>
          <a:prstGeom xmlns:a="http://schemas.openxmlformats.org/drawingml/2006/main" prst="leftBrace">
            <a:avLst>
              <a:gd name="adj1" fmla="val 8333"/>
              <a:gd name="adj2" fmla="val 50552"/>
            </a:avLst>
          </a:prstGeom>
          <a:ln xmlns:a="http://schemas.openxmlformats.org/drawingml/2006/main">
            <a:solidFill>
              <a:schemeClr val="bg2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F4D258ED-D1D2-3C86-A517-09D8E5E4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5404" y="2128370"/>
            <a:ext cx="121612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rot="0" spcFirstLastPara="0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bg2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432A71C-D846-E90C-AB67-441B8C4B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174" y="3244333"/>
            <a:ext cx="36452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rot="0" spcFirstLastPara="0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bg2">
                    <a:lumMod val="75000"/>
                  </a:schemeClr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84787915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CC838C7-70F3-B556-04DE-8C5BC9F418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CMU Serif Roman"/>
                <a:ea typeface="CMU Serif Roman"/>
                <a:cs typeface="CMU Serif Roman"/>
              </a:rPr>
              <a:t>Matrix Multiplication</a:t>
            </a:r>
          </a:p>
        </p:txBody>
      </p:sp>
      <p:pic>
        <p:nvPicPr>
          <p:cNvPr id="20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d1675fcca547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08485" y="2690347"/>
            <a:ext cx="9575031" cy="1485003"/>
          </a:xfrm>
          <a:prstGeom xmlns:a="http://schemas.openxmlformats.org/drawingml/2006/main" prst="rect">
            <a:avLst/>
          </a:prstGeom>
        </p:spPr>
      </p:pic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1D3A742-AA31-F116-1E60-87B21927D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870" y="4387360"/>
            <a:ext cx="1216121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rot="0" spcFirstLastPara="0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chemeClr val="bg2">
                    <a:lumMod val="75000"/>
                  </a:schemeClr>
                </a:solidFill>
              </a:rPr>
              <a:t>(2 x </a:t>
            </a:r>
            <a:r>
              <a:rPr sz="2800" b="1">
                <a:solidFill>
                  <a:schemeClr val="tx2">
                    <a:lumMod val="25000"/>
                    <a:lumOff val="75000"/>
                  </a:schemeClr>
                </a:solidFill>
              </a:rPr>
              <a:t>3</a:t>
            </a:r>
            <a:r>
              <a:rPr sz="2800" b="1">
                <a:solidFill>
                  <a:schemeClr val="bg2">
                    <a:lumMod val="75000"/>
                  </a:schemeClr>
                </a:solidFill>
              </a:rPr>
              <a:t>)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92FD019-74D8-F930-7A96-AA2C68DE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4963" y="4387360"/>
            <a:ext cx="1216121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rot="0" spcFirstLastPara="0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chemeClr val="bg2">
                    <a:lumMod val="75000"/>
                  </a:schemeClr>
                </a:solidFill>
              </a:rPr>
              <a:t>(</a:t>
            </a:r>
            <a:r>
              <a:rPr sz="2800" b="1">
                <a:solidFill>
                  <a:schemeClr val="tx2">
                    <a:lumMod val="25000"/>
                    <a:lumOff val="75000"/>
                  </a:schemeClr>
                </a:solidFill>
              </a:rPr>
              <a:t>3</a:t>
            </a:r>
            <a:r>
              <a:rPr sz="2800" b="1">
                <a:solidFill>
                  <a:schemeClr val="bg2">
                    <a:lumMod val="75000"/>
                  </a:schemeClr>
                </a:solidFill>
              </a:rPr>
              <a:t> x 2)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E7E5A77-6AB8-4E60-2843-A2A11701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048" y="4387360"/>
            <a:ext cx="1216121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rot="0" spcFirstLastPara="0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chemeClr val="bg2">
                    <a:lumMod val="75000"/>
                  </a:schemeClr>
                </a:solidFill>
              </a:rPr>
              <a:t>(2 x 2)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10BE09B-1032-F6C3-29E5-1058787D6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9876" y="5667063"/>
            <a:ext cx="5702915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rot="0" spcFirstLastPara="0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chemeClr val="tx2">
                    <a:lumMod val="25000"/>
                    <a:lumOff val="75000"/>
                  </a:schemeClr>
                </a:solidFill>
                <a:latin typeface="CMU SERIF ROMAN"/>
                <a:ea typeface="CMU SERIF ROMAN"/>
                <a:cs typeface="CMU SERIF ROMAN"/>
              </a:rPr>
              <a:t>Inner</a:t>
            </a:r>
            <a:r>
              <a:rPr sz="2800" b="1">
                <a:latin typeface="CMU SERIF ROMAN"/>
                <a:ea typeface="CMU SERIF ROMAN"/>
                <a:cs typeface="CMU SERIF ROMAN"/>
              </a:rPr>
              <a:t> dimensions must match!</a:t>
            </a:r>
            <a:endParaRPr>
              <a:latin typeface="CMU Serif Roman"/>
              <a:ea typeface="CMU Serif Roman"/>
              <a:cs typeface="CMU Serif Roman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889792C-9FC7-957D-A3E3-03C48724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334" y="4910580"/>
            <a:ext cx="673191" cy="7078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rot="0" spcFirstLastPara="0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14:m xmlns:a14="http://schemas.microsoft.com/office/drawing/2010/main">
              <m:oMathPara xmlns:m="http://schemas.openxmlformats.org/officeDocument/2006/math">
                <m:oMath>
                  <m:sSup>
                    <m:e>
                      <m:r>
                        <a:rPr xmlns:a="http://schemas.openxmlformats.org/drawingml/2006/main" lang="en-GB" sz="2000" i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m:t>ℝ</m:t>
                      </m:r>
                    </m:e>
                    <m:sup>
                      <m:r>
                        <a:rPr xmlns:a="http://schemas.openxmlformats.org/drawingml/2006/main" lang="en-GB" sz="2000" b="0" i="1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2,</m:t>
                      </m:r>
                      <m:r>
                        <a:rPr xmlns:a="http://schemas.openxmlformats.org/drawingml/2006/main" lang="en-GB" sz="2000" b="0" i="1">
                          <a:solidFill>
                            <a:schemeClr val="tx2">
                              <a:lumMod val="25000"/>
                              <a:lumOff val="75000"/>
                            </a:schemeClr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3</m:t>
                      </m:r>
                    </m:sup>
                  </m:sSup>
                </m:oMath>
              </m:oMathPara>
            </a14:m>
            <a:endParaRPr sz="2000" b="0">
              <a:solidFill>
                <a:schemeClr val="bg2">
                  <a:lumMod val="75000"/>
                </a:schemeClr>
              </a:solidFill>
            </a:endParaRPr>
          </a:p>
          <a:p xmlns:a="http://schemas.openxmlformats.org/drawingml/2006/main">
            <a:endParaRPr sz="20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E3957B7-3165-1D4F-8F61-65B513642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6427" y="4931833"/>
            <a:ext cx="673191" cy="7078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rot="0" spcFirstLastPara="0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14:m xmlns:a14="http://schemas.microsoft.com/office/drawing/2010/main">
              <m:oMathPara xmlns:m="http://schemas.openxmlformats.org/officeDocument/2006/math">
                <m:oMath>
                  <m:sSup>
                    <m:e>
                      <m:r>
                        <a:rPr xmlns:a="http://schemas.openxmlformats.org/drawingml/2006/main" lang="en-GB" sz="2000" i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m:t>ℝ</m:t>
                      </m:r>
                    </m:e>
                    <m:sup>
                      <m:r>
                        <a:rPr xmlns:a="http://schemas.openxmlformats.org/drawingml/2006/main" lang="en-GB" sz="2000" b="0" i="1">
                          <a:solidFill>
                            <a:schemeClr val="tx2">
                              <a:lumMod val="25000"/>
                              <a:lumOff val="75000"/>
                            </a:schemeClr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3</m:t>
                      </m:r>
                      <m:r>
                        <a:rPr xmlns:a="http://schemas.openxmlformats.org/drawingml/2006/main" lang="en-GB" sz="2000" b="0" i="1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,2</m:t>
                      </m:r>
                    </m:sup>
                  </m:sSup>
                </m:oMath>
              </m:oMathPara>
            </a14:m>
            <a:endParaRPr sz="2000" b="0">
              <a:solidFill>
                <a:schemeClr val="bg2">
                  <a:lumMod val="75000"/>
                </a:schemeClr>
              </a:solidFill>
            </a:endParaRPr>
          </a:p>
          <a:p xmlns:a="http://schemas.openxmlformats.org/drawingml/2006/main">
            <a:endParaRPr sz="20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5E1E4B00-5197-0CD1-42A3-99FD3711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4512" y="4959177"/>
            <a:ext cx="673191" cy="7078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rot="0" spcFirstLastPara="0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14:m xmlns:a14="http://schemas.microsoft.com/office/drawing/2010/main">
              <m:oMathPara xmlns:m="http://schemas.openxmlformats.org/officeDocument/2006/math">
                <m:oMath>
                  <m:sSup>
                    <m:e>
                      <m:r>
                        <a:rPr xmlns:a="http://schemas.openxmlformats.org/drawingml/2006/main" lang="en-GB" sz="2000" i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m:t>ℝ</m:t>
                      </m:r>
                    </m:e>
                    <m:sup>
                      <m:r>
                        <a:rPr xmlns:a="http://schemas.openxmlformats.org/drawingml/2006/main" lang="en-GB" sz="2000" b="0" i="1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2,2</m:t>
                      </m:r>
                    </m:sup>
                  </m:sSup>
                </m:oMath>
              </m:oMathPara>
            </a14:m>
            <a:endParaRPr sz="2000" b="0">
              <a:solidFill>
                <a:schemeClr val="bg2">
                  <a:lumMod val="75000"/>
                </a:schemeClr>
              </a:solidFill>
            </a:endParaRPr>
          </a:p>
          <a:p xmlns:a="http://schemas.openxmlformats.org/drawingml/2006/main">
            <a:endParaRPr sz="20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4" name="Left Brace 13">
            <a:extLst xmlns:a="http://schemas.openxmlformats.org/drawingml/2006/main">
              <a:ext uri="{FF2B5EF4-FFF2-40B4-BE49-F238E27FC236}">
                <a16:creationId xmlns:a16="http://schemas.microsoft.com/office/drawing/2014/main" id="{5B8ED257-4F72-9D24-B2F7-91E046EF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086737" y="1923050"/>
            <a:ext cx="240148" cy="1534596"/>
          </a:xfrm>
          <a:prstGeom xmlns:a="http://schemas.openxmlformats.org/drawingml/2006/main" prst="leftBrace">
            <a:avLst>
              <a:gd name="adj1" fmla="val 8333"/>
              <a:gd name="adj2" fmla="val 50552"/>
            </a:avLst>
          </a:prstGeom>
          <a:ln xmlns:a="http://schemas.openxmlformats.org/drawingml/2006/main">
            <a:solidFill>
              <a:schemeClr val="bg2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5" name="Left Brace 14">
            <a:extLst xmlns:a="http://schemas.openxmlformats.org/drawingml/2006/main">
              <a:ext uri="{FF2B5EF4-FFF2-40B4-BE49-F238E27FC236}">
                <a16:creationId xmlns:a16="http://schemas.microsoft.com/office/drawing/2014/main" id="{ABED86B2-C100-E19F-5FA2-327178B86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988" y="2946400"/>
            <a:ext cx="240148" cy="958152"/>
          </a:xfrm>
          <a:prstGeom xmlns:a="http://schemas.openxmlformats.org/drawingml/2006/main" prst="leftBrace">
            <a:avLst>
              <a:gd name="adj1" fmla="val 8333"/>
              <a:gd name="adj2" fmla="val 50552"/>
            </a:avLst>
          </a:prstGeom>
          <a:ln xmlns:a="http://schemas.openxmlformats.org/drawingml/2006/main">
            <a:solidFill>
              <a:schemeClr val="bg2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846FA5C8-FA75-816F-51F6-B7740E9B7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5258" y="2173598"/>
            <a:ext cx="121612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rot="0" spcFirstLastPara="0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bg2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C4848F66-0F3C-12D1-F485-FD9DB6E31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467" y="3188914"/>
            <a:ext cx="36452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rot="0" spcFirstLastPara="0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bg2">
                    <a:lumMod val="75000"/>
                  </a:schemeClr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36059969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1443F0E-49DD-F87D-C284-C345B2B88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94127" y="2762978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Matrix Operations:</a:t>
            </a:r>
          </a:p>
        </p:txBody>
      </p:sp>
      <p:pic>
        <p:nvPicPr>
          <p:cNvPr id="8" name="Graphic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2635501fe04b01">
            <a:extLst>
              <a:ext uri="{96DAC541-7B7A-43D3-8B79-37D633B846F1}">
                <asvg:svgBlip xmlns:asvg="http://schemas.microsoft.com/office/drawing/2016/SVG/main" r:embed="Rdb02badcf6c24d2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02785" y="50334"/>
            <a:ext cx="5036538" cy="6750340"/>
          </a:xfrm>
          <a:prstGeom xmlns:a="http://schemas.openxmlformats.org/drawingml/2006/main" prst="rect">
            <a:avLst/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2D97B2B-8D08-7878-5E24-5F56C012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92" y="6611923"/>
            <a:ext cx="6343475" cy="2462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rot="0" spcFirstLastPara="0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r>
              <a:rPr sz="1000"/>
              <a:t>By </a:t>
            </a:r>
            <a:r>
              <a:rPr sz="1000"/>
              <a:t>Cmglee</a:t>
            </a:r>
            <a:r>
              <a:rPr sz="1000"/>
              <a:t> - Own work, CC BY-SA 3.0, https://commons.wikimedia.org/w/index.php?curid=35180401</a:t>
            </a:r>
          </a:p>
        </p:txBody>
      </p:sp>
    </p:spTree>
    <p:extLst>
      <p:ext uri="{BB962C8B-B14F-4D97-AF65-F5344CB8AC3E}">
        <p14:creationId xmlns:p14="http://schemas.microsoft.com/office/powerpoint/2010/main" val="232774905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9289E3A-5EFD-69F8-DFF3-ED26E26BD1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Turns out that AI is basically the same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1FE417D-DD8E-F187-D67B-D77B1AA5E50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/>
              <a:t>Inputs: arrays of numbers</a:t>
            </a:r>
            <a:endParaRPr sz="2400"/>
          </a:p>
          <a:p xmlns:a="http://schemas.openxmlformats.org/drawingml/2006/main">
            <a:pPr marL="0" indent="0">
              <a:buNone/>
            </a:pPr>
            <a:r>
              <a:rPr sz="2400"/>
              <a:t>Weights: arrays of numbers</a:t>
            </a:r>
          </a:p>
          <a:p xmlns:a="http://schemas.openxmlformats.org/drawingml/2006/main">
            <a:pPr marL="0" indent="0">
              <a:buNone/>
            </a:pPr>
            <a:endParaRPr/>
          </a:p>
          <a:p xmlns:a="http://schemas.openxmlformats.org/drawingml/2006/main">
            <a:pPr marL="0" indent="0">
              <a:buNone/>
            </a:pPr>
            <a:endParaRPr/>
          </a:p>
          <a:p xmlns:a="http://schemas.openxmlformats.org/drawingml/2006/main">
            <a:pPr marL="0" indent="0">
              <a:buNone/>
            </a:pPr>
            <a:endParaRPr/>
          </a:p>
          <a:p xmlns:a="http://schemas.openxmlformats.org/drawingml/2006/main">
            <a:pPr marL="0" indent="0">
              <a:buNone/>
            </a:pPr>
            <a:endParaRPr/>
          </a:p>
          <a:p xmlns:a="http://schemas.openxmlformats.org/drawingml/2006/main">
            <a:pPr marL="0" indent="0">
              <a:buNone/>
            </a:pPr>
            <a:endParaRPr/>
          </a:p>
          <a:p xmlns:a="http://schemas.openxmlformats.org/drawingml/2006/main">
            <a:pPr marL="0" indent="0">
              <a:buNone/>
            </a:pPr>
            <a:endParaRPr/>
          </a:p>
          <a:p xmlns:a="http://schemas.openxmlformats.org/drawingml/2006/main">
            <a:pPr marL="0" indent="0">
              <a:buNone/>
            </a:pPr>
            <a:endParaRPr/>
          </a:p>
          <a:p xmlns:a="http://schemas.openxmlformats.org/drawingml/2006/main">
            <a:pPr marL="0" indent="0">
              <a:buNone/>
            </a:pPr>
            <a:endParaRPr/>
          </a:p>
          <a:p xmlns:a="http://schemas.openxmlformats.org/drawingml/2006/main">
            <a:pPr marL="0" indent="0">
              <a:buNone/>
            </a:pPr>
            <a:endParaRPr/>
          </a:p>
          <a:p xmlns:a="http://schemas.openxmlformats.org/drawingml/2006/main">
            <a:pPr marL="0" indent="0">
              <a:buNone/>
            </a:pPr>
            <a:endParaRPr/>
          </a:p>
        </p:txBody>
      </p:sp>
      <p:pic>
        <p:nvPicPr>
          <p:cNvPr id="8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ee2a19691240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7577" y="3028948"/>
            <a:ext cx="2166379" cy="3143957"/>
          </a:xfrm>
          <a:prstGeom xmlns:a="http://schemas.openxmlformats.org/drawingml/2006/main" prst="rect">
            <a:avLst/>
          </a:prstGeom>
        </p:spPr>
      </p:pic>
      <p:pic>
        <p:nvPicPr>
          <p:cNvPr id="9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fccd72252942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88680" y="3986212"/>
            <a:ext cx="8250226" cy="122514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83776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8183F7B-B6AA-7729-A83C-40432DDA1A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Milestone #1</a:t>
            </a:r>
          </a:p>
        </p:txBody>
      </p:sp>
      <p:pic>
        <p:nvPicPr>
          <p:cNvPr id="7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ad682509224e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4640" y="1693766"/>
            <a:ext cx="3857143" cy="4694285"/>
          </a:xfrm>
          <a:prstGeom xmlns:a="http://schemas.openxmlformats.org/drawingml/2006/main" prst="rect">
            <a:avLst/>
          </a:prstGeom>
        </p:spPr>
      </p:pic>
      <p:pic>
        <p:nvPicPr>
          <p:cNvPr id="8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e2e8847902462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74384" y="2787698"/>
            <a:ext cx="6715413" cy="2498724"/>
          </a:xfrm>
          <a:prstGeom xmlns:a="http://schemas.openxmlformats.org/drawingml/2006/main" prst="rect">
            <a:avLst/>
          </a:prstGeom>
        </p:spPr>
      </p:pic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34A19FC-191A-9D3F-49EB-8161F8044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6300" y="6610350"/>
            <a:ext cx="6813550" cy="2462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rot="0" spcFirstLastPara="0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r>
              <a:rPr sz="1000"/>
              <a:t>https://proceedings.neurips.cc/paper_files/paper/2012/file/c399862d3b9d6b76c8436e924a68c45b-Paper.pdf</a:t>
            </a:r>
          </a:p>
        </p:txBody>
      </p:sp>
    </p:spTree>
    <p:extLst>
      <p:ext uri="{BB962C8B-B14F-4D97-AF65-F5344CB8AC3E}">
        <p14:creationId xmlns:p14="http://schemas.microsoft.com/office/powerpoint/2010/main" val="395070769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F748988-DFCB-A0A2-D7D8-ACBA9B4CAA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Milestone #2</a:t>
            </a:r>
          </a:p>
        </p:txBody>
      </p:sp>
      <p:pic>
        <p:nvPicPr>
          <p:cNvPr id="7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06f2d0f3d347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01420" y="589299"/>
            <a:ext cx="3449204" cy="5290319"/>
          </a:xfrm>
          <a:prstGeom xmlns:a="http://schemas.openxmlformats.org/drawingml/2006/main" prst="rect">
            <a:avLst/>
          </a:prstGeom>
        </p:spPr>
      </p:pic>
      <p:pic>
        <p:nvPicPr>
          <p:cNvPr id="8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5d8169fa224e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85677" y="2083955"/>
            <a:ext cx="5781675" cy="3324225"/>
          </a:xfrm>
          <a:prstGeom xmlns:a="http://schemas.openxmlformats.org/drawingml/2006/main" prst="rect">
            <a:avLst/>
          </a:prstGeom>
        </p:spPr>
      </p:pic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C5ADDA1-3490-B217-5DB6-439017323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363" y="6535024"/>
            <a:ext cx="2743200" cy="2462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rot="0" spcFirstLastPara="0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r>
              <a:rPr sz="1000"/>
              <a:t>https://arxiv.org/abs/1706.03762</a:t>
            </a:r>
          </a:p>
        </p:txBody>
      </p:sp>
    </p:spTree>
    <p:extLst>
      <p:ext uri="{BB962C8B-B14F-4D97-AF65-F5344CB8AC3E}">
        <p14:creationId xmlns:p14="http://schemas.microsoft.com/office/powerpoint/2010/main" val="28673043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5593245-E315-5E16-A32A-010D5B9231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 </a:t>
            </a:r>
            <a:r>
              <a:t>centres</a:t>
            </a:r>
          </a:p>
        </p:txBody>
      </p:sp>
      <p:pic>
        <p:nvPicPr>
          <p:cNvPr id="6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806880a67748f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7548" y="1243397"/>
            <a:ext cx="5618114" cy="5618114"/>
          </a:xfrm>
          <a:prstGeom xmlns:a="http://schemas.openxmlformats.org/drawingml/2006/main" prst="rect">
            <a:avLst/>
          </a:prstGeom>
        </p:spPr>
      </p:pic>
      <p:pic>
        <p:nvPicPr>
          <p:cNvPr id="7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418938b8054c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97886" y="2310342"/>
            <a:ext cx="5553075" cy="29146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76423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16B067B1-F4E5-4FDF-813D-C9E872E8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2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bccfdfffde4d33"/>
          <a:srcRect xmlns:a="http://schemas.openxmlformats.org/drawingml/2006/main" l="0" t="0" r="0" b="22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1108" y="492346"/>
            <a:ext cx="10729784" cy="587330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41505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646AFB5-D56D-42A9-3396-E985CBA686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Some Nvidia GPUs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4F6C0D2-1ABA-BA57-B031-1888B9B3177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776672"/>
            <a:ext cx="4605454" cy="3189256"/>
          </a:xfrm>
        </p:spPr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Previous Gen</a:t>
            </a:r>
          </a:p>
          <a:p xmlns:a="http://schemas.openxmlformats.org/drawingml/2006/main">
            <a:pPr marL="457200" indent="-457200">
              <a:buNone/>
            </a:pPr>
            <a:r>
              <a:t>A40</a:t>
            </a:r>
          </a:p>
          <a:p xmlns:a="http://schemas.openxmlformats.org/drawingml/2006/main">
            <a:pPr marL="457200" indent="-457200">
              <a:buNone/>
            </a:pPr>
            <a:r>
              <a:t>A10G</a:t>
            </a:r>
          </a:p>
          <a:p xmlns:a="http://schemas.openxmlformats.org/drawingml/2006/main">
            <a:pPr marL="457200" indent="-457200">
              <a:buNone/>
            </a:pPr>
            <a:r>
              <a:t>V100</a:t>
            </a:r>
          </a:p>
          <a:p xmlns:a="http://schemas.openxmlformats.org/drawingml/2006/main">
            <a:pPr marL="457200" indent="-457200">
              <a:buNone/>
            </a:pPr>
            <a:r>
              <a:t>A(4,5,6)000</a:t>
            </a:r>
          </a:p>
          <a:p xmlns:a="http://schemas.openxmlformats.org/drawingml/2006/main">
            <a:pPr marL="457200" indent="-457200">
              <a:buNone/>
            </a:pPr>
            <a:r>
              <a:rPr b="1"/>
              <a:t>A100</a:t>
            </a:r>
          </a:p>
        </p:txBody>
      </p:sp>
      <p:sp>
        <p:nvSpPr>
          <p:cNvPr id="7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879A7BD-A133-07D6-5CC8-0E37B4A7E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2283" y="1782879"/>
            <a:ext cx="4605454" cy="44070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t>Current Gen</a:t>
            </a:r>
          </a:p>
          <a:p xmlns:a="http://schemas.openxmlformats.org/drawingml/2006/main">
            <a:pPr marL="457200" indent="-457200">
              <a:buNone/>
            </a:pPr>
            <a:r>
              <a:t>L40(S)</a:t>
            </a:r>
          </a:p>
          <a:p xmlns:a="http://schemas.openxmlformats.org/drawingml/2006/main">
            <a:pPr marL="457200" indent="-457200">
              <a:buNone/>
            </a:pPr>
            <a:r>
              <a:t>RTX Pro 6000</a:t>
            </a:r>
          </a:p>
          <a:p xmlns:a="http://schemas.openxmlformats.org/drawingml/2006/main">
            <a:pPr marL="457200" indent="-457200">
              <a:buNone/>
            </a:pPr>
            <a:r>
              <a:t>H100</a:t>
            </a:r>
          </a:p>
          <a:p xmlns:a="http://schemas.openxmlformats.org/drawingml/2006/main">
            <a:pPr marL="457200" indent="-457200">
              <a:buNone/>
            </a:pPr>
            <a:r>
              <a:t>H200</a:t>
            </a:r>
          </a:p>
          <a:p xmlns:a="http://schemas.openxmlformats.org/drawingml/2006/main">
            <a:pPr marL="457200" indent="-457200">
              <a:buNone/>
            </a:pPr>
            <a:r>
              <a:t>B200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A698719-A6E3-9DB5-7EDF-1A4BE13CA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39" y="5388428"/>
            <a:ext cx="6490606" cy="9541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rot="0" spcFirstLastPara="0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/>
              <a:t>Gaming</a:t>
            </a:r>
          </a:p>
          <a:p xmlns:a="http://schemas.openxmlformats.org/drawingml/2006/main">
            <a:pPr marL="457200" indent="-457200">
              <a:buFont typeface="Arial"/>
              <a:buChar char="•"/>
            </a:pPr>
            <a:r>
              <a:rPr sz="2800"/>
              <a:t>RTX 10xx, 20xx, 30xx, 40xx, 50xx</a:t>
            </a:r>
          </a:p>
        </p:txBody>
      </p:sp>
    </p:spTree>
    <p:extLst>
      <p:ext uri="{BB962C8B-B14F-4D97-AF65-F5344CB8AC3E}">
        <p14:creationId xmlns:p14="http://schemas.microsoft.com/office/powerpoint/2010/main" val="200900617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A52A846-36E7-20D9-0EBA-0A96C5230E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competition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7E87482-0999-F255-2A86-8DAEA70B3A5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4772262" cy="4351338"/>
          </a:xfrm>
        </p:spPr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rgbClr val="C00000"/>
                </a:solidFill>
              </a:rPr>
              <a:t>AMD</a:t>
            </a:r>
          </a:p>
          <a:p xmlns:a="http://schemas.openxmlformats.org/drawingml/2006/main">
            <a:pPr lvl="1">
              <a:buFont typeface="Courier New"/>
              <a:buChar char="o"/>
            </a:pPr>
            <a:r>
              <a:t>Commercial:</a:t>
            </a:r>
          </a:p>
          <a:p xmlns:a="http://schemas.openxmlformats.org/drawingml/2006/main">
            <a:pPr lvl="2">
              <a:buFont typeface="Wingdings"/>
              <a:buChar char="§"/>
            </a:pPr>
            <a:r>
              <a:t>CPU</a:t>
            </a:r>
          </a:p>
          <a:p xmlns:a="http://schemas.openxmlformats.org/drawingml/2006/main">
            <a:pPr lvl="3">
              <a:buNone/>
            </a:pPr>
            <a:r>
              <a:t>Ryzen series</a:t>
            </a:r>
          </a:p>
          <a:p xmlns:a="http://schemas.openxmlformats.org/drawingml/2006/main">
            <a:pPr lvl="2">
              <a:buFont typeface="Wingdings"/>
              <a:buChar char="§"/>
            </a:pPr>
            <a:r>
              <a:t>GPU</a:t>
            </a:r>
          </a:p>
          <a:p xmlns:a="http://schemas.openxmlformats.org/drawingml/2006/main">
            <a:pPr lvl="3">
              <a:buNone/>
            </a:pPr>
            <a:r>
              <a:t>Radeon</a:t>
            </a:r>
          </a:p>
          <a:p xmlns:a="http://schemas.openxmlformats.org/drawingml/2006/main">
            <a:pPr lvl="1">
              <a:buFont typeface="Courier New"/>
              <a:buChar char="o"/>
            </a:pPr>
            <a:r>
              <a:t>Pro:</a:t>
            </a:r>
          </a:p>
          <a:p xmlns:a="http://schemas.openxmlformats.org/drawingml/2006/main">
            <a:pPr lvl="2">
              <a:buFont typeface="Wingdings"/>
              <a:buChar char="§"/>
            </a:pPr>
            <a:r>
              <a:t>CPU</a:t>
            </a:r>
          </a:p>
          <a:p xmlns:a="http://schemas.openxmlformats.org/drawingml/2006/main">
            <a:pPr lvl="3">
              <a:buNone/>
            </a:pPr>
            <a:r>
              <a:t>EPYC</a:t>
            </a:r>
          </a:p>
          <a:p xmlns:a="http://schemas.openxmlformats.org/drawingml/2006/main">
            <a:pPr lvl="3">
              <a:buNone/>
            </a:pPr>
            <a:r>
              <a:t>Threadripper</a:t>
            </a:r>
            <a:endParaRPr/>
          </a:p>
          <a:p xmlns:a="http://schemas.openxmlformats.org/drawingml/2006/main">
            <a:pPr lvl="2">
              <a:buFont typeface="Wingdings"/>
              <a:buChar char="§"/>
            </a:pPr>
            <a:r>
              <a:t>GPU</a:t>
            </a:r>
          </a:p>
          <a:p xmlns:a="http://schemas.openxmlformats.org/drawingml/2006/main">
            <a:pPr lvl="3">
              <a:buNone/>
            </a:pPr>
            <a:r>
              <a:t>Instinct MI300 / MI350</a:t>
            </a:r>
          </a:p>
          <a:p xmlns:a="http://schemas.openxmlformats.org/drawingml/2006/main">
            <a:pPr lvl="1">
              <a:buFont typeface="Courier New"/>
              <a:buChar char="o"/>
            </a:pPr>
            <a:endParaRPr/>
          </a:p>
        </p:txBody>
      </p:sp>
      <p:sp>
        <p:nvSpPr>
          <p:cNvPr id="5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D4F7739-790C-0750-5ECD-32F542FF2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6088" y="1826884"/>
            <a:ext cx="4772262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>
                <a:solidFill>
                  <a:srgbClr val="0070C0"/>
                </a:solidFill>
              </a:rPr>
              <a:t>Intel</a:t>
            </a:r>
          </a:p>
          <a:p xmlns:a="http://schemas.openxmlformats.org/drawingml/2006/main">
            <a:pPr lvl="1">
              <a:buFont typeface="Courier New"/>
              <a:buChar char="o"/>
            </a:pPr>
            <a:r>
              <a:t>Commercial:</a:t>
            </a:r>
          </a:p>
          <a:p xmlns:a="http://schemas.openxmlformats.org/drawingml/2006/main">
            <a:pPr lvl="2">
              <a:buFont typeface="Wingdings"/>
              <a:buChar char="§"/>
            </a:pPr>
            <a:r>
              <a:t>CPU</a:t>
            </a:r>
          </a:p>
          <a:p xmlns:a="http://schemas.openxmlformats.org/drawingml/2006/main">
            <a:pPr lvl="3">
              <a:buNone/>
            </a:pPr>
            <a:r>
              <a:t>Core </a:t>
            </a:r>
            <a:r>
              <a:t>i</a:t>
            </a:r>
            <a:r>
              <a:t>-series</a:t>
            </a:r>
          </a:p>
          <a:p xmlns:a="http://schemas.openxmlformats.org/drawingml/2006/main">
            <a:pPr lvl="2">
              <a:buFont typeface="Wingdings"/>
              <a:buChar char="§"/>
            </a:pPr>
            <a:r>
              <a:t>GPU</a:t>
            </a:r>
          </a:p>
          <a:p xmlns:a="http://schemas.openxmlformats.org/drawingml/2006/main">
            <a:pPr lvl="3">
              <a:buNone/>
            </a:pPr>
            <a:r>
              <a:t>Arc</a:t>
            </a:r>
          </a:p>
          <a:p xmlns:a="http://schemas.openxmlformats.org/drawingml/2006/main">
            <a:pPr lvl="1">
              <a:buFont typeface="Courier New"/>
              <a:buChar char="o"/>
            </a:pPr>
            <a:r>
              <a:t>Pro:</a:t>
            </a:r>
          </a:p>
          <a:p xmlns:a="http://schemas.openxmlformats.org/drawingml/2006/main">
            <a:pPr lvl="2">
              <a:buFont typeface="Wingdings"/>
              <a:buChar char="§"/>
            </a:pPr>
            <a:r>
              <a:t>CPU</a:t>
            </a:r>
          </a:p>
          <a:p xmlns:a="http://schemas.openxmlformats.org/drawingml/2006/main">
            <a:pPr lvl="3">
              <a:buNone/>
            </a:pPr>
            <a:r>
              <a:t>Xeon</a:t>
            </a:r>
          </a:p>
          <a:p xmlns:a="http://schemas.openxmlformats.org/drawingml/2006/main">
            <a:pPr lvl="2">
              <a:buFont typeface="Wingdings"/>
              <a:buChar char="§"/>
            </a:pPr>
            <a:r>
              <a:t>GPU</a:t>
            </a:r>
          </a:p>
          <a:p xmlns:a="http://schemas.openxmlformats.org/drawingml/2006/main">
            <a:pPr lvl="3">
              <a:buNone/>
            </a:pPr>
            <a:r>
              <a:t>Ponte Vecchio</a:t>
            </a:r>
          </a:p>
          <a:p xmlns:a="http://schemas.openxmlformats.org/drawingml/2006/main">
            <a:pPr lvl="3">
              <a:buNone/>
            </a:pPr>
            <a:r>
              <a:t>Flex</a:t>
            </a:r>
          </a:p>
          <a:p xmlns:a="http://schemas.openxmlformats.org/drawingml/2006/main">
            <a:pPr lvl="1">
              <a:buFont typeface="Courier New"/>
              <a:buChar char="o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210667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2977331-4F16-5948-7ED2-B9F77AABAE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CMU Serif Roman"/>
                <a:ea typeface="CMU Serif Roman"/>
                <a:cs typeface="CMU Serif Roman"/>
              </a:rPr>
              <a:t>The NVIDIA moat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EB79200-38DA-C6BD-35A1-01FBCB4C0FB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549399"/>
            <a:ext cx="10515600" cy="4511801"/>
          </a:xfrm>
        </p:spPr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r>
              <a:rPr>
                <a:latin typeface="CMU Serif Roman"/>
                <a:ea typeface="CMU Serif Roman"/>
                <a:cs typeface="CMU Serif Roman"/>
              </a:rPr>
              <a:t>CUDA is NVIDIAs parallel computing platform. It’s the software layer that let’s developers write code that runs on a GPU rather than a CPU</a:t>
            </a:r>
          </a:p>
          <a:p xmlns:a="http://schemas.openxmlformats.org/drawingml/2006/main">
            <a:r>
              <a:rPr>
                <a:latin typeface="CMU Serif Roman"/>
                <a:ea typeface="CMU Serif Roman"/>
                <a:cs typeface="CMU Serif Roman"/>
              </a:rPr>
              <a:t>Has specialised libraries that sit on top:</a:t>
            </a:r>
          </a:p>
          <a:p xmlns:a="http://schemas.openxmlformats.org/drawingml/2006/main">
            <a:pPr marL="457200" indent="-457200">
              <a:buFont typeface="Calibri"/>
              <a:buChar char="-"/>
            </a:pPr>
            <a:r>
              <a:rPr>
                <a:latin typeface="CMU Serif Roman"/>
                <a:ea typeface="CMU Serif Roman"/>
                <a:cs typeface="CMU Serif Roman"/>
              </a:rPr>
              <a:t>cuDNN</a:t>
            </a:r>
            <a:r>
              <a:rPr>
                <a:latin typeface="CMU Serif Roman"/>
                <a:ea typeface="CMU Serif Roman"/>
                <a:cs typeface="CMU Serif Roman"/>
              </a:rPr>
              <a:t> (Deep Neural Networks)</a:t>
            </a:r>
          </a:p>
          <a:p xmlns:a="http://schemas.openxmlformats.org/drawingml/2006/main">
            <a:pPr marL="457200" indent="-457200">
              <a:buFont typeface="Calibri"/>
              <a:buChar char="-"/>
            </a:pPr>
            <a:r>
              <a:rPr>
                <a:latin typeface="CMU Serif Roman"/>
                <a:ea typeface="CMU Serif Roman"/>
                <a:cs typeface="CMU Serif Roman"/>
              </a:rPr>
              <a:t>cuBLAS</a:t>
            </a:r>
            <a:r>
              <a:rPr>
                <a:latin typeface="CMU Serif Roman"/>
                <a:ea typeface="CMU Serif Roman"/>
                <a:cs typeface="CMU Serif Roman"/>
              </a:rPr>
              <a:t> (Basic Linear Algebra Subprograms)</a:t>
            </a:r>
          </a:p>
          <a:p xmlns:a="http://schemas.openxmlformats.org/drawingml/2006/main">
            <a:r>
              <a:rPr>
                <a:latin typeface="CMU Serif Roman"/>
                <a:ea typeface="CMU Serif Roman"/>
                <a:cs typeface="CMU Serif Roman"/>
              </a:rPr>
              <a:t>PyTorch</a:t>
            </a:r>
            <a:r>
              <a:rPr>
                <a:latin typeface="CMU Serif Roman"/>
                <a:ea typeface="CMU Serif Roman"/>
                <a:cs typeface="CMU Serif Roman"/>
              </a:rPr>
              <a:t>, TensorFlow and virtually every ML framework sits on top of CUDA.</a:t>
            </a:r>
          </a:p>
          <a:p xmlns:a="http://schemas.openxmlformats.org/drawingml/2006/main">
            <a:endParaRPr>
              <a:latin typeface="CMU Serif Roman"/>
              <a:ea typeface="CMU Serif Roman"/>
              <a:cs typeface="CMU Serif Roman"/>
            </a:endParaRPr>
          </a:p>
          <a:p xmlns:a="http://schemas.openxmlformats.org/drawingml/2006/main">
            <a:pPr marL="0" indent="0">
              <a:buNone/>
            </a:pPr>
            <a:r>
              <a:rPr>
                <a:latin typeface="CMU Serif Roman"/>
                <a:ea typeface="CMU Serif Roman"/>
                <a:cs typeface="CMU Serif Roman"/>
              </a:rPr>
              <a:t>Migrating (e.g. </a:t>
            </a:r>
            <a:r>
              <a:rPr>
                <a:latin typeface="CMU Serif Roman"/>
                <a:ea typeface="CMU Serif Roman"/>
                <a:cs typeface="CMU Serif Roman"/>
              </a:rPr>
              <a:t>ROCm</a:t>
            </a:r>
            <a:r>
              <a:rPr>
                <a:latin typeface="CMU Serif Roman"/>
                <a:ea typeface="CMU Serif Roman"/>
                <a:cs typeface="CMU Serif Roman"/>
              </a:rPr>
              <a:t>) is high risk and has a lot of technical overhead</a:t>
            </a:r>
          </a:p>
        </p:txBody>
      </p:sp>
    </p:spTree>
    <p:extLst>
      <p:ext uri="{BB962C8B-B14F-4D97-AF65-F5344CB8AC3E}">
        <p14:creationId xmlns:p14="http://schemas.microsoft.com/office/powerpoint/2010/main" val="1723114016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Picture 3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e6c74ef9e64a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7224" y="889868"/>
            <a:ext cx="9957547" cy="5018603"/>
          </a:xfrm>
          <a:prstGeom xmlns:a="http://schemas.openxmlformats.org/drawingml/2006/main" prst="rect">
            <a:avLst/>
          </a:prstGeom>
        </p:spPr>
      </p:pic>
      <p:pic>
        <p:nvPicPr>
          <p:cNvPr id="9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dcc3605ccf48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11386" y="896757"/>
            <a:ext cx="314114" cy="231962"/>
          </a:xfrm>
          <a:prstGeom xmlns:a="http://schemas.openxmlformats.org/drawingml/2006/main" prst="rect">
            <a:avLst/>
          </a:prstGeom>
        </p:spPr>
      </p:pic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8B7B6C1-EC18-27B9-4CE7-2E43BD5D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6448" y="941777"/>
            <a:ext cx="88885" cy="15331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498DE76-1EF2-5911-F192-1337804C2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092" y="875252"/>
            <a:ext cx="250887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latin typeface="Aptos"/>
                <a:ea typeface="Aptos"/>
                <a:cs typeface="Aptos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481408702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E022294-0EC6-64C0-7AFC-F352323178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Special mentions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EB1903D-602F-2E2F-6EE0-BADD4D78FCF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AMD </a:t>
            </a:r>
            <a:r>
              <a:t>ROCm</a:t>
            </a:r>
            <a:endParaRPr/>
          </a:p>
          <a:p xmlns:a="http://schemas.openxmlformats.org/drawingml/2006/main">
            <a:pPr marL="0" indent="0">
              <a:buNone/>
            </a:pPr>
            <a:endParaRPr/>
          </a:p>
          <a:p xmlns:a="http://schemas.openxmlformats.org/drawingml/2006/main">
            <a:pPr marL="0" indent="0">
              <a:buNone/>
            </a:pPr>
            <a:r>
              <a:t>Nvidia DGX Spark</a:t>
            </a:r>
          </a:p>
          <a:p xmlns:a="http://schemas.openxmlformats.org/drawingml/2006/main">
            <a:pPr marL="0" indent="0">
              <a:buNone/>
            </a:pPr>
            <a:endParaRPr/>
          </a:p>
          <a:p xmlns:a="http://schemas.openxmlformats.org/drawingml/2006/main">
            <a:pPr marL="0" indent="0">
              <a:buNone/>
            </a:pPr>
            <a:r>
              <a:rPr b="1"/>
              <a:t>Huawei</a:t>
            </a:r>
          </a:p>
          <a:p xmlns:a="http://schemas.openxmlformats.org/drawingml/2006/main">
            <a:pPr marL="0" indent="0">
              <a:buNone/>
            </a:pPr>
            <a:endParaRPr/>
          </a:p>
          <a:p xmlns:a="http://schemas.openxmlformats.org/drawingml/2006/main">
            <a:pPr marL="0" indent="0">
              <a:buNone/>
            </a:pPr>
            <a:r>
              <a:t>...the important thing is the software stack and memory bandwidth</a:t>
            </a:r>
          </a:p>
        </p:txBody>
      </p:sp>
    </p:spTree>
    <p:extLst>
      <p:ext uri="{BB962C8B-B14F-4D97-AF65-F5344CB8AC3E}">
        <p14:creationId xmlns:p14="http://schemas.microsoft.com/office/powerpoint/2010/main" val="314651075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2026-09-25T12:54:11.3110000Z</dcterms:created>
  <dcterms:modified xsi:type="dcterms:W3CDTF">2026-09-25T12:54:11.3110000Z</dcterms:modified>
</coreProperties>
</file>